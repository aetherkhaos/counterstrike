
<file path=[Content_Types].xml><?xml version="1.0" encoding="utf-8"?>
<Types xmlns="http://schemas.openxmlformats.org/package/2006/content-types">
  <Default Extension="fntdata" ContentType="application/x-fontdata"/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changesInfos/changesInfo1.xml" ContentType="application/vnd.ms-powerpoint.changesinfo+xml"/>
  <Override PartName="/ppt/metadata" ContentType="application/binary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5.xml" ContentType="application/vnd.openxmlformats-officedocument.presentationml.notesSlide+xml"/>
  <Override PartName="/ppt/notesSlides/notesSlide26.xml" ContentType="application/vnd.openxmlformats-officedocument.presentationml.notesSlide+xml"/>
  <Override PartName="/ppt/notesSlides/notesSlide27.xml" ContentType="application/vnd.openxmlformats-officedocument.presentationml.notesSlide+xml"/>
  <Override PartName="/ppt/notesSlides/notesSlide28.xml" ContentType="application/vnd.openxmlformats-officedocument.presentationml.notesSlide+xml"/>
  <Override PartName="/ppt/notesSlides/notesSlide29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30.xml" ContentType="application/vnd.openxmlformats-officedocument.presentationml.notesSlide+xml"/>
  <Override PartName="/ppt/notesSlides/notesSlide31.xml" ContentType="application/vnd.openxmlformats-officedocument.presentationml.notesSlide+xml"/>
  <Override PartName="/ppt/notesSlides/notesSlide32.xml" ContentType="application/vnd.openxmlformats-officedocument.presentationml.notesSlide+xml"/>
  <Override PartName="/ppt/notesSlides/notesSlide33.xml" ContentType="application/vnd.openxmlformats-officedocument.presentationml.notesSlide+xml"/>
  <Override PartName="/ppt/notesSlides/notesSlide34.xml" ContentType="application/vnd.openxmlformats-officedocument.presentationml.notesSlide+xml"/>
  <Override PartName="/ppt/notesSlides/notesSlide35.xml" ContentType="application/vnd.openxmlformats-officedocument.presentationml.notesSlide+xml"/>
  <Override PartName="/ppt/notesSlides/notesSlide36.xml" ContentType="application/vnd.openxmlformats-officedocument.presentationml.notesSlide+xml"/>
  <Override PartName="/ppt/notesSlides/notesSlide37.xml" ContentType="application/vnd.openxmlformats-officedocument.presentationml.notesSlide+xml"/>
  <Override PartName="/ppt/notesSlides/notesSlide38.xml" ContentType="application/vnd.openxmlformats-officedocument.presentationml.notesSlide+xml"/>
  <Override PartName="/ppt/notesSlides/notesSlide39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40.xml" ContentType="application/vnd.openxmlformats-officedocument.presentationml.notesSlide+xml"/>
  <Override PartName="/ppt/notesSlides/notesSlide41.xml" ContentType="application/vnd.openxmlformats-officedocument.presentationml.notesSlide+xml"/>
  <Override PartName="/ppt/notesSlides/notesSlide42.xml" ContentType="application/vnd.openxmlformats-officedocument.presentationml.notesSlide+xml"/>
  <Override PartName="/ppt/notesSlides/notesSlide43.xml" ContentType="application/vnd.openxmlformats-officedocument.presentationml.notesSlide+xml"/>
  <Override PartName="/ppt/notesSlides/notesSlide44.xml" ContentType="application/vnd.openxmlformats-officedocument.presentationml.notesSlide+xml"/>
  <Override PartName="/ppt/notesSlides/notesSlide45.xml" ContentType="application/vnd.openxmlformats-officedocument.presentationml.notesSlide+xml"/>
  <Override PartName="/ppt/notesSlides/notesSlide46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slides/slide43.xml" ContentType="application/vnd.openxmlformats-officedocument.presentationml.slide+xml"/>
  <Override PartName="/ppt/slides/slide44.xml" ContentType="application/vnd.openxmlformats-officedocument.presentationml.slide+xml"/>
  <Override PartName="/ppt/slides/slide45.xml" ContentType="application/vnd.openxmlformats-officedocument.presentationml.slide+xml"/>
  <Override PartName="/ppt/slides/slide46.xml" ContentType="application/vnd.openxmlformats-officedocument.presentationml.slide+xml"/>
  <Override PartName="/ppt/slides/slide47.xml" ContentType="application/vnd.openxmlformats-officedocument.presentationml.slide+xml"/>
  <Override PartName="/ppt/slides/slide48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core-properties" Target="docProps/core.xml"/><Relationship Id="rId3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trictFirstAndLastChars="0" embedTrueTypeFonts="1" saveSubsetFonts="1" autoCompressPictures="0">
  <p:sldMasterIdLst>
    <p:sldMasterId id="2147483648" r:id="rId1"/>
  </p:sldMasterIdLst>
  <p:notesMasterIdLst>
    <p:notesMasterId r:id="rId9"/>
  </p:notesMasterIdLst>
  <p:sldIdLst>
    <p:sldId id="256" r:id="rId8"/>
    <p:sldId id="257" r:id="rId14"/>
    <p:sldId id="258" r:id="rId15"/>
    <p:sldId id="259" r:id="rId7"/>
    <p:sldId id="260" r:id="rId6"/>
    <p:sldId id="261" r:id="rId5"/>
    <p:sldId id="262" r:id="rId4"/>
    <p:sldId id="263" r:id="rId3"/>
    <p:sldId id="264" r:id="rId2"/>
    <p:sldId id="265" r:id="rId22"/>
    <p:sldId id="266" r:id="rId23"/>
    <p:sldId id="267" r:id="rId24"/>
    <p:sldId id="268" r:id="rId25"/>
    <p:sldId id="269" r:id="rId26"/>
    <p:sldId id="270" r:id="rId27"/>
    <p:sldId id="271" r:id="rId28"/>
    <p:sldId id="272" r:id="rId29"/>
    <p:sldId id="273" r:id="rId30"/>
    <p:sldId id="274" r:id="rId31"/>
    <p:sldId id="275" r:id="rId32"/>
    <p:sldId id="276" r:id="rId33"/>
    <p:sldId id="277" r:id="rId34"/>
    <p:sldId id="278" r:id="rId35"/>
    <p:sldId id="279" r:id="rId36"/>
    <p:sldId id="280" r:id="rId37"/>
    <p:sldId id="281" r:id="rId38"/>
    <p:sldId id="282" r:id="rId39"/>
    <p:sldId id="283" r:id="rId40"/>
    <p:sldId id="284" r:id="rId41"/>
    <p:sldId id="285" r:id="rId42"/>
    <p:sldId id="286" r:id="rId43"/>
    <p:sldId id="287" r:id="rId44"/>
    <p:sldId id="288" r:id="rId45"/>
    <p:sldId id="289" r:id="rId46"/>
    <p:sldId id="290" r:id="rId47"/>
    <p:sldId id="291" r:id="rId48"/>
    <p:sldId id="292" r:id="rId49"/>
    <p:sldId id="293" r:id="rId50"/>
    <p:sldId id="294" r:id="rId51"/>
    <p:sldId id="295" r:id="rId52"/>
    <p:sldId id="296" r:id="rId53"/>
    <p:sldId id="297" r:id="rId54"/>
    <p:sldId id="298" r:id="rId55"/>
    <p:sldId id="299" r:id="rId56"/>
    <p:sldId id="300" r:id="rId57"/>
    <p:sldId id="301" r:id="rId58"/>
    <p:sldId id="302" r:id="rId59"/>
    <p:sldId id="303" r:id="rId60"/>
  </p:sldIdLst>
  <p:sldSz cx="12192000" cy="6858000"/>
  <p:notesSz cx="6858000" cy="9144000"/>
  <p:embeddedFontLst>
    <p:embeddedFont>
      <p:font typeface="Google Sans" panose="020B0604020202020204" charset="0"/>
      <p:regular r:id="rId10"/>
      <p:bold r:id="rId11"/>
      <p:italic r:id="rId12"/>
      <p:boldItalic r:id="rId13"/>
    </p:embeddedFont>
  </p:embeddedFontLst>
  <p:defaultText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 spc="0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 spc="0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 spc="0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 spc="0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 spc="0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 spc="0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 spc="0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 spc="0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 spc="0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 xmlns:p15="http://schemas.microsoft.com/office/powerpoint/2012/main"/>
    </p:ext>
    <p:ext uri="GoogleSlidesCustomDataVersion2">
      <go:slidesCustomData xmlns="" xmlns:mc="http://schemas.openxmlformats.org/markup-compatibility/2006" xmlns:mv="urn:schemas-microsoft-com:mac:vml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xmlns:go="http://customooxmlschemas.google.com/" r:id="rId16" roundtripDataSignature="AMtx7mj7TtVeiHhDOAAACQUvrCI66Sw72g==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>
      <p:cViewPr varScale="1">
        <p:scale>
          <a:sx n="104" d="100"/>
          <a:sy n="104" d="100"/>
        </p:scale>
        <p:origin x="534" y="10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9.xml"/><Relationship Id="rId3" Type="http://schemas.openxmlformats.org/officeDocument/2006/relationships/slide" Target="slides/slide8.xml"/><Relationship Id="rId4" Type="http://schemas.openxmlformats.org/officeDocument/2006/relationships/slide" Target="slides/slide7.xml"/><Relationship Id="rId5" Type="http://schemas.openxmlformats.org/officeDocument/2006/relationships/slide" Target="slides/slide6.xml"/><Relationship Id="rId6" Type="http://schemas.openxmlformats.org/officeDocument/2006/relationships/slide" Target="slides/slide5.xml"/><Relationship Id="rId7" Type="http://schemas.openxmlformats.org/officeDocument/2006/relationships/slide" Target="slides/slide4.xml"/><Relationship Id="rId8" Type="http://schemas.openxmlformats.org/officeDocument/2006/relationships/slide" Target="slides/slide1.xml"/><Relationship Id="rId9" Type="http://schemas.openxmlformats.org/officeDocument/2006/relationships/notesMaster" Target="notesMasters/notesMaster1.xml"/><Relationship Id="rId10" Type="http://schemas.openxmlformats.org/officeDocument/2006/relationships/font" Target="fonts/font1.fntdata"/><Relationship Id="rId11" Type="http://schemas.openxmlformats.org/officeDocument/2006/relationships/font" Target="fonts/font2.fntdata"/><Relationship Id="rId12" Type="http://schemas.openxmlformats.org/officeDocument/2006/relationships/font" Target="fonts/font3.fntdata"/><Relationship Id="rId13" Type="http://schemas.openxmlformats.org/officeDocument/2006/relationships/font" Target="fonts/font4.fntdata"/><Relationship Id="rId14" Type="http://schemas.openxmlformats.org/officeDocument/2006/relationships/slide" Target="slides/slide2.xml"/><Relationship Id="rId15" Type="http://schemas.openxmlformats.org/officeDocument/2006/relationships/slide" Target="slides/slide3.xml"/><Relationship Id="rId16" Type="http://customschemas.google.com/relationships/presentationmetadata" Target="metadata"/><Relationship Id="rId17" Type="http://schemas.openxmlformats.org/officeDocument/2006/relationships/presProps" Target="presProps.xml"/><Relationship Id="rId18" Type="http://schemas.openxmlformats.org/officeDocument/2006/relationships/viewProps" Target="viewProps.xml"/><Relationship Id="rId19" Type="http://schemas.openxmlformats.org/officeDocument/2006/relationships/theme" Target="theme/theme1.xml"/><Relationship Id="rId20" Type="http://schemas.openxmlformats.org/officeDocument/2006/relationships/tableStyles" Target="tableStyles.xml"/><Relationship Id="rId21" Type="http://schemas.microsoft.com/office/2016/11/relationships/changesInfo" Target="changesInfos/changesInfo1.xml"/><Relationship Id="rId22" Type="http://schemas.openxmlformats.org/officeDocument/2006/relationships/slide" Target="slides/slide10.xml"/><Relationship Id="rId23" Type="http://schemas.openxmlformats.org/officeDocument/2006/relationships/slide" Target="slides/slide11.xml"/><Relationship Id="rId24" Type="http://schemas.openxmlformats.org/officeDocument/2006/relationships/slide" Target="slides/slide12.xml"/><Relationship Id="rId25" Type="http://schemas.openxmlformats.org/officeDocument/2006/relationships/slide" Target="slides/slide13.xml"/><Relationship Id="rId26" Type="http://schemas.openxmlformats.org/officeDocument/2006/relationships/slide" Target="slides/slide14.xml"/><Relationship Id="rId27" Type="http://schemas.openxmlformats.org/officeDocument/2006/relationships/slide" Target="slides/slide15.xml"/><Relationship Id="rId28" Type="http://schemas.openxmlformats.org/officeDocument/2006/relationships/slide" Target="slides/slide16.xml"/><Relationship Id="rId29" Type="http://schemas.openxmlformats.org/officeDocument/2006/relationships/slide" Target="slides/slide17.xml"/><Relationship Id="rId30" Type="http://schemas.openxmlformats.org/officeDocument/2006/relationships/slide" Target="slides/slide18.xml"/><Relationship Id="rId31" Type="http://schemas.openxmlformats.org/officeDocument/2006/relationships/slide" Target="slides/slide19.xml"/><Relationship Id="rId32" Type="http://schemas.openxmlformats.org/officeDocument/2006/relationships/slide" Target="slides/slide20.xml"/><Relationship Id="rId33" Type="http://schemas.openxmlformats.org/officeDocument/2006/relationships/slide" Target="slides/slide21.xml"/><Relationship Id="rId34" Type="http://schemas.openxmlformats.org/officeDocument/2006/relationships/slide" Target="slides/slide22.xml"/><Relationship Id="rId35" Type="http://schemas.openxmlformats.org/officeDocument/2006/relationships/slide" Target="slides/slide23.xml"/><Relationship Id="rId36" Type="http://schemas.openxmlformats.org/officeDocument/2006/relationships/slide" Target="slides/slide24.xml"/><Relationship Id="rId37" Type="http://schemas.openxmlformats.org/officeDocument/2006/relationships/slide" Target="slides/slide25.xml"/><Relationship Id="rId38" Type="http://schemas.openxmlformats.org/officeDocument/2006/relationships/slide" Target="slides/slide26.xml"/><Relationship Id="rId39" Type="http://schemas.openxmlformats.org/officeDocument/2006/relationships/slide" Target="slides/slide27.xml"/><Relationship Id="rId40" Type="http://schemas.openxmlformats.org/officeDocument/2006/relationships/slide" Target="slides/slide28.xml"/><Relationship Id="rId41" Type="http://schemas.openxmlformats.org/officeDocument/2006/relationships/slide" Target="slides/slide29.xml"/><Relationship Id="rId42" Type="http://schemas.openxmlformats.org/officeDocument/2006/relationships/slide" Target="slides/slide30.xml"/><Relationship Id="rId43" Type="http://schemas.openxmlformats.org/officeDocument/2006/relationships/slide" Target="slides/slide31.xml"/><Relationship Id="rId44" Type="http://schemas.openxmlformats.org/officeDocument/2006/relationships/slide" Target="slides/slide32.xml"/><Relationship Id="rId45" Type="http://schemas.openxmlformats.org/officeDocument/2006/relationships/slide" Target="slides/slide33.xml"/><Relationship Id="rId46" Type="http://schemas.openxmlformats.org/officeDocument/2006/relationships/slide" Target="slides/slide34.xml"/><Relationship Id="rId47" Type="http://schemas.openxmlformats.org/officeDocument/2006/relationships/slide" Target="slides/slide35.xml"/><Relationship Id="rId48" Type="http://schemas.openxmlformats.org/officeDocument/2006/relationships/slide" Target="slides/slide36.xml"/><Relationship Id="rId49" Type="http://schemas.openxmlformats.org/officeDocument/2006/relationships/slide" Target="slides/slide37.xml"/><Relationship Id="rId50" Type="http://schemas.openxmlformats.org/officeDocument/2006/relationships/slide" Target="slides/slide38.xml"/><Relationship Id="rId51" Type="http://schemas.openxmlformats.org/officeDocument/2006/relationships/slide" Target="slides/slide39.xml"/><Relationship Id="rId52" Type="http://schemas.openxmlformats.org/officeDocument/2006/relationships/slide" Target="slides/slide40.xml"/><Relationship Id="rId53" Type="http://schemas.openxmlformats.org/officeDocument/2006/relationships/slide" Target="slides/slide41.xml"/><Relationship Id="rId54" Type="http://schemas.openxmlformats.org/officeDocument/2006/relationships/slide" Target="slides/slide42.xml"/><Relationship Id="rId55" Type="http://schemas.openxmlformats.org/officeDocument/2006/relationships/slide" Target="slides/slide43.xml"/><Relationship Id="rId56" Type="http://schemas.openxmlformats.org/officeDocument/2006/relationships/slide" Target="slides/slide44.xml"/><Relationship Id="rId57" Type="http://schemas.openxmlformats.org/officeDocument/2006/relationships/slide" Target="slides/slide45.xml"/><Relationship Id="rId58" Type="http://schemas.openxmlformats.org/officeDocument/2006/relationships/slide" Target="slides/slide46.xml"/><Relationship Id="rId59" Type="http://schemas.openxmlformats.org/officeDocument/2006/relationships/slide" Target="slides/slide47.xml"/><Relationship Id="rId60" Type="http://schemas.openxmlformats.org/officeDocument/2006/relationships/slide" Target="slides/slide48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Cross, Clay" userId="f346be3b-e1cb-4aec-811e-8a3f5d1dd33f" providerId="ADAL" clId="{5AB2DC96-CDCC-45B4-B053-2F2446580AF9}"/>
    <pc:docChg chg="modSld modMainMaster">
      <pc:chgData name="Cross, Clay" userId="f346be3b-e1cb-4aec-811e-8a3f5d1dd33f" providerId="ADAL" clId="{5AB2DC96-CDCC-45B4-B053-2F2446580AF9}" dt="2026-10-12T17:41:14.911" v="31" actId="20577"/>
      <pc:docMkLst>
        <pc:docMk/>
      </pc:docMkLst>
      <pc:sldChg chg="addSp modSp mod">
        <pc:chgData name="Cross, Clay" userId="f346be3b-e1cb-4aec-811e-8a3f5d1dd33f" providerId="ADAL" clId="{5AB2DC96-CDCC-45B4-B053-2F2446580AF9}" dt="2026-10-12T17:41:14.911" v="31" actId="20577"/>
        <pc:sldMkLst>
          <pc:docMk/>
          <pc:sldMk cId="0" sldId="256"/>
        </pc:sldMkLst>
        <pc:spChg chg="add mod">
          <ac:chgData name="Cross, Clay" userId="f346be3b-e1cb-4aec-811e-8a3f5d1dd33f" providerId="ADAL" clId="{5AB2DC96-CDCC-45B4-B053-2F2446580AF9}" dt="2026-09-16T14:10:03.197" v="14"/>
          <ac:spMkLst>
            <pc:docMk/>
            <pc:sldMk cId="0" sldId="256"/>
            <ac:spMk id="2" creationId="{AF066B48-BBCB-D243-DA16-4C1CF9825479}"/>
          </ac:spMkLst>
        </pc:spChg>
        <pc:spChg chg="mod">
          <ac:chgData name="Cross, Clay" userId="f346be3b-e1cb-4aec-811e-8a3f5d1dd33f" providerId="ADAL" clId="{5AB2DC96-CDCC-45B4-B053-2F2446580AF9}" dt="2026-10-12T17:41:14.911" v="31" actId="20577"/>
          <ac:spMkLst>
            <pc:docMk/>
            <pc:sldMk cId="0" sldId="256"/>
            <ac:spMk id="93" creationId="{00000000-0000-0000-0000-000000000000}"/>
          </ac:spMkLst>
        </pc:spChg>
      </pc:sldChg>
      <pc:sldChg chg="addSp modSp">
        <pc:chgData name="Cross, Clay" userId="f346be3b-e1cb-4aec-811e-8a3f5d1dd33f" providerId="ADAL" clId="{5AB2DC96-CDCC-45B4-B053-2F2446580AF9}" dt="2026-09-16T14:10:05.967" v="15"/>
        <pc:sldMkLst>
          <pc:docMk/>
          <pc:sldMk cId="0" sldId="257"/>
        </pc:sldMkLst>
        <pc:spChg chg="add mod">
          <ac:chgData name="Cross, Clay" userId="f346be3b-e1cb-4aec-811e-8a3f5d1dd33f" providerId="ADAL" clId="{5AB2DC96-CDCC-45B4-B053-2F2446580AF9}" dt="2026-09-16T14:10:05.967" v="15"/>
          <ac:spMkLst>
            <pc:docMk/>
            <pc:sldMk cId="0" sldId="257"/>
            <ac:spMk id="2" creationId="{C59CE0A4-E66C-0842-A9F5-B432CCCBB70C}"/>
          </ac:spMkLst>
        </pc:spChg>
      </pc:sldChg>
      <pc:sldChg chg="addSp modSp">
        <pc:chgData name="Cross, Clay" userId="f346be3b-e1cb-4aec-811e-8a3f5d1dd33f" providerId="ADAL" clId="{5AB2DC96-CDCC-45B4-B053-2F2446580AF9}" dt="2026-09-16T14:10:07.294" v="16"/>
        <pc:sldMkLst>
          <pc:docMk/>
          <pc:sldMk cId="0" sldId="258"/>
        </pc:sldMkLst>
        <pc:spChg chg="add mod">
          <ac:chgData name="Cross, Clay" userId="f346be3b-e1cb-4aec-811e-8a3f5d1dd33f" providerId="ADAL" clId="{5AB2DC96-CDCC-45B4-B053-2F2446580AF9}" dt="2026-09-16T14:10:07.294" v="16"/>
          <ac:spMkLst>
            <pc:docMk/>
            <pc:sldMk cId="0" sldId="258"/>
            <ac:spMk id="2" creationId="{9367D3A5-428A-79F2-AC81-ADCB1A0F11C1}"/>
          </ac:spMkLst>
        </pc:spChg>
      </pc:sldChg>
      <pc:sldChg chg="addSp modSp">
        <pc:chgData name="Cross, Clay" userId="f346be3b-e1cb-4aec-811e-8a3f5d1dd33f" providerId="ADAL" clId="{5AB2DC96-CDCC-45B4-B053-2F2446580AF9}" dt="2026-09-16T14:10:08.375" v="17"/>
        <pc:sldMkLst>
          <pc:docMk/>
          <pc:sldMk cId="0" sldId="259"/>
        </pc:sldMkLst>
        <pc:spChg chg="add mod">
          <ac:chgData name="Cross, Clay" userId="f346be3b-e1cb-4aec-811e-8a3f5d1dd33f" providerId="ADAL" clId="{5AB2DC96-CDCC-45B4-B053-2F2446580AF9}" dt="2026-09-16T14:10:08.375" v="17"/>
          <ac:spMkLst>
            <pc:docMk/>
            <pc:sldMk cId="0" sldId="259"/>
            <ac:spMk id="2" creationId="{07E1C860-F9EC-56A5-3678-9C818C512B47}"/>
          </ac:spMkLst>
        </pc:spChg>
      </pc:sldChg>
      <pc:sldChg chg="addSp modSp">
        <pc:chgData name="Cross, Clay" userId="f346be3b-e1cb-4aec-811e-8a3f5d1dd33f" providerId="ADAL" clId="{5AB2DC96-CDCC-45B4-B053-2F2446580AF9}" dt="2026-09-16T14:10:11.392" v="18"/>
        <pc:sldMkLst>
          <pc:docMk/>
          <pc:sldMk cId="0" sldId="260"/>
        </pc:sldMkLst>
        <pc:spChg chg="add mod">
          <ac:chgData name="Cross, Clay" userId="f346be3b-e1cb-4aec-811e-8a3f5d1dd33f" providerId="ADAL" clId="{5AB2DC96-CDCC-45B4-B053-2F2446580AF9}" dt="2026-09-16T14:10:11.392" v="18"/>
          <ac:spMkLst>
            <pc:docMk/>
            <pc:sldMk cId="0" sldId="260"/>
            <ac:spMk id="2" creationId="{1588E63D-8331-98F8-2393-DF79A145BF58}"/>
          </ac:spMkLst>
        </pc:spChg>
      </pc:sldChg>
      <pc:sldChg chg="addSp modSp">
        <pc:chgData name="Cross, Clay" userId="f346be3b-e1cb-4aec-811e-8a3f5d1dd33f" providerId="ADAL" clId="{5AB2DC96-CDCC-45B4-B053-2F2446580AF9}" dt="2026-09-16T14:10:12.517" v="19"/>
        <pc:sldMkLst>
          <pc:docMk/>
          <pc:sldMk cId="0" sldId="261"/>
        </pc:sldMkLst>
        <pc:spChg chg="add mod">
          <ac:chgData name="Cross, Clay" userId="f346be3b-e1cb-4aec-811e-8a3f5d1dd33f" providerId="ADAL" clId="{5AB2DC96-CDCC-45B4-B053-2F2446580AF9}" dt="2026-09-16T14:10:12.517" v="19"/>
          <ac:spMkLst>
            <pc:docMk/>
            <pc:sldMk cId="0" sldId="261"/>
            <ac:spMk id="2" creationId="{93535A3B-BAB2-61CE-5223-82D4BF2B0E2D}"/>
          </ac:spMkLst>
        </pc:spChg>
      </pc:sldChg>
      <pc:sldChg chg="addSp delSp modSp mod">
        <pc:chgData name="Cross, Clay" userId="f346be3b-e1cb-4aec-811e-8a3f5d1dd33f" providerId="ADAL" clId="{5AB2DC96-CDCC-45B4-B053-2F2446580AF9}" dt="2026-09-16T14:10:13.935" v="20"/>
        <pc:sldMkLst>
          <pc:docMk/>
          <pc:sldMk cId="0" sldId="262"/>
        </pc:sldMkLst>
        <pc:spChg chg="add mod">
          <ac:chgData name="Cross, Clay" userId="f346be3b-e1cb-4aec-811e-8a3f5d1dd33f" providerId="ADAL" clId="{5AB2DC96-CDCC-45B4-B053-2F2446580AF9}" dt="2026-09-16T14:10:13.935" v="20"/>
          <ac:spMkLst>
            <pc:docMk/>
            <pc:sldMk cId="0" sldId="262"/>
            <ac:spMk id="2" creationId="{D7EC3C54-652C-9EC2-FAB0-E19765D5B90B}"/>
          </ac:spMkLst>
        </pc:spChg>
      </pc:sldChg>
      <pc:sldMasterChg chg="modSp mod modSldLayout">
        <pc:chgData name="Cross, Clay" userId="f346be3b-e1cb-4aec-811e-8a3f5d1dd33f" providerId="ADAL" clId="{5AB2DC96-CDCC-45B4-B053-2F2446580AF9}" dt="2026-10-12T16:58:37.748" v="29" actId="14100"/>
        <pc:sldMasterMkLst>
          <pc:docMk/>
          <pc:sldMasterMk cId="0" sldId="2147483648"/>
        </pc:sldMasterMkLst>
        <pc:sldLayoutChg chg="modSp mod">
          <pc:chgData name="Cross, Clay" userId="f346be3b-e1cb-4aec-811e-8a3f5d1dd33f" providerId="ADAL" clId="{5AB2DC96-CDCC-45B4-B053-2F2446580AF9}" dt="2026-10-12T16:58:06.482" v="24" actId="14100"/>
          <pc:sldLayoutMkLst>
            <pc:docMk/>
            <pc:sldMasterMk cId="0" sldId="2147483648"/>
            <pc:sldLayoutMk cId="0" sldId="2147483652"/>
          </pc:sldLayoutMkLst>
          <pc:spChg chg="mod">
            <ac:chgData name="Cross, Clay" userId="f346be3b-e1cb-4aec-811e-8a3f5d1dd33f" providerId="ADAL" clId="{5AB2DC96-CDCC-45B4-B053-2F2446580AF9}" dt="2026-10-12T16:57:55.345" v="22" actId="14100"/>
            <ac:spMkLst>
              <pc:docMk/>
              <pc:sldMasterMk cId="0" sldId="2147483648"/>
              <pc:sldLayoutMk cId="0" sldId="2147483652"/>
              <ac:spMk id="56" creationId="{00000000-0000-0000-0000-000000000000}"/>
            </ac:spMkLst>
          </pc:spChg>
          <pc:spChg chg="mod">
            <ac:chgData name="Cross, Clay" userId="f346be3b-e1cb-4aec-811e-8a3f5d1dd33f" providerId="ADAL" clId="{5AB2DC96-CDCC-45B4-B053-2F2446580AF9}" dt="2026-10-12T16:58:00.151" v="23" actId="14100"/>
            <ac:spMkLst>
              <pc:docMk/>
              <pc:sldMasterMk cId="0" sldId="2147483648"/>
              <pc:sldLayoutMk cId="0" sldId="2147483652"/>
              <ac:spMk id="57" creationId="{00000000-0000-0000-0000-000000000000}"/>
            </ac:spMkLst>
          </pc:spChg>
          <pc:spChg chg="mod">
            <ac:chgData name="Cross, Clay" userId="f346be3b-e1cb-4aec-811e-8a3f5d1dd33f" providerId="ADAL" clId="{5AB2DC96-CDCC-45B4-B053-2F2446580AF9}" dt="2026-10-12T16:58:06.482" v="24" actId="14100"/>
            <ac:spMkLst>
              <pc:docMk/>
              <pc:sldMasterMk cId="0" sldId="2147483648"/>
              <pc:sldLayoutMk cId="0" sldId="2147483652"/>
              <ac:spMk id="58" creationId="{00000000-0000-0000-0000-000000000000}"/>
            </ac:spMkLst>
          </pc:spChg>
        </pc:sldLayoutChg>
        <pc:sldLayoutChg chg="modSp mod">
          <pc:chgData name="Cross, Clay" userId="f346be3b-e1cb-4aec-811e-8a3f5d1dd33f" providerId="ADAL" clId="{5AB2DC96-CDCC-45B4-B053-2F2446580AF9}" dt="2026-10-12T16:58:37.748" v="29" actId="14100"/>
          <pc:sldLayoutMkLst>
            <pc:docMk/>
            <pc:sldMasterMk cId="0" sldId="2147483648"/>
            <pc:sldLayoutMk cId="0" sldId="2147483656"/>
          </pc:sldLayoutMkLst>
          <pc:spChg chg="mod">
            <ac:chgData name="Cross, Clay" userId="f346be3b-e1cb-4aec-811e-8a3f5d1dd33f" providerId="ADAL" clId="{5AB2DC96-CDCC-45B4-B053-2F2446580AF9}" dt="2026-10-12T16:58:32.543" v="27" actId="14100"/>
            <ac:spMkLst>
              <pc:docMk/>
              <pc:sldMasterMk cId="0" sldId="2147483648"/>
              <pc:sldLayoutMk cId="0" sldId="2147483656"/>
              <ac:spMk id="76" creationId="{00000000-0000-0000-0000-000000000000}"/>
            </ac:spMkLst>
          </pc:spChg>
          <pc:spChg chg="mod">
            <ac:chgData name="Cross, Clay" userId="f346be3b-e1cb-4aec-811e-8a3f5d1dd33f" providerId="ADAL" clId="{5AB2DC96-CDCC-45B4-B053-2F2446580AF9}" dt="2026-10-12T16:58:34.943" v="28" actId="14100"/>
            <ac:spMkLst>
              <pc:docMk/>
              <pc:sldMasterMk cId="0" sldId="2147483648"/>
              <pc:sldLayoutMk cId="0" sldId="2147483656"/>
              <ac:spMk id="77" creationId="{00000000-0000-0000-0000-000000000000}"/>
            </ac:spMkLst>
          </pc:spChg>
          <pc:spChg chg="mod">
            <ac:chgData name="Cross, Clay" userId="f346be3b-e1cb-4aec-811e-8a3f5d1dd33f" providerId="ADAL" clId="{5AB2DC96-CDCC-45B4-B053-2F2446580AF9}" dt="2026-10-12T16:58:37.748" v="29" actId="14100"/>
            <ac:spMkLst>
              <pc:docMk/>
              <pc:sldMasterMk cId="0" sldId="2147483648"/>
              <pc:sldLayoutMk cId="0" sldId="2147483656"/>
              <ac:spMk id="78" creationId="{00000000-0000-0000-0000-000000000000}"/>
            </ac:spMkLst>
          </pc:spChg>
        </pc:sldLayoutChg>
      </pc:sldMasterChg>
    </pc:docChg>
  </pc:docChgLst>
</pc:chgInfo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 txBox="1">
            <a:spLocks noGrp="1"/>
          </p:cNvSpPr>
          <p:nvPr>
            <p:ph type="hdr" idx="2"/>
          </p:nvPr>
        </p:nvSpPr>
        <p:spPr>
          <a:xfrm>
            <a:off x="0" y="0"/>
            <a:ext cx="2971800" cy="4587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2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4" name="Google Shape;4;n"/>
          <p:cNvSpPr txBox="1">
            <a:spLocks noGrp="1"/>
          </p:cNvSpPr>
          <p:nvPr>
            <p:ph type="dt" idx="10"/>
          </p:nvPr>
        </p:nvSpPr>
        <p:spPr>
          <a:xfrm>
            <a:off x="3884613" y="0"/>
            <a:ext cx="2971800" cy="4587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R="0" lvl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2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5" name="Google Shape;5;n"/>
          <p:cNvSpPr>
            <a:spLocks noGrp="1" noRot="1" noChangeAspect="1"/>
          </p:cNvSpPr>
          <p:nvPr>
            <p:ph type="sldImg" idx="3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6" name="Google Shape;6;n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marR="0" lvl="0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2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914400" marR="0" lvl="1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2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1371600" marR="0" lvl="2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2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1828800" marR="0" lvl="3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2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2286000" marR="0" lvl="4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2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2743200" marR="0" lvl="5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2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3200400" marR="0" lvl="6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2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3657600" marR="0" lvl="7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2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4114800" marR="0" lvl="8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2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7" name="Google Shape;7;n"/>
          <p:cNvSpPr txBox="1">
            <a:spLocks noGrp="1"/>
          </p:cNvSpPr>
          <p:nvPr>
            <p:ph type="ftr" idx="11"/>
          </p:nvPr>
        </p:nvSpPr>
        <p:spPr>
          <a:xfrm>
            <a:off x="0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2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8" name="Google Shape;8;n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marR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fld id="{00000000-1234-1234-1234-123412341234}" type="slidenum">
              <a:rPr lang="en-US" sz="12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‹#›</a:t>
            </a:fld>
            <a:endParaRPr sz="1200" b="0" i="0" u="none" strike="noStrike" cap="non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notes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 spc="0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 spc="0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 spc="0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 spc="0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 spc="0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 spc="0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 spc="0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 spc="0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 spc="0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.xml"/></Relationships>
</file>

<file path=ppt/notesSlides/_rels/notesSlide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.xml"/></Relationships>
</file>

<file path=ppt/notesSlides/_rels/notesSlide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0.xml"/></Relationships>
</file>

<file path=ppt/notesSlides/_rels/notesSlide1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1.xml"/></Relationships>
</file>

<file path=ppt/notesSlides/_rels/notesSlide1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2.xml"/></Relationships>
</file>

<file path=ppt/notesSlides/_rels/notesSlide1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3.xml"/></Relationships>
</file>

<file path=ppt/notesSlides/_rels/notesSlide1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4.xml"/></Relationships>
</file>

<file path=ppt/notesSlides/_rels/notesSlide1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5.xml"/></Relationships>
</file>

<file path=ppt/notesSlides/_rels/notesSlide1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6.xml"/></Relationships>
</file>

<file path=ppt/notesSlides/_rels/notesSlide1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7.xml"/></Relationships>
</file>

<file path=ppt/notesSlides/_rels/notesSlide1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8.xml"/></Relationships>
</file>

<file path=ppt/notesSlides/_rels/notesSlide1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9.xml"/></Relationships>
</file>

<file path=ppt/notesSlides/_rels/notesSlide1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0.xml"/></Relationships>
</file>

<file path=ppt/notesSlides/_rels/notesSlide2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1.xml"/></Relationships>
</file>

<file path=ppt/notesSlides/_rels/notesSlide2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2.xml"/></Relationships>
</file>

<file path=ppt/notesSlides/_rels/notesSlide2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3.xml"/></Relationships>
</file>

<file path=ppt/notesSlides/_rels/notesSlide2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4.xml"/></Relationships>
</file>

<file path=ppt/notesSlides/_rels/notesSlide2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5.xml"/></Relationships>
</file>

<file path=ppt/notesSlides/_rels/notesSlide2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6.xml"/></Relationships>
</file>

<file path=ppt/notesSlides/_rels/notesSlide2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7.xml"/></Relationships>
</file>

<file path=ppt/notesSlides/_rels/notesSlide2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8.xml"/></Relationships>
</file>

<file path=ppt/notesSlides/_rels/notesSlide2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9.xml"/></Relationships>
</file>

<file path=ppt/notesSlides/_rels/notesSlide2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0.xml"/></Relationships>
</file>

<file path=ppt/notesSlides/_rels/notesSlide3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1.xml"/></Relationships>
</file>

<file path=ppt/notesSlides/_rels/notesSlide3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2.xml"/></Relationships>
</file>

<file path=ppt/notesSlides/_rels/notesSlide3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3.xml"/></Relationships>
</file>

<file path=ppt/notesSlides/_rels/notesSlide3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4.xml"/></Relationships>
</file>

<file path=ppt/notesSlides/_rels/notesSlide3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5.xml"/></Relationships>
</file>

<file path=ppt/notesSlides/_rels/notesSlide3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6.xml"/></Relationships>
</file>

<file path=ppt/notesSlides/_rels/notesSlide3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7.xml"/></Relationships>
</file>

<file path=ppt/notesSlides/_rels/notesSlide3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8.xml"/></Relationships>
</file>

<file path=ppt/notesSlides/_rels/notesSlide3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9.xml"/></Relationships>
</file>

<file path=ppt/notesSlides/_rels/notesSlide3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0.xml"/></Relationships>
</file>

<file path=ppt/notesSlides/_rels/notesSlide4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1.xml"/></Relationships>
</file>

<file path=ppt/notesSlides/_rels/notesSlide4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2.xml"/></Relationships>
</file>

<file path=ppt/notesSlides/_rels/notesSlide4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3.xml"/></Relationships>
</file>

<file path=ppt/notesSlides/_rels/notesSlide4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4.xml"/></Relationships>
</file>

<file path=ppt/notesSlides/_rels/notesSlide4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5.xml"/></Relationships>
</file>

<file path=ppt/notesSlides/_rels/notesSlide4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6.xml"/></Relationships>
</file>

<file path=ppt/notesSlides/_rels/notesSlide4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7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3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/>
        </p:txBody>
      </p:sp>
      <p:sp>
        <p:nvSpPr>
          <p:cNvPr id="4" name="Slide Number Placeholder 3"/>
          <p:cNvSpPr>
            <a:spLocks noGrp="1"/>
          </p:cNvSpPr>
          <p:nvPr>
            <p:ph type="sldNum" idx="12"/>
          </p:nvPr>
        </p:nvSpPr>
        <p:spPr/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3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/>
        </p:txBody>
      </p:sp>
      <p:sp>
        <p:nvSpPr>
          <p:cNvPr id="4" name="Slide Number Placeholder 3"/>
          <p:cNvSpPr>
            <a:spLocks noGrp="1"/>
          </p:cNvSpPr>
          <p:nvPr>
            <p:ph type="sldNum" idx="12"/>
          </p:nvPr>
        </p:nvSpPr>
        <p:spPr/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3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/>
        </p:txBody>
      </p:sp>
      <p:sp>
        <p:nvSpPr>
          <p:cNvPr id="4" name="Slide Number Placeholder 3"/>
          <p:cNvSpPr>
            <a:spLocks noGrp="1"/>
          </p:cNvSpPr>
          <p:nvPr>
            <p:ph type="sldNum" idx="12"/>
          </p:nvPr>
        </p:nvSpPr>
        <p:spPr/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3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/>
        </p:txBody>
      </p:sp>
      <p:sp>
        <p:nvSpPr>
          <p:cNvPr id="4" name="Slide Number Placeholder 3"/>
          <p:cNvSpPr>
            <a:spLocks noGrp="1"/>
          </p:cNvSpPr>
          <p:nvPr>
            <p:ph type="sldNum" idx="12"/>
          </p:nvPr>
        </p:nvSpPr>
        <p:spPr/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3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/>
        </p:txBody>
      </p:sp>
      <p:sp>
        <p:nvSpPr>
          <p:cNvPr id="4" name="Slide Number Placeholder 3"/>
          <p:cNvSpPr>
            <a:spLocks noGrp="1"/>
          </p:cNvSpPr>
          <p:nvPr>
            <p:ph type="sldNum" idx="12"/>
          </p:nvPr>
        </p:nvSpPr>
        <p:spPr/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3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/>
        </p:txBody>
      </p:sp>
      <p:sp>
        <p:nvSpPr>
          <p:cNvPr id="4" name="Slide Number Placeholder 3"/>
          <p:cNvSpPr>
            <a:spLocks noGrp="1"/>
          </p:cNvSpPr>
          <p:nvPr>
            <p:ph type="sldNum" idx="12"/>
          </p:nvPr>
        </p:nvSpPr>
        <p:spPr/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3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/>
        </p:txBody>
      </p:sp>
      <p:sp>
        <p:nvSpPr>
          <p:cNvPr id="4" name="Slide Number Placeholder 3"/>
          <p:cNvSpPr>
            <a:spLocks noGrp="1"/>
          </p:cNvSpPr>
          <p:nvPr>
            <p:ph type="sldNum" idx="12"/>
          </p:nvPr>
        </p:nvSpPr>
        <p:spPr/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3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/>
        </p:txBody>
      </p:sp>
      <p:sp>
        <p:nvSpPr>
          <p:cNvPr id="4" name="Slide Number Placeholder 3"/>
          <p:cNvSpPr>
            <a:spLocks noGrp="1"/>
          </p:cNvSpPr>
          <p:nvPr>
            <p:ph type="sldNum" idx="12"/>
          </p:nvPr>
        </p:nvSpPr>
        <p:spPr/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3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/>
        </p:txBody>
      </p:sp>
      <p:sp>
        <p:nvSpPr>
          <p:cNvPr id="4" name="Slide Number Placeholder 3"/>
          <p:cNvSpPr>
            <a:spLocks noGrp="1"/>
          </p:cNvSpPr>
          <p:nvPr>
            <p:ph type="sldNum" idx="12"/>
          </p:nvPr>
        </p:nvSpPr>
        <p:spPr/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3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/>
        </p:txBody>
      </p:sp>
      <p:sp>
        <p:nvSpPr>
          <p:cNvPr id="4" name="Slide Number Placeholder 3"/>
          <p:cNvSpPr>
            <a:spLocks noGrp="1"/>
          </p:cNvSpPr>
          <p:nvPr>
            <p:ph type="sldNum" idx="12"/>
          </p:nvPr>
        </p:nvSpPr>
        <p:spPr/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3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/>
        </p:txBody>
      </p:sp>
      <p:sp>
        <p:nvSpPr>
          <p:cNvPr id="4" name="Slide Number Placeholder 3"/>
          <p:cNvSpPr>
            <a:spLocks noGrp="1"/>
          </p:cNvSpPr>
          <p:nvPr>
            <p:ph type="sldNum" idx="12"/>
          </p:nvPr>
        </p:nvSpPr>
        <p:spPr/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3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/>
        </p:txBody>
      </p:sp>
      <p:sp>
        <p:nvSpPr>
          <p:cNvPr id="4" name="Slide Number Placeholder 3"/>
          <p:cNvSpPr>
            <a:spLocks noGrp="1"/>
          </p:cNvSpPr>
          <p:nvPr>
            <p:ph type="sldNum" idx="12"/>
          </p:nvPr>
        </p:nvSpPr>
        <p:spPr/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3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/>
        </p:txBody>
      </p:sp>
      <p:sp>
        <p:nvSpPr>
          <p:cNvPr id="4" name="Slide Number Placeholder 3"/>
          <p:cNvSpPr>
            <a:spLocks noGrp="1"/>
          </p:cNvSpPr>
          <p:nvPr>
            <p:ph type="sldNum" idx="12"/>
          </p:nvPr>
        </p:nvSpPr>
        <p:spPr/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3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/>
        </p:txBody>
      </p:sp>
      <p:sp>
        <p:nvSpPr>
          <p:cNvPr id="4" name="Slide Number Placeholder 3"/>
          <p:cNvSpPr>
            <a:spLocks noGrp="1"/>
          </p:cNvSpPr>
          <p:nvPr>
            <p:ph type="sldNum" idx="12"/>
          </p:nvPr>
        </p:nvSpPr>
        <p:spPr/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3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/>
        </p:txBody>
      </p:sp>
      <p:sp>
        <p:nvSpPr>
          <p:cNvPr id="4" name="Slide Number Placeholder 3"/>
          <p:cNvSpPr>
            <a:spLocks noGrp="1"/>
          </p:cNvSpPr>
          <p:nvPr>
            <p:ph type="sldNum" idx="12"/>
          </p:nvPr>
        </p:nvSpPr>
        <p:spPr/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3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/>
        </p:txBody>
      </p:sp>
      <p:sp>
        <p:nvSpPr>
          <p:cNvPr id="4" name="Slide Number Placeholder 3"/>
          <p:cNvSpPr>
            <a:spLocks noGrp="1"/>
          </p:cNvSpPr>
          <p:nvPr>
            <p:ph type="sldNum" idx="12"/>
          </p:nvPr>
        </p:nvSpPr>
        <p:spPr/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3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/>
        </p:txBody>
      </p:sp>
      <p:sp>
        <p:nvSpPr>
          <p:cNvPr id="4" name="Slide Number Placeholder 3"/>
          <p:cNvSpPr>
            <a:spLocks noGrp="1"/>
          </p:cNvSpPr>
          <p:nvPr>
            <p:ph type="sldNum" idx="12"/>
          </p:nvPr>
        </p:nvSpPr>
        <p:spPr/>
      </p:sp>
    </p:spTree>
  </p:cSld>
  <p:clrMapOvr>
    <a:masterClrMapping/>
  </p:clrMapOvr>
</p:notes>
</file>

<file path=ppt/notesSlides/notesSlide1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3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/>
        </p:txBody>
      </p:sp>
      <p:sp>
        <p:nvSpPr>
          <p:cNvPr id="4" name="Slide Number Placeholder 3"/>
          <p:cNvSpPr>
            <a:spLocks noGrp="1"/>
          </p:cNvSpPr>
          <p:nvPr>
            <p:ph type="sldNum" idx="12"/>
          </p:nvPr>
        </p:nvSpPr>
        <p:spPr/>
      </p:sp>
    </p:spTree>
  </p:cSld>
  <p:clrMapOvr>
    <a:masterClrMapping/>
  </p:clrMapOvr>
</p:notes>
</file>

<file path=ppt/notesSlides/notesSlide1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3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/>
        </p:txBody>
      </p:sp>
      <p:sp>
        <p:nvSpPr>
          <p:cNvPr id="4" name="Slide Number Placeholder 3"/>
          <p:cNvSpPr>
            <a:spLocks noGrp="1"/>
          </p:cNvSpPr>
          <p:nvPr>
            <p:ph type="sldNum" idx="12"/>
          </p:nvPr>
        </p:nvSpPr>
        <p:spPr/>
      </p:sp>
    </p:spTree>
  </p:cSld>
  <p:clrMapOvr>
    <a:masterClrMapping/>
  </p:clrMapOvr>
</p:notes>
</file>

<file path=ppt/notesSlides/notesSlide20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3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/>
        </p:txBody>
      </p:sp>
      <p:sp>
        <p:nvSpPr>
          <p:cNvPr id="4" name="Slide Number Placeholder 3"/>
          <p:cNvSpPr>
            <a:spLocks noGrp="1"/>
          </p:cNvSpPr>
          <p:nvPr>
            <p:ph type="sldNum" idx="12"/>
          </p:nvPr>
        </p:nvSpPr>
        <p:spPr/>
      </p:sp>
    </p:spTree>
  </p:cSld>
  <p:clrMapOvr>
    <a:masterClrMapping/>
  </p:clrMapOvr>
</p:notes>
</file>

<file path=ppt/notesSlides/notesSlide2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3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/>
        </p:txBody>
      </p:sp>
      <p:sp>
        <p:nvSpPr>
          <p:cNvPr id="4" name="Slide Number Placeholder 3"/>
          <p:cNvSpPr>
            <a:spLocks noGrp="1"/>
          </p:cNvSpPr>
          <p:nvPr>
            <p:ph type="sldNum" idx="12"/>
          </p:nvPr>
        </p:nvSpPr>
        <p:spPr/>
      </p:sp>
    </p:spTree>
  </p:cSld>
  <p:clrMapOvr>
    <a:masterClrMapping/>
  </p:clrMapOvr>
</p:notes>
</file>

<file path=ppt/notesSlides/notesSlide2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3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/>
        </p:txBody>
      </p:sp>
      <p:sp>
        <p:nvSpPr>
          <p:cNvPr id="4" name="Slide Number Placeholder 3"/>
          <p:cNvSpPr>
            <a:spLocks noGrp="1"/>
          </p:cNvSpPr>
          <p:nvPr>
            <p:ph type="sldNum" idx="12"/>
          </p:nvPr>
        </p:nvSpPr>
        <p:spPr/>
      </p:sp>
    </p:spTree>
  </p:cSld>
  <p:clrMapOvr>
    <a:masterClrMapping/>
  </p:clrMapOvr>
</p:notes>
</file>

<file path=ppt/notesSlides/notesSlide2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3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/>
        </p:txBody>
      </p:sp>
      <p:sp>
        <p:nvSpPr>
          <p:cNvPr id="4" name="Slide Number Placeholder 3"/>
          <p:cNvSpPr>
            <a:spLocks noGrp="1"/>
          </p:cNvSpPr>
          <p:nvPr>
            <p:ph type="sldNum" idx="12"/>
          </p:nvPr>
        </p:nvSpPr>
        <p:spPr/>
      </p:sp>
    </p:spTree>
  </p:cSld>
  <p:clrMapOvr>
    <a:masterClrMapping/>
  </p:clrMapOvr>
</p:notes>
</file>

<file path=ppt/notesSlides/notesSlide2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3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/>
        </p:txBody>
      </p:sp>
      <p:sp>
        <p:nvSpPr>
          <p:cNvPr id="4" name="Slide Number Placeholder 3"/>
          <p:cNvSpPr>
            <a:spLocks noGrp="1"/>
          </p:cNvSpPr>
          <p:nvPr>
            <p:ph type="sldNum" idx="12"/>
          </p:nvPr>
        </p:nvSpPr>
        <p:spPr/>
      </p:sp>
    </p:spTree>
  </p:cSld>
  <p:clrMapOvr>
    <a:masterClrMapping/>
  </p:clrMapOvr>
</p:notes>
</file>

<file path=ppt/notesSlides/notesSlide2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3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/>
        </p:txBody>
      </p:sp>
      <p:sp>
        <p:nvSpPr>
          <p:cNvPr id="4" name="Slide Number Placeholder 3"/>
          <p:cNvSpPr>
            <a:spLocks noGrp="1"/>
          </p:cNvSpPr>
          <p:nvPr>
            <p:ph type="sldNum" idx="12"/>
          </p:nvPr>
        </p:nvSpPr>
        <p:spPr/>
      </p:sp>
    </p:spTree>
  </p:cSld>
  <p:clrMapOvr>
    <a:masterClrMapping/>
  </p:clrMapOvr>
</p:notes>
</file>

<file path=ppt/notesSlides/notesSlide2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3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/>
        </p:txBody>
      </p:sp>
      <p:sp>
        <p:nvSpPr>
          <p:cNvPr id="4" name="Slide Number Placeholder 3"/>
          <p:cNvSpPr>
            <a:spLocks noGrp="1"/>
          </p:cNvSpPr>
          <p:nvPr>
            <p:ph type="sldNum" idx="12"/>
          </p:nvPr>
        </p:nvSpPr>
        <p:spPr/>
      </p:sp>
    </p:spTree>
  </p:cSld>
  <p:clrMapOvr>
    <a:masterClrMapping/>
  </p:clrMapOvr>
</p:notes>
</file>

<file path=ppt/notesSlides/notesSlide2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3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/>
        </p:txBody>
      </p:sp>
      <p:sp>
        <p:nvSpPr>
          <p:cNvPr id="4" name="Slide Number Placeholder 3"/>
          <p:cNvSpPr>
            <a:spLocks noGrp="1"/>
          </p:cNvSpPr>
          <p:nvPr>
            <p:ph type="sldNum" idx="12"/>
          </p:nvPr>
        </p:nvSpPr>
        <p:spPr/>
      </p:sp>
    </p:spTree>
  </p:cSld>
  <p:clrMapOvr>
    <a:masterClrMapping/>
  </p:clrMapOvr>
</p:notes>
</file>

<file path=ppt/notesSlides/notesSlide2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3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/>
        </p:txBody>
      </p:sp>
      <p:sp>
        <p:nvSpPr>
          <p:cNvPr id="4" name="Slide Number Placeholder 3"/>
          <p:cNvSpPr>
            <a:spLocks noGrp="1"/>
          </p:cNvSpPr>
          <p:nvPr>
            <p:ph type="sldNum" idx="12"/>
          </p:nvPr>
        </p:nvSpPr>
        <p:spPr/>
      </p:sp>
    </p:spTree>
  </p:cSld>
  <p:clrMapOvr>
    <a:masterClrMapping/>
  </p:clrMapOvr>
</p:notes>
</file>

<file path=ppt/notesSlides/notesSlide2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3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/>
        </p:txBody>
      </p:sp>
      <p:sp>
        <p:nvSpPr>
          <p:cNvPr id="4" name="Slide Number Placeholder 3"/>
          <p:cNvSpPr>
            <a:spLocks noGrp="1"/>
          </p:cNvSpPr>
          <p:nvPr>
            <p:ph type="sldNum" idx="12"/>
          </p:nvPr>
        </p:nvSpPr>
        <p:spPr/>
      </p:sp>
    </p:spTree>
  </p:cSld>
  <p:clrMapOvr>
    <a:masterClrMapping/>
  </p:clrMapOvr>
</p:notes>
</file>

<file path=ppt/notesSlides/notesSlide30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3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/>
        </p:txBody>
      </p:sp>
      <p:sp>
        <p:nvSpPr>
          <p:cNvPr id="4" name="Slide Number Placeholder 3"/>
          <p:cNvSpPr>
            <a:spLocks noGrp="1"/>
          </p:cNvSpPr>
          <p:nvPr>
            <p:ph type="sldNum" idx="12"/>
          </p:nvPr>
        </p:nvSpPr>
        <p:spPr/>
      </p:sp>
    </p:spTree>
  </p:cSld>
  <p:clrMapOvr>
    <a:masterClrMapping/>
  </p:clrMapOvr>
</p:notes>
</file>

<file path=ppt/notesSlides/notesSlide3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3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/>
        </p:txBody>
      </p:sp>
      <p:sp>
        <p:nvSpPr>
          <p:cNvPr id="4" name="Slide Number Placeholder 3"/>
          <p:cNvSpPr>
            <a:spLocks noGrp="1"/>
          </p:cNvSpPr>
          <p:nvPr>
            <p:ph type="sldNum" idx="12"/>
          </p:nvPr>
        </p:nvSpPr>
        <p:spPr/>
      </p:sp>
    </p:spTree>
  </p:cSld>
  <p:clrMapOvr>
    <a:masterClrMapping/>
  </p:clrMapOvr>
</p:notes>
</file>

<file path=ppt/notesSlides/notesSlide3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3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/>
        </p:txBody>
      </p:sp>
      <p:sp>
        <p:nvSpPr>
          <p:cNvPr id="4" name="Slide Number Placeholder 3"/>
          <p:cNvSpPr>
            <a:spLocks noGrp="1"/>
          </p:cNvSpPr>
          <p:nvPr>
            <p:ph type="sldNum" idx="12"/>
          </p:nvPr>
        </p:nvSpPr>
        <p:spPr/>
      </p:sp>
    </p:spTree>
  </p:cSld>
  <p:clrMapOvr>
    <a:masterClrMapping/>
  </p:clrMapOvr>
</p:notes>
</file>

<file path=ppt/notesSlides/notesSlide3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3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/>
        </p:txBody>
      </p:sp>
      <p:sp>
        <p:nvSpPr>
          <p:cNvPr id="4" name="Slide Number Placeholder 3"/>
          <p:cNvSpPr>
            <a:spLocks noGrp="1"/>
          </p:cNvSpPr>
          <p:nvPr>
            <p:ph type="sldNum" idx="12"/>
          </p:nvPr>
        </p:nvSpPr>
        <p:spPr/>
      </p:sp>
    </p:spTree>
  </p:cSld>
  <p:clrMapOvr>
    <a:masterClrMapping/>
  </p:clrMapOvr>
</p:notes>
</file>

<file path=ppt/notesSlides/notesSlide3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3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/>
        </p:txBody>
      </p:sp>
      <p:sp>
        <p:nvSpPr>
          <p:cNvPr id="4" name="Slide Number Placeholder 3"/>
          <p:cNvSpPr>
            <a:spLocks noGrp="1"/>
          </p:cNvSpPr>
          <p:nvPr>
            <p:ph type="sldNum" idx="12"/>
          </p:nvPr>
        </p:nvSpPr>
        <p:spPr/>
      </p:sp>
    </p:spTree>
  </p:cSld>
  <p:clrMapOvr>
    <a:masterClrMapping/>
  </p:clrMapOvr>
</p:notes>
</file>

<file path=ppt/notesSlides/notesSlide3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3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/>
        </p:txBody>
      </p:sp>
      <p:sp>
        <p:nvSpPr>
          <p:cNvPr id="4" name="Slide Number Placeholder 3"/>
          <p:cNvSpPr>
            <a:spLocks noGrp="1"/>
          </p:cNvSpPr>
          <p:nvPr>
            <p:ph type="sldNum" idx="12"/>
          </p:nvPr>
        </p:nvSpPr>
        <p:spPr/>
      </p:sp>
    </p:spTree>
  </p:cSld>
  <p:clrMapOvr>
    <a:masterClrMapping/>
  </p:clrMapOvr>
</p:notes>
</file>

<file path=ppt/notesSlides/notesSlide3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3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/>
        </p:txBody>
      </p:sp>
      <p:sp>
        <p:nvSpPr>
          <p:cNvPr id="4" name="Slide Number Placeholder 3"/>
          <p:cNvSpPr>
            <a:spLocks noGrp="1"/>
          </p:cNvSpPr>
          <p:nvPr>
            <p:ph type="sldNum" idx="12"/>
          </p:nvPr>
        </p:nvSpPr>
        <p:spPr/>
      </p:sp>
    </p:spTree>
  </p:cSld>
  <p:clrMapOvr>
    <a:masterClrMapping/>
  </p:clrMapOvr>
</p:notes>
</file>

<file path=ppt/notesSlides/notesSlide3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3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/>
        </p:txBody>
      </p:sp>
      <p:sp>
        <p:nvSpPr>
          <p:cNvPr id="4" name="Slide Number Placeholder 3"/>
          <p:cNvSpPr>
            <a:spLocks noGrp="1"/>
          </p:cNvSpPr>
          <p:nvPr>
            <p:ph type="sldNum" idx="12"/>
          </p:nvPr>
        </p:nvSpPr>
        <p:spPr/>
      </p:sp>
    </p:spTree>
  </p:cSld>
  <p:clrMapOvr>
    <a:masterClrMapping/>
  </p:clrMapOvr>
</p:notes>
</file>

<file path=ppt/notesSlides/notesSlide3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3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/>
        </p:txBody>
      </p:sp>
      <p:sp>
        <p:nvSpPr>
          <p:cNvPr id="4" name="Slide Number Placeholder 3"/>
          <p:cNvSpPr>
            <a:spLocks noGrp="1"/>
          </p:cNvSpPr>
          <p:nvPr>
            <p:ph type="sldNum" idx="12"/>
          </p:nvPr>
        </p:nvSpPr>
        <p:spPr/>
      </p:sp>
    </p:spTree>
  </p:cSld>
  <p:clrMapOvr>
    <a:masterClrMapping/>
  </p:clrMapOvr>
</p:notes>
</file>

<file path=ppt/notesSlides/notesSlide3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3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/>
        </p:txBody>
      </p:sp>
      <p:sp>
        <p:nvSpPr>
          <p:cNvPr id="4" name="Slide Number Placeholder 3"/>
          <p:cNvSpPr>
            <a:spLocks noGrp="1"/>
          </p:cNvSpPr>
          <p:nvPr>
            <p:ph type="sldNum" idx="12"/>
          </p:nvPr>
        </p:nvSpPr>
        <p:spPr/>
      </p:sp>
    </p:spTree>
  </p:cSld>
  <p:clrMapOvr>
    <a:masterClrMapping/>
  </p:clrMapOvr>
</p:notes>
</file>

<file path=ppt/notesSlides/notesSlide40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3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/>
        </p:txBody>
      </p:sp>
      <p:sp>
        <p:nvSpPr>
          <p:cNvPr id="4" name="Slide Number Placeholder 3"/>
          <p:cNvSpPr>
            <a:spLocks noGrp="1"/>
          </p:cNvSpPr>
          <p:nvPr>
            <p:ph type="sldNum" idx="12"/>
          </p:nvPr>
        </p:nvSpPr>
        <p:spPr/>
      </p:sp>
    </p:spTree>
  </p:cSld>
  <p:clrMapOvr>
    <a:masterClrMapping/>
  </p:clrMapOvr>
</p:notes>
</file>

<file path=ppt/notesSlides/notesSlide4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3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/>
        </p:txBody>
      </p:sp>
      <p:sp>
        <p:nvSpPr>
          <p:cNvPr id="4" name="Slide Number Placeholder 3"/>
          <p:cNvSpPr>
            <a:spLocks noGrp="1"/>
          </p:cNvSpPr>
          <p:nvPr>
            <p:ph type="sldNum" idx="12"/>
          </p:nvPr>
        </p:nvSpPr>
        <p:spPr/>
      </p:sp>
    </p:spTree>
  </p:cSld>
  <p:clrMapOvr>
    <a:masterClrMapping/>
  </p:clrMapOvr>
</p:notes>
</file>

<file path=ppt/notesSlides/notesSlide4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3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/>
        </p:txBody>
      </p:sp>
      <p:sp>
        <p:nvSpPr>
          <p:cNvPr id="4" name="Slide Number Placeholder 3"/>
          <p:cNvSpPr>
            <a:spLocks noGrp="1"/>
          </p:cNvSpPr>
          <p:nvPr>
            <p:ph type="sldNum" idx="12"/>
          </p:nvPr>
        </p:nvSpPr>
        <p:spPr/>
      </p:sp>
    </p:spTree>
  </p:cSld>
  <p:clrMapOvr>
    <a:masterClrMapping/>
  </p:clrMapOvr>
</p:notes>
</file>

<file path=ppt/notesSlides/notesSlide4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3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/>
        </p:txBody>
      </p:sp>
      <p:sp>
        <p:nvSpPr>
          <p:cNvPr id="4" name="Slide Number Placeholder 3"/>
          <p:cNvSpPr>
            <a:spLocks noGrp="1"/>
          </p:cNvSpPr>
          <p:nvPr>
            <p:ph type="sldNum" idx="12"/>
          </p:nvPr>
        </p:nvSpPr>
        <p:spPr/>
      </p:sp>
    </p:spTree>
  </p:cSld>
  <p:clrMapOvr>
    <a:masterClrMapping/>
  </p:clrMapOvr>
</p:notes>
</file>

<file path=ppt/notesSlides/notesSlide4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3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/>
        </p:txBody>
      </p:sp>
      <p:sp>
        <p:nvSpPr>
          <p:cNvPr id="4" name="Slide Number Placeholder 3"/>
          <p:cNvSpPr>
            <a:spLocks noGrp="1"/>
          </p:cNvSpPr>
          <p:nvPr>
            <p:ph type="sldNum" idx="12"/>
          </p:nvPr>
        </p:nvSpPr>
        <p:spPr/>
      </p:sp>
    </p:spTree>
  </p:cSld>
  <p:clrMapOvr>
    <a:masterClrMapping/>
  </p:clrMapOvr>
</p:notes>
</file>

<file path=ppt/notesSlides/notesSlide4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3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/>
        </p:txBody>
      </p:sp>
      <p:sp>
        <p:nvSpPr>
          <p:cNvPr id="4" name="Slide Number Placeholder 3"/>
          <p:cNvSpPr>
            <a:spLocks noGrp="1"/>
          </p:cNvSpPr>
          <p:nvPr>
            <p:ph type="sldNum" idx="12"/>
          </p:nvPr>
        </p:nvSpPr>
        <p:spPr/>
      </p:sp>
    </p:spTree>
  </p:cSld>
  <p:clrMapOvr>
    <a:masterClrMapping/>
  </p:clrMapOvr>
</p:notes>
</file>

<file path=ppt/notesSlides/notesSlide4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3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/>
        </p:txBody>
      </p:sp>
      <p:sp>
        <p:nvSpPr>
          <p:cNvPr id="4" name="Slide Number Placeholder 3"/>
          <p:cNvSpPr>
            <a:spLocks noGrp="1"/>
          </p:cNvSpPr>
          <p:nvPr>
            <p:ph type="sldNum" idx="12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Slide">
  <p:cSld name="Title Slide">
    <p:spTree>
      <p:nvGrpSpPr>
        <p:cNvPr id="1" name="Shape 4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" name="Google Shape;46;p79"/>
          <p:cNvSpPr txBox="1">
            <a:spLocks noGrp="1"/>
          </p:cNvSpPr>
          <p:nvPr>
            <p:ph type="ctrTitle"/>
          </p:nvPr>
        </p:nvSpPr>
        <p:spPr>
          <a:xfrm>
            <a:off x="2062480" y="898843"/>
            <a:ext cx="9144000" cy="2387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b" anchorCtr="0">
            <a:noAutofit/>
          </a:bodyPr>
          <a:lstStyle>
            <a:lvl1pPr marR="0" lv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  <a:defRPr sz="4000" b="1" i="0" u="none" strike="noStrike" cap="none">
                <a:solidFill>
                  <a:srgbClr val="00004C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sz="1867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sz="1867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sz="1867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sz="1867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sz="1867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sz="1867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sz="1867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sz="1867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89" name="Disclaimer"/>
          <p:cNvSpPr txBox="1">
            <a:spLocks noGrp="1"/>
          </p:cNvSpPr>
          <p:nvPr>
            <p:ph type="ftr" idx="11"/>
          </p:nvPr>
        </p:nvSpPr>
        <p:spPr>
          <a:xfrm>
            <a:off x="0" y="6627376"/>
            <a:ext cx="7873550" cy="23062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sz="1000" b="0" i="0" u="none" strike="noStrike" cap="none">
                <a:solidFill>
                  <a:srgbClr val="B4B4B4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sz="1000" b="0" i="0" u="none" strike="noStrike" cap="none">
                <a:solidFill>
                  <a:srgbClr val="B4B4B4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sz="1000" b="0" i="0" u="none" strike="noStrike" cap="none">
                <a:solidFill>
                  <a:srgbClr val="B4B4B4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sz="1000" b="0" i="0" u="none" strike="noStrike" cap="none">
                <a:solidFill>
                  <a:srgbClr val="B4B4B4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sz="1000" b="0" i="0" u="none" strike="noStrike" cap="none">
                <a:solidFill>
                  <a:srgbClr val="B4B4B4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sz="1000" b="0" i="0" u="none" strike="noStrike" cap="none">
                <a:solidFill>
                  <a:srgbClr val="B4B4B4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sz="1000" b="0" i="0" u="none" strike="noStrike" cap="none">
                <a:solidFill>
                  <a:srgbClr val="B4B4B4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sz="1000" b="0" i="0" u="none" strike="noStrike" cap="none">
                <a:solidFill>
                  <a:srgbClr val="B4B4B4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sz="1000" b="0" i="0" u="none" strike="noStrike" cap="none">
                <a:solidFill>
                  <a:srgbClr val="B4B4B4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r>
              <a:rPr dirty="0"/>
              <a:t>Not for public release. Course training material. Copyright [schoolhouse TBD]. Do not copy or redistribute outside the assigned course.</a:t>
            </a:r>
          </a:p>
        </p:txBody>
      </p:sp>
    </p:spTree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1620">
          <p15:clr>
            <a:srgbClr val="FBAE40"/>
          </p15:clr>
        </p15:guide>
        <p15:guide id="2" pos="3168">
          <p15:clr>
            <a:srgbClr val="FBAE40"/>
          </p15:clr>
        </p15:guide>
      </p15:sldGuideLst>
    </p:ext>
  </p:extLst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Content">
  <p:cSld name="Title and Content">
    <p:spTree>
      <p:nvGrpSpPr>
        <p:cNvPr id="1" name="Shape 4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8" name="Google Shape;48;p80"/>
          <p:cNvSpPr txBox="1">
            <a:spLocks noGrp="1"/>
          </p:cNvSpPr>
          <p:nvPr>
            <p:ph type="body" idx="1"/>
          </p:nvPr>
        </p:nvSpPr>
        <p:spPr>
          <a:xfrm>
            <a:off x="1510029" y="1188720"/>
            <a:ext cx="10361372" cy="513163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marR="0" lvl="0" indent="-3302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Arial"/>
              <a:buChar char="•"/>
              <a:defRPr sz="2600" b="0" i="0" u="none" strike="noStrike" cap="none">
                <a:solidFill>
                  <a:srgbClr val="00004C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914400" marR="0" lvl="1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sz="21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1371600" marR="0" lvl="2" indent="-29845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Char char="•"/>
              <a:defRPr sz="1867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1828800" marR="0" lvl="3" indent="-2921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2286000" marR="0" lvl="4" indent="-2921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Arial"/>
              <a:buChar char="•"/>
              <a:defRPr sz="1867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2743200" marR="0" lvl="5" indent="-2921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Arial"/>
              <a:buChar char="•"/>
              <a:defRPr sz="1867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3200400" marR="0" lvl="6" indent="-2921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Arial"/>
              <a:buChar char="•"/>
              <a:defRPr sz="1867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3657600" marR="0" lvl="7" indent="-2921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Arial"/>
              <a:buChar char="•"/>
              <a:defRPr sz="1867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4114800" marR="0" lvl="8" indent="-2921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Arial"/>
              <a:buChar char="•"/>
              <a:defRPr sz="1867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49" name="Google Shape;49;p80"/>
          <p:cNvSpPr txBox="1"/>
          <p:nvPr/>
        </p:nvSpPr>
        <p:spPr>
          <a:xfrm>
            <a:off x="3657600" y="6553201"/>
            <a:ext cx="4876800" cy="246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</a:pPr>
            <a:endParaRPr sz="1067" b="0" i="0" u="none" strike="noStrike" cap="none">
              <a:solidFill>
                <a:srgbClr val="ED7D3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0" name="Google Shape;50;p80"/>
          <p:cNvSpPr txBox="1"/>
          <p:nvPr/>
        </p:nvSpPr>
        <p:spPr>
          <a:xfrm>
            <a:off x="3657600" y="0"/>
            <a:ext cx="4876800" cy="246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</a:pPr>
            <a:endParaRPr sz="1067" b="0" i="0" u="none" strike="noStrike" cap="none">
              <a:solidFill>
                <a:srgbClr val="ED7D3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1" name="Google Shape;51;p80"/>
          <p:cNvSpPr txBox="1">
            <a:spLocks noGrp="1"/>
          </p:cNvSpPr>
          <p:nvPr>
            <p:ph type="title"/>
          </p:nvPr>
        </p:nvSpPr>
        <p:spPr>
          <a:xfrm>
            <a:off x="1510029" y="437317"/>
            <a:ext cx="10681971" cy="580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>
            <a:lvl1pPr marR="0" lv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  <a:defRPr sz="3400" b="1" i="0" u="none" strike="noStrike" cap="none">
                <a:solidFill>
                  <a:srgbClr val="00004C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sz="1867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sz="1867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sz="1867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sz="1867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sz="1867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sz="1867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sz="1867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sz="1867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 dirty="0"/>
          </a:p>
        </p:txBody>
      </p:sp>
      <p:sp>
        <p:nvSpPr>
          <p:cNvPr id="90" name="Disclaimer"/>
          <p:cNvSpPr txBox="1">
            <a:spLocks noGrp="1"/>
          </p:cNvSpPr>
          <p:nvPr>
            <p:ph type="ftr" idx="11"/>
          </p:nvPr>
        </p:nvSpPr>
        <p:spPr>
          <a:xfrm>
            <a:off x="0" y="6627376"/>
            <a:ext cx="7873550" cy="23062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sz="1000" b="0" i="0" u="none" strike="noStrike" cap="none">
                <a:solidFill>
                  <a:srgbClr val="B4B4B4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sz="1000" b="0" i="0" u="none" strike="noStrike" cap="none">
                <a:solidFill>
                  <a:srgbClr val="B4B4B4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sz="1000" b="0" i="0" u="none" strike="noStrike" cap="none">
                <a:solidFill>
                  <a:srgbClr val="B4B4B4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sz="1000" b="0" i="0" u="none" strike="noStrike" cap="none">
                <a:solidFill>
                  <a:srgbClr val="B4B4B4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sz="1000" b="0" i="0" u="none" strike="noStrike" cap="none">
                <a:solidFill>
                  <a:srgbClr val="B4B4B4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sz="1000" b="0" i="0" u="none" strike="noStrike" cap="none">
                <a:solidFill>
                  <a:srgbClr val="B4B4B4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sz="1000" b="0" i="0" u="none" strike="noStrike" cap="none">
                <a:solidFill>
                  <a:srgbClr val="B4B4B4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sz="1000" b="0" i="0" u="none" strike="noStrike" cap="none">
                <a:solidFill>
                  <a:srgbClr val="B4B4B4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sz="1000" b="0" i="0" u="none" strike="noStrike" cap="none">
                <a:solidFill>
                  <a:srgbClr val="B4B4B4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r>
              <a:rPr dirty="0"/>
              <a:t>Not for public release. Course training material. Copyright [schoolhouse TBD]. Do not copy or redistribute outside the assigned course.</a:t>
            </a:r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Section Header" type="secHead">
  <p:cSld name="SECTION_HEADER">
    <p:spTree>
      <p:nvGrpSpPr>
        <p:cNvPr id="1" name="Shape 5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3" name="Google Shape;53;p82"/>
          <p:cNvSpPr txBox="1">
            <a:spLocks noGrp="1"/>
          </p:cNvSpPr>
          <p:nvPr>
            <p:ph type="title"/>
          </p:nvPr>
        </p:nvSpPr>
        <p:spPr>
          <a:xfrm>
            <a:off x="1723854" y="549275"/>
            <a:ext cx="9963493" cy="2852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b" anchorCtr="0">
            <a:noAutofit/>
          </a:bodyPr>
          <a:lstStyle>
            <a:lvl1pPr marR="0" lv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  <a:defRPr sz="3400" b="1" i="0" u="none" strike="noStrike" cap="none">
                <a:solidFill>
                  <a:srgbClr val="00004C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sz="1867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sz="1867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sz="1867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sz="1867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sz="1867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sz="1867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sz="1867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sz="1867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 dirty="0"/>
          </a:p>
        </p:txBody>
      </p:sp>
      <p:sp>
        <p:nvSpPr>
          <p:cNvPr id="54" name="Google Shape;54;p82"/>
          <p:cNvSpPr txBox="1">
            <a:spLocks noGrp="1"/>
          </p:cNvSpPr>
          <p:nvPr>
            <p:ph type="body" idx="1"/>
          </p:nvPr>
        </p:nvSpPr>
        <p:spPr>
          <a:xfrm>
            <a:off x="1723854" y="3429000"/>
            <a:ext cx="9963493" cy="2128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marR="0" lvl="0" indent="-228600" algn="ctr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rgbClr val="888888"/>
              </a:buClr>
              <a:buSzPts val="1600"/>
              <a:buFont typeface="Arial"/>
              <a:buNone/>
              <a:defRPr sz="1800" b="0" i="0" u="none" strike="noStrike" cap="non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914400" marR="0" lvl="1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1400"/>
              <a:buFont typeface="Arial"/>
              <a:buNone/>
              <a:defRPr sz="1467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1371600" marR="0" lvl="2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1100"/>
              <a:buFont typeface="Arial"/>
              <a:buNone/>
              <a:defRPr sz="1333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1828800" marR="0" lvl="3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10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2286000" marR="0" lvl="4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10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2743200" marR="0" lvl="5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10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3200400" marR="0" lvl="6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10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3657600" marR="0" lvl="7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10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4114800" marR="0" lvl="8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10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91" name="Disclaimer"/>
          <p:cNvSpPr txBox="1">
            <a:spLocks noGrp="1"/>
          </p:cNvSpPr>
          <p:nvPr>
            <p:ph type="ftr" idx="11"/>
          </p:nvPr>
        </p:nvSpPr>
        <p:spPr>
          <a:xfrm>
            <a:off x="0" y="6627376"/>
            <a:ext cx="7873550" cy="23062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sz="1000" b="0" i="0" u="none" strike="noStrike" cap="none">
                <a:solidFill>
                  <a:srgbClr val="B4B4B4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sz="1000" b="0" i="0" u="none" strike="noStrike" cap="none">
                <a:solidFill>
                  <a:srgbClr val="B4B4B4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sz="1000" b="0" i="0" u="none" strike="noStrike" cap="none">
                <a:solidFill>
                  <a:srgbClr val="B4B4B4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sz="1000" b="0" i="0" u="none" strike="noStrike" cap="none">
                <a:solidFill>
                  <a:srgbClr val="B4B4B4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sz="1000" b="0" i="0" u="none" strike="noStrike" cap="none">
                <a:solidFill>
                  <a:srgbClr val="B4B4B4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sz="1000" b="0" i="0" u="none" strike="noStrike" cap="none">
                <a:solidFill>
                  <a:srgbClr val="B4B4B4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sz="1000" b="0" i="0" u="none" strike="noStrike" cap="none">
                <a:solidFill>
                  <a:srgbClr val="B4B4B4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sz="1000" b="0" i="0" u="none" strike="noStrike" cap="none">
                <a:solidFill>
                  <a:srgbClr val="B4B4B4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sz="1000" b="0" i="0" u="none" strike="noStrike" cap="none">
                <a:solidFill>
                  <a:srgbClr val="B4B4B4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r>
              <a:rPr dirty="0"/>
              <a:t>Not for public release. Course training material. Copyright [schoolhouse TBD]. Do not copy or redistribute outside the assigned course.</a:t>
            </a:r>
          </a:p>
        </p:txBody>
      </p:sp>
    </p:spTree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1620">
          <p15:clr>
            <a:srgbClr val="FBAE40"/>
          </p15:clr>
        </p15:guide>
        <p15:guide id="2" pos="3168">
          <p15:clr>
            <a:srgbClr val="FBAE40"/>
          </p15:clr>
        </p15:guide>
      </p15:sldGuideLst>
    </p:ext>
  </p:extLst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Content with Caption" type="objTx">
  <p:cSld name="OBJECT_WITH_CAPTION_TEXT">
    <p:spTree>
      <p:nvGrpSpPr>
        <p:cNvPr id="1" name="Shape 5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6" name="Google Shape;56;p83"/>
          <p:cNvSpPr txBox="1">
            <a:spLocks noGrp="1"/>
          </p:cNvSpPr>
          <p:nvPr>
            <p:ph type="title"/>
          </p:nvPr>
        </p:nvSpPr>
        <p:spPr>
          <a:xfrm>
            <a:off x="1363362" y="952052"/>
            <a:ext cx="10142837" cy="62274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b" anchorCtr="0">
            <a:noAutofit/>
          </a:bodyPr>
          <a:lstStyle>
            <a:lvl1pPr marR="0"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  <a:defRPr sz="3200" b="1" i="0" u="none" strike="noStrike" cap="none">
                <a:solidFill>
                  <a:srgbClr val="00004C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sz="1867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sz="1867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sz="1867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sz="1867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sz="1867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sz="1867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sz="1867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sz="1867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 dirty="0"/>
          </a:p>
        </p:txBody>
      </p:sp>
      <p:sp>
        <p:nvSpPr>
          <p:cNvPr id="57" name="Google Shape;57;p83"/>
          <p:cNvSpPr txBox="1">
            <a:spLocks noGrp="1"/>
          </p:cNvSpPr>
          <p:nvPr>
            <p:ph type="body" idx="1"/>
          </p:nvPr>
        </p:nvSpPr>
        <p:spPr>
          <a:xfrm>
            <a:off x="4720611" y="1574799"/>
            <a:ext cx="7091600" cy="478125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marR="0" lvl="0" indent="-3429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2667" b="0" i="0" u="none" strike="noStrike" cap="none">
                <a:solidFill>
                  <a:srgbClr val="00004C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914400" marR="0" lvl="1" indent="-3302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Arial"/>
              <a:buChar char="•"/>
              <a:defRPr sz="2133" b="0" i="0" u="none" strike="noStrike" cap="none">
                <a:solidFill>
                  <a:srgbClr val="00004C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1371600" marR="0" lvl="2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sz="2133" b="0" i="0" u="none" strike="noStrike" cap="none">
                <a:solidFill>
                  <a:srgbClr val="00004C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1828800" marR="0" lvl="3" indent="-29845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Char char="•"/>
              <a:defRPr sz="1867" b="0" i="0" u="none" strike="noStrike" cap="none">
                <a:solidFill>
                  <a:srgbClr val="00004C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2286000" marR="0" lvl="4" indent="-29845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Char char="•"/>
              <a:defRPr sz="1333" b="0" i="0" u="none" strike="noStrike" cap="none">
                <a:solidFill>
                  <a:srgbClr val="00004C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2743200" marR="0" lvl="5" indent="-29845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Char char="•"/>
              <a:defRPr sz="1333" b="0" i="0" u="none" strike="noStrike" cap="none">
                <a:solidFill>
                  <a:srgbClr val="00004C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3200400" marR="0" lvl="6" indent="-29845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Char char="•"/>
              <a:defRPr sz="1333" b="0" i="0" u="none" strike="noStrike" cap="none">
                <a:solidFill>
                  <a:srgbClr val="00004C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3657600" marR="0" lvl="7" indent="-29845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Char char="•"/>
              <a:defRPr sz="1333" b="0" i="0" u="none" strike="noStrike" cap="none">
                <a:solidFill>
                  <a:srgbClr val="00004C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4114800" marR="0" lvl="8" indent="-29845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Char char="•"/>
              <a:defRPr sz="1333" b="0" i="0" u="none" strike="noStrike" cap="none">
                <a:solidFill>
                  <a:srgbClr val="00004C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 dirty="0"/>
          </a:p>
        </p:txBody>
      </p:sp>
      <p:sp>
        <p:nvSpPr>
          <p:cNvPr id="58" name="Google Shape;58;p83"/>
          <p:cNvSpPr txBox="1">
            <a:spLocks noGrp="1"/>
          </p:cNvSpPr>
          <p:nvPr>
            <p:ph type="body" idx="2"/>
          </p:nvPr>
        </p:nvSpPr>
        <p:spPr>
          <a:xfrm>
            <a:off x="1363363" y="1582599"/>
            <a:ext cx="3098248" cy="478125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marR="0" lvl="0" indent="-2286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Arial" panose="020B0604020202020204" pitchFamily="34" charset="0"/>
              <a:buChar char="•"/>
              <a:defRPr sz="1867" b="0" i="0" u="none" strike="noStrike" cap="none">
                <a:solidFill>
                  <a:srgbClr val="00004C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914400" marR="0" lvl="1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  <a:defRPr sz="1067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1371600" marR="0" lvl="2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  <a:defRPr sz="933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1828800" marR="0" lvl="3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Arial"/>
              <a:buNone/>
              <a:defRPr sz="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2286000" marR="0" lvl="4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Arial"/>
              <a:buNone/>
              <a:defRPr sz="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2743200" marR="0" lvl="5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Arial"/>
              <a:buNone/>
              <a:defRPr sz="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3200400" marR="0" lvl="6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Arial"/>
              <a:buNone/>
              <a:defRPr sz="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3657600" marR="0" lvl="7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Arial"/>
              <a:buNone/>
              <a:defRPr sz="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4114800" marR="0" lvl="8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Arial"/>
              <a:buNone/>
              <a:defRPr sz="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 dirty="0"/>
          </a:p>
        </p:txBody>
      </p:sp>
      <p:sp>
        <p:nvSpPr>
          <p:cNvPr id="92" name="Disclaimer"/>
          <p:cNvSpPr txBox="1">
            <a:spLocks noGrp="1"/>
          </p:cNvSpPr>
          <p:nvPr>
            <p:ph type="ftr" idx="11"/>
          </p:nvPr>
        </p:nvSpPr>
        <p:spPr>
          <a:xfrm>
            <a:off x="0" y="6627376"/>
            <a:ext cx="7873550" cy="23062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sz="1000" b="0" i="0" u="none" strike="noStrike" cap="none">
                <a:solidFill>
                  <a:srgbClr val="B4B4B4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sz="1000" b="0" i="0" u="none" strike="noStrike" cap="none">
                <a:solidFill>
                  <a:srgbClr val="B4B4B4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sz="1000" b="0" i="0" u="none" strike="noStrike" cap="none">
                <a:solidFill>
                  <a:srgbClr val="B4B4B4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sz="1000" b="0" i="0" u="none" strike="noStrike" cap="none">
                <a:solidFill>
                  <a:srgbClr val="B4B4B4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sz="1000" b="0" i="0" u="none" strike="noStrike" cap="none">
                <a:solidFill>
                  <a:srgbClr val="B4B4B4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sz="1000" b="0" i="0" u="none" strike="noStrike" cap="none">
                <a:solidFill>
                  <a:srgbClr val="B4B4B4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sz="1000" b="0" i="0" u="none" strike="noStrike" cap="none">
                <a:solidFill>
                  <a:srgbClr val="B4B4B4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sz="1000" b="0" i="0" u="none" strike="noStrike" cap="none">
                <a:solidFill>
                  <a:srgbClr val="B4B4B4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sz="1000" b="0" i="0" u="none" strike="noStrike" cap="none">
                <a:solidFill>
                  <a:srgbClr val="B4B4B4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r>
              <a:rPr dirty="0"/>
              <a:t>Not for public release. Course training material. Copyright [schoolhouse TBD]. Do not copy or redistribute outside the assigned course.</a:t>
            </a:r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Section Header">
  <p:cSld name="1_Section Header">
    <p:spTree>
      <p:nvGrpSpPr>
        <p:cNvPr id="1" name="Shape 5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0" name="Google Shape;60;p84"/>
          <p:cNvSpPr txBox="1">
            <a:spLocks noGrp="1"/>
          </p:cNvSpPr>
          <p:nvPr>
            <p:ph type="title"/>
          </p:nvPr>
        </p:nvSpPr>
        <p:spPr>
          <a:xfrm>
            <a:off x="1723854" y="549275"/>
            <a:ext cx="9963493" cy="2852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b" anchorCtr="0">
            <a:noAutofit/>
          </a:bodyPr>
          <a:lstStyle>
            <a:lvl1pPr marR="0" lv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  <a:defRPr sz="3400" b="1" i="0" u="none" strike="noStrike" cap="none">
                <a:solidFill>
                  <a:srgbClr val="00004C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sz="1867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sz="1867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sz="1867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sz="1867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sz="1867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sz="1867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sz="1867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sz="1867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93" name="Disclaimer"/>
          <p:cNvSpPr txBox="1">
            <a:spLocks noGrp="1"/>
          </p:cNvSpPr>
          <p:nvPr>
            <p:ph type="ftr" idx="11"/>
          </p:nvPr>
        </p:nvSpPr>
        <p:spPr>
          <a:xfrm>
            <a:off x="0" y="6627376"/>
            <a:ext cx="7873550" cy="23062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sz="1000" b="0" i="0" u="none" strike="noStrike" cap="none">
                <a:solidFill>
                  <a:srgbClr val="B4B4B4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sz="1000" b="0" i="0" u="none" strike="noStrike" cap="none">
                <a:solidFill>
                  <a:srgbClr val="B4B4B4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sz="1000" b="0" i="0" u="none" strike="noStrike" cap="none">
                <a:solidFill>
                  <a:srgbClr val="B4B4B4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sz="1000" b="0" i="0" u="none" strike="noStrike" cap="none">
                <a:solidFill>
                  <a:srgbClr val="B4B4B4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sz="1000" b="0" i="0" u="none" strike="noStrike" cap="none">
                <a:solidFill>
                  <a:srgbClr val="B4B4B4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sz="1000" b="0" i="0" u="none" strike="noStrike" cap="none">
                <a:solidFill>
                  <a:srgbClr val="B4B4B4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sz="1000" b="0" i="0" u="none" strike="noStrike" cap="none">
                <a:solidFill>
                  <a:srgbClr val="B4B4B4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sz="1000" b="0" i="0" u="none" strike="noStrike" cap="none">
                <a:solidFill>
                  <a:srgbClr val="B4B4B4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sz="1000" b="0" i="0" u="none" strike="noStrike" cap="none">
                <a:solidFill>
                  <a:srgbClr val="B4B4B4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r>
              <a:rPr dirty="0"/>
              <a:t>Not for public release. Course training material. Copyright [schoolhouse TBD]. Do not copy or redistribute outside the assigned course.</a:t>
            </a:r>
          </a:p>
        </p:txBody>
      </p:sp>
    </p:spTree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1620">
          <p15:clr>
            <a:srgbClr val="FBAE40"/>
          </p15:clr>
        </p15:guide>
        <p15:guide id="2" pos="3168">
          <p15:clr>
            <a:srgbClr val="FBAE40"/>
          </p15:clr>
        </p15:guide>
      </p15:sldGuideLst>
    </p:ext>
  </p:extLst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Content">
  <p:cSld name="1_Title and Content 2">
    <p:spTree>
      <p:nvGrpSpPr>
        <p:cNvPr id="1" name="Shape 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" name="Google Shape;62;p85"/>
          <p:cNvSpPr txBox="1">
            <a:spLocks noGrp="1"/>
          </p:cNvSpPr>
          <p:nvPr>
            <p:ph type="body" idx="1"/>
          </p:nvPr>
        </p:nvSpPr>
        <p:spPr>
          <a:xfrm>
            <a:off x="1510029" y="1188720"/>
            <a:ext cx="10361372" cy="513163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marR="0" lvl="0" indent="-3302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Arial"/>
              <a:buChar char="•"/>
              <a:defRPr sz="2600" b="0" i="0" u="none" strike="noStrike" cap="none">
                <a:solidFill>
                  <a:srgbClr val="00004C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914400" marR="0" lvl="1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sz="21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1371600" marR="0" lvl="2" indent="-29845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Char char="•"/>
              <a:defRPr sz="1867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1828800" marR="0" lvl="3" indent="-2921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2286000" marR="0" lvl="4" indent="-2921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Arial"/>
              <a:buChar char="•"/>
              <a:defRPr sz="1867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2743200" marR="0" lvl="5" indent="-2921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Arial"/>
              <a:buChar char="•"/>
              <a:defRPr sz="1867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3200400" marR="0" lvl="6" indent="-2921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Arial"/>
              <a:buChar char="•"/>
              <a:defRPr sz="1867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3657600" marR="0" lvl="7" indent="-2921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Arial"/>
              <a:buChar char="•"/>
              <a:defRPr sz="1867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4114800" marR="0" lvl="8" indent="-2921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Arial"/>
              <a:buChar char="•"/>
              <a:defRPr sz="1867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63" name="Google Shape;63;p85"/>
          <p:cNvSpPr txBox="1"/>
          <p:nvPr/>
        </p:nvSpPr>
        <p:spPr>
          <a:xfrm>
            <a:off x="3657600" y="6553201"/>
            <a:ext cx="4876800" cy="246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</a:pPr>
            <a:endParaRPr sz="1067" b="0" i="0" u="none" strike="noStrike" cap="none">
              <a:solidFill>
                <a:srgbClr val="ED7D3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4" name="Google Shape;64;p85"/>
          <p:cNvSpPr txBox="1"/>
          <p:nvPr/>
        </p:nvSpPr>
        <p:spPr>
          <a:xfrm>
            <a:off x="3657600" y="0"/>
            <a:ext cx="4876800" cy="246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</a:pPr>
            <a:endParaRPr sz="1067" b="0" i="0" u="none" strike="noStrike" cap="none">
              <a:solidFill>
                <a:srgbClr val="ED7D3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5" name="Google Shape;65;p85"/>
          <p:cNvSpPr txBox="1">
            <a:spLocks noGrp="1"/>
          </p:cNvSpPr>
          <p:nvPr>
            <p:ph type="title"/>
          </p:nvPr>
        </p:nvSpPr>
        <p:spPr>
          <a:xfrm>
            <a:off x="1510029" y="429225"/>
            <a:ext cx="10666596" cy="580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>
            <a:lvl1pPr marR="0" lv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  <a:defRPr sz="3400" b="1" i="0" u="none" strike="noStrike" cap="none">
                <a:solidFill>
                  <a:srgbClr val="00004C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sz="1867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sz="1867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sz="1867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sz="1867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sz="1867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sz="1867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sz="1867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sz="1867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 dirty="0"/>
          </a:p>
        </p:txBody>
      </p:sp>
      <p:sp>
        <p:nvSpPr>
          <p:cNvPr id="94" name="Disclaimer"/>
          <p:cNvSpPr txBox="1">
            <a:spLocks noGrp="1"/>
          </p:cNvSpPr>
          <p:nvPr>
            <p:ph type="ftr" idx="11"/>
          </p:nvPr>
        </p:nvSpPr>
        <p:spPr>
          <a:xfrm>
            <a:off x="0" y="6627376"/>
            <a:ext cx="7873550" cy="23062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sz="1000" b="0" i="0" u="none" strike="noStrike" cap="none">
                <a:solidFill>
                  <a:srgbClr val="B4B4B4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sz="1000" b="0" i="0" u="none" strike="noStrike" cap="none">
                <a:solidFill>
                  <a:srgbClr val="B4B4B4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sz="1000" b="0" i="0" u="none" strike="noStrike" cap="none">
                <a:solidFill>
                  <a:srgbClr val="B4B4B4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sz="1000" b="0" i="0" u="none" strike="noStrike" cap="none">
                <a:solidFill>
                  <a:srgbClr val="B4B4B4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sz="1000" b="0" i="0" u="none" strike="noStrike" cap="none">
                <a:solidFill>
                  <a:srgbClr val="B4B4B4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sz="1000" b="0" i="0" u="none" strike="noStrike" cap="none">
                <a:solidFill>
                  <a:srgbClr val="B4B4B4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sz="1000" b="0" i="0" u="none" strike="noStrike" cap="none">
                <a:solidFill>
                  <a:srgbClr val="B4B4B4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sz="1000" b="0" i="0" u="none" strike="noStrike" cap="none">
                <a:solidFill>
                  <a:srgbClr val="B4B4B4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sz="1000" b="0" i="0" u="none" strike="noStrike" cap="none">
                <a:solidFill>
                  <a:srgbClr val="B4B4B4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r>
              <a:rPr dirty="0"/>
              <a:t>Not for public release. Course training material. Copyright [schoolhouse TBD]. Do not copy or redistribute outside the assigned course.</a:t>
            </a:r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Comparison">
  <p:cSld name="Comparison">
    <p:spTree>
      <p:nvGrpSpPr>
        <p:cNvPr id="1" name="Shape 6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7" name="Google Shape;67;p86"/>
          <p:cNvSpPr txBox="1">
            <a:spLocks noGrp="1"/>
          </p:cNvSpPr>
          <p:nvPr>
            <p:ph type="body" idx="1"/>
          </p:nvPr>
        </p:nvSpPr>
        <p:spPr>
          <a:xfrm>
            <a:off x="1141622" y="1000540"/>
            <a:ext cx="4874101" cy="476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b" anchorCtr="0">
            <a:noAutofit/>
          </a:bodyPr>
          <a:lstStyle>
            <a:lvl1pPr marL="457200" marR="0" lvl="0" indent="-228600" algn="ctr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Arial"/>
              <a:buNone/>
              <a:defRPr sz="2133" b="1" i="0" u="none" strike="noStrike" cap="none">
                <a:solidFill>
                  <a:srgbClr val="00004C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914400" marR="0" lvl="1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  <a:defRPr sz="1467" b="1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1371600" marR="0" lvl="2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  <a:defRPr sz="1333" b="1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1828800" marR="0" lvl="3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Arial"/>
              <a:buNone/>
              <a:defRPr sz="1200" b="1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2286000" marR="0" lvl="4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Arial"/>
              <a:buNone/>
              <a:defRPr sz="1200" b="1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2743200" marR="0" lvl="5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Arial"/>
              <a:buNone/>
              <a:defRPr sz="1200" b="1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3200400" marR="0" lvl="6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Arial"/>
              <a:buNone/>
              <a:defRPr sz="1200" b="1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3657600" marR="0" lvl="7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Arial"/>
              <a:buNone/>
              <a:defRPr sz="1200" b="1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4114800" marR="0" lvl="8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Arial"/>
              <a:buNone/>
              <a:defRPr sz="1200" b="1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 dirty="0"/>
          </a:p>
        </p:txBody>
      </p:sp>
      <p:sp>
        <p:nvSpPr>
          <p:cNvPr id="68" name="Google Shape;68;p86"/>
          <p:cNvSpPr txBox="1">
            <a:spLocks noGrp="1"/>
          </p:cNvSpPr>
          <p:nvPr>
            <p:ph type="body" idx="2"/>
          </p:nvPr>
        </p:nvSpPr>
        <p:spPr>
          <a:xfrm>
            <a:off x="1141621" y="1582321"/>
            <a:ext cx="4854344" cy="4826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marR="0" lvl="0" indent="-3302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Arial"/>
              <a:buChar char="•"/>
              <a:defRPr sz="2133" b="0" i="0" u="none" strike="noStrike" cap="none">
                <a:solidFill>
                  <a:srgbClr val="00004C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914400" marR="0" lvl="1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sz="1867" b="0" i="0" u="none" strike="noStrike" cap="none">
                <a:solidFill>
                  <a:srgbClr val="00004C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1371600" marR="0" lvl="2" indent="-29845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Char char="•"/>
              <a:defRPr sz="1867" b="0" i="0" u="none" strike="noStrike" cap="none">
                <a:solidFill>
                  <a:srgbClr val="00004C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1828800" marR="0" lvl="3" indent="-2921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Arial"/>
              <a:buChar char="•"/>
              <a:defRPr sz="1333" b="0" i="0" u="none" strike="noStrike" cap="none">
                <a:solidFill>
                  <a:srgbClr val="00004C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2286000" marR="0" lvl="4" indent="-2921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Arial"/>
              <a:buChar char="•"/>
              <a:defRPr sz="1333" b="0" i="0" u="none" strike="noStrike" cap="none">
                <a:solidFill>
                  <a:srgbClr val="00004C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2743200" marR="0" lvl="5" indent="-2921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Arial"/>
              <a:buChar char="•"/>
              <a:defRPr sz="1333" b="0" i="0" u="none" strike="noStrike" cap="none">
                <a:solidFill>
                  <a:srgbClr val="00004C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3200400" marR="0" lvl="6" indent="-2921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Arial"/>
              <a:buChar char="•"/>
              <a:defRPr sz="1333" b="0" i="0" u="none" strike="noStrike" cap="none">
                <a:solidFill>
                  <a:srgbClr val="00004C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3657600" marR="0" lvl="7" indent="-2921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Arial"/>
              <a:buChar char="•"/>
              <a:defRPr sz="1333" b="0" i="0" u="none" strike="noStrike" cap="none">
                <a:solidFill>
                  <a:srgbClr val="00004C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4114800" marR="0" lvl="8" indent="-2921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Arial"/>
              <a:buChar char="•"/>
              <a:defRPr sz="1333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 dirty="0"/>
          </a:p>
        </p:txBody>
      </p:sp>
      <p:sp>
        <p:nvSpPr>
          <p:cNvPr id="69" name="Google Shape;69;p86"/>
          <p:cNvSpPr txBox="1">
            <a:spLocks noGrp="1"/>
          </p:cNvSpPr>
          <p:nvPr>
            <p:ph type="body" idx="3"/>
          </p:nvPr>
        </p:nvSpPr>
        <p:spPr>
          <a:xfrm>
            <a:off x="6195272" y="1000540"/>
            <a:ext cx="5603200" cy="490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b" anchorCtr="0">
            <a:noAutofit/>
          </a:bodyPr>
          <a:lstStyle>
            <a:lvl1pPr marL="457200" marR="0" lvl="0" indent="-228600" algn="ctr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Arial"/>
              <a:buNone/>
              <a:defRPr sz="2133" b="1" i="0" u="none" strike="noStrike" cap="none">
                <a:solidFill>
                  <a:srgbClr val="00004C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914400" marR="0" lvl="1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  <a:defRPr sz="1467" b="1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1371600" marR="0" lvl="2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  <a:defRPr sz="1333" b="1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1828800" marR="0" lvl="3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Arial"/>
              <a:buNone/>
              <a:defRPr sz="1200" b="1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2286000" marR="0" lvl="4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Arial"/>
              <a:buNone/>
              <a:defRPr sz="1200" b="1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2743200" marR="0" lvl="5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Arial"/>
              <a:buNone/>
              <a:defRPr sz="1200" b="1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3200400" marR="0" lvl="6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Arial"/>
              <a:buNone/>
              <a:defRPr sz="1200" b="1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3657600" marR="0" lvl="7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Arial"/>
              <a:buNone/>
              <a:defRPr sz="1200" b="1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4114800" marR="0" lvl="8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Arial"/>
              <a:buNone/>
              <a:defRPr sz="1200" b="1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70" name="Google Shape;70;p86"/>
          <p:cNvSpPr txBox="1">
            <a:spLocks noGrp="1"/>
          </p:cNvSpPr>
          <p:nvPr>
            <p:ph type="body" idx="4"/>
          </p:nvPr>
        </p:nvSpPr>
        <p:spPr>
          <a:xfrm>
            <a:off x="6199877" y="1582323"/>
            <a:ext cx="5598400" cy="4826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marR="0" lvl="0" indent="-3302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Arial"/>
              <a:buChar char="•"/>
              <a:defRPr sz="2133" b="0" i="0" u="none" strike="noStrike" cap="none">
                <a:solidFill>
                  <a:srgbClr val="00004C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914400" marR="0" lvl="1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sz="1867" b="0" i="0" u="none" strike="noStrike" cap="none">
                <a:solidFill>
                  <a:srgbClr val="00004C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1371600" marR="0" lvl="2" indent="-29845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Char char="•"/>
              <a:defRPr sz="1867" b="0" i="0" u="none" strike="noStrike" cap="none">
                <a:solidFill>
                  <a:srgbClr val="00004C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1828800" marR="0" lvl="3" indent="-2921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Arial"/>
              <a:buChar char="•"/>
              <a:defRPr sz="1333" b="0" i="0" u="none" strike="noStrike" cap="none">
                <a:solidFill>
                  <a:srgbClr val="00004C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2286000" marR="0" lvl="4" indent="-2921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Arial"/>
              <a:buChar char="•"/>
              <a:defRPr sz="1333" b="0" i="0" u="none" strike="noStrike" cap="none">
                <a:solidFill>
                  <a:srgbClr val="00004C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2743200" marR="0" lvl="5" indent="-2921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Arial"/>
              <a:buChar char="•"/>
              <a:defRPr sz="1333" b="0" i="0" u="none" strike="noStrike" cap="none">
                <a:solidFill>
                  <a:srgbClr val="00004C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3200400" marR="0" lvl="6" indent="-2921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Arial"/>
              <a:buChar char="•"/>
              <a:defRPr sz="1333" b="0" i="0" u="none" strike="noStrike" cap="none">
                <a:solidFill>
                  <a:srgbClr val="00004C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3657600" marR="0" lvl="7" indent="-2921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Arial"/>
              <a:buChar char="•"/>
              <a:defRPr sz="1333" b="0" i="0" u="none" strike="noStrike" cap="none">
                <a:solidFill>
                  <a:srgbClr val="00004C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4114800" marR="0" lvl="8" indent="-2921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Arial"/>
              <a:buChar char="•"/>
              <a:defRPr sz="1333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 dirty="0"/>
          </a:p>
        </p:txBody>
      </p:sp>
      <p:cxnSp>
        <p:nvCxnSpPr>
          <p:cNvPr id="71" name="Google Shape;71;p86"/>
          <p:cNvCxnSpPr/>
          <p:nvPr/>
        </p:nvCxnSpPr>
        <p:spPr>
          <a:xfrm>
            <a:off x="1141622" y="974035"/>
            <a:ext cx="10830241" cy="0"/>
          </a:xfrm>
          <a:prstGeom prst="straightConnector1">
            <a:avLst/>
          </a:prstGeom>
          <a:noFill/>
          <a:ln w="9525" cap="flat" cmpd="sng">
            <a:solidFill>
              <a:srgbClr val="BFBFBF"/>
            </a:solidFill>
            <a:prstDash val="solid"/>
            <a:miter lim="0"/>
            <a:headEnd type="none" w="sm" len="sm"/>
            <a:tailEnd type="none" w="sm" len="sm"/>
          </a:ln>
        </p:spPr>
      </p:cxnSp>
      <p:cxnSp>
        <p:nvCxnSpPr>
          <p:cNvPr id="72" name="Google Shape;72;p86"/>
          <p:cNvCxnSpPr/>
          <p:nvPr/>
        </p:nvCxnSpPr>
        <p:spPr>
          <a:xfrm>
            <a:off x="6095137" y="974035"/>
            <a:ext cx="800" cy="5382400"/>
          </a:xfrm>
          <a:prstGeom prst="straightConnector1">
            <a:avLst/>
          </a:prstGeom>
          <a:noFill/>
          <a:ln w="9525" cap="flat" cmpd="sng">
            <a:solidFill>
              <a:srgbClr val="BFBFBF"/>
            </a:solidFill>
            <a:prstDash val="solid"/>
            <a:miter lim="0"/>
            <a:headEnd type="none" w="sm" len="sm"/>
            <a:tailEnd type="none" w="sm" len="sm"/>
          </a:ln>
        </p:spPr>
      </p:cxnSp>
      <p:cxnSp>
        <p:nvCxnSpPr>
          <p:cNvPr id="73" name="Google Shape;73;p86"/>
          <p:cNvCxnSpPr/>
          <p:nvPr/>
        </p:nvCxnSpPr>
        <p:spPr>
          <a:xfrm>
            <a:off x="1141621" y="1504121"/>
            <a:ext cx="10830240" cy="0"/>
          </a:xfrm>
          <a:prstGeom prst="straightConnector1">
            <a:avLst/>
          </a:prstGeom>
          <a:noFill/>
          <a:ln w="9525" cap="flat" cmpd="sng">
            <a:solidFill>
              <a:srgbClr val="BFBFBF"/>
            </a:solidFill>
            <a:prstDash val="solid"/>
            <a:miter lim="0"/>
            <a:headEnd type="none" w="sm" len="sm"/>
            <a:tailEnd type="none" w="sm" len="sm"/>
          </a:ln>
        </p:spPr>
      </p:cxnSp>
      <p:sp>
        <p:nvSpPr>
          <p:cNvPr id="74" name="Google Shape;74;p86"/>
          <p:cNvSpPr txBox="1">
            <a:spLocks noGrp="1"/>
          </p:cNvSpPr>
          <p:nvPr>
            <p:ph type="title"/>
          </p:nvPr>
        </p:nvSpPr>
        <p:spPr>
          <a:xfrm>
            <a:off x="1141621" y="326173"/>
            <a:ext cx="10656656" cy="64107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>
            <a:lvl1pPr marR="0"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  <a:defRPr sz="3400" b="1" i="0" u="none" strike="noStrike" cap="none">
                <a:solidFill>
                  <a:srgbClr val="00004C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sz="1867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sz="1867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sz="1867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sz="1867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sz="1867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sz="1867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sz="1867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sz="1867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 dirty="0"/>
          </a:p>
        </p:txBody>
      </p:sp>
      <p:sp>
        <p:nvSpPr>
          <p:cNvPr id="95" name="Disclaimer"/>
          <p:cNvSpPr txBox="1">
            <a:spLocks noGrp="1"/>
          </p:cNvSpPr>
          <p:nvPr>
            <p:ph type="ftr" idx="11"/>
          </p:nvPr>
        </p:nvSpPr>
        <p:spPr>
          <a:xfrm>
            <a:off x="0" y="6627376"/>
            <a:ext cx="7873550" cy="23062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sz="1000" b="0" i="0" u="none" strike="noStrike" cap="none">
                <a:solidFill>
                  <a:srgbClr val="B4B4B4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sz="1000" b="0" i="0" u="none" strike="noStrike" cap="none">
                <a:solidFill>
                  <a:srgbClr val="B4B4B4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sz="1000" b="0" i="0" u="none" strike="noStrike" cap="none">
                <a:solidFill>
                  <a:srgbClr val="B4B4B4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sz="1000" b="0" i="0" u="none" strike="noStrike" cap="none">
                <a:solidFill>
                  <a:srgbClr val="B4B4B4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sz="1000" b="0" i="0" u="none" strike="noStrike" cap="none">
                <a:solidFill>
                  <a:srgbClr val="B4B4B4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sz="1000" b="0" i="0" u="none" strike="noStrike" cap="none">
                <a:solidFill>
                  <a:srgbClr val="B4B4B4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sz="1000" b="0" i="0" u="none" strike="noStrike" cap="none">
                <a:solidFill>
                  <a:srgbClr val="B4B4B4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sz="1000" b="0" i="0" u="none" strike="noStrike" cap="none">
                <a:solidFill>
                  <a:srgbClr val="B4B4B4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sz="1000" b="0" i="0" u="none" strike="noStrike" cap="none">
                <a:solidFill>
                  <a:srgbClr val="B4B4B4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r>
              <a:rPr dirty="0"/>
              <a:t>Not for public release. Course training material. Copyright [schoolhouse TBD]. Do not copy or redistribute outside the assigned course.</a:t>
            </a:r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Picture with Caption" type="picTx">
  <p:cSld name="PICTURE_WITH_CAPTION_TEXT">
    <p:spTree>
      <p:nvGrpSpPr>
        <p:cNvPr id="1" name="Shape 7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6" name="Google Shape;76;p87"/>
          <p:cNvSpPr txBox="1">
            <a:spLocks noGrp="1"/>
          </p:cNvSpPr>
          <p:nvPr>
            <p:ph type="title"/>
          </p:nvPr>
        </p:nvSpPr>
        <p:spPr>
          <a:xfrm>
            <a:off x="1301577" y="458775"/>
            <a:ext cx="10467243" cy="6842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b" anchorCtr="0">
            <a:noAutofit/>
          </a:bodyPr>
          <a:lstStyle>
            <a:lvl1pPr marR="0"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  <a:defRPr sz="3200" b="1" i="0" u="none" strike="noStrike" cap="none">
                <a:solidFill>
                  <a:srgbClr val="00004C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sz="1867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sz="1867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sz="1867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sz="1867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sz="1867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sz="1867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sz="1867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sz="1867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 dirty="0"/>
          </a:p>
        </p:txBody>
      </p:sp>
      <p:sp>
        <p:nvSpPr>
          <p:cNvPr id="77" name="Google Shape;77;p87"/>
          <p:cNvSpPr>
            <a:spLocks noGrp="1"/>
          </p:cNvSpPr>
          <p:nvPr>
            <p:ph type="pic" idx="2"/>
          </p:nvPr>
        </p:nvSpPr>
        <p:spPr>
          <a:xfrm>
            <a:off x="4666821" y="1142999"/>
            <a:ext cx="7102000" cy="5256025"/>
          </a:xfrm>
          <a:prstGeom prst="rect">
            <a:avLst/>
          </a:prstGeom>
          <a:noFill/>
          <a:ln>
            <a:noFill/>
          </a:ln>
        </p:spPr>
        <p:txBody>
          <a:bodyPr/>
          <a:lstStyle/>
          <a:p>
            <a:endParaRPr/>
          </a:p>
        </p:txBody>
      </p:sp>
      <p:sp>
        <p:nvSpPr>
          <p:cNvPr id="78" name="Google Shape;78;p87"/>
          <p:cNvSpPr txBox="1">
            <a:spLocks noGrp="1"/>
          </p:cNvSpPr>
          <p:nvPr>
            <p:ph type="body" idx="1"/>
          </p:nvPr>
        </p:nvSpPr>
        <p:spPr>
          <a:xfrm>
            <a:off x="1301578" y="1142999"/>
            <a:ext cx="3061420" cy="525622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330200" algn="l">
              <a:lnSpc>
                <a:spcPct val="90000"/>
              </a:lnSpc>
              <a:spcBef>
                <a:spcPts val="600"/>
              </a:spcBef>
              <a:spcAft>
                <a:spcPts val="0"/>
              </a:spcAft>
              <a:buSzPts val="1600"/>
              <a:buChar char="•"/>
              <a:defRPr sz="1867">
                <a:solidFill>
                  <a:srgbClr val="00004C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914400" lvl="1" indent="-317500" algn="l">
              <a:lnSpc>
                <a:spcPct val="90000"/>
              </a:lnSpc>
              <a:spcBef>
                <a:spcPts val="300"/>
              </a:spcBef>
              <a:spcAft>
                <a:spcPts val="0"/>
              </a:spcAft>
              <a:buSzPts val="1400"/>
              <a:buChar char="•"/>
              <a:defRPr/>
            </a:lvl2pPr>
            <a:lvl3pPr marL="1371600" lvl="2" indent="-298450" algn="l">
              <a:lnSpc>
                <a:spcPct val="90000"/>
              </a:lnSpc>
              <a:spcBef>
                <a:spcPts val="300"/>
              </a:spcBef>
              <a:spcAft>
                <a:spcPts val="0"/>
              </a:spcAft>
              <a:buSzPts val="1100"/>
              <a:buChar char="•"/>
              <a:defRPr/>
            </a:lvl3pPr>
            <a:lvl4pPr marL="1828800" lvl="3" indent="-292100" algn="l">
              <a:lnSpc>
                <a:spcPct val="90000"/>
              </a:lnSpc>
              <a:spcBef>
                <a:spcPts val="300"/>
              </a:spcBef>
              <a:spcAft>
                <a:spcPts val="0"/>
              </a:spcAft>
              <a:buSzPts val="1000"/>
              <a:buChar char="•"/>
              <a:defRPr/>
            </a:lvl4pPr>
            <a:lvl5pPr marL="2286000" lvl="4" indent="-292100" algn="l">
              <a:lnSpc>
                <a:spcPct val="90000"/>
              </a:lnSpc>
              <a:spcBef>
                <a:spcPts val="300"/>
              </a:spcBef>
              <a:spcAft>
                <a:spcPts val="0"/>
              </a:spcAft>
              <a:buSzPts val="1000"/>
              <a:buChar char="•"/>
              <a:defRPr/>
            </a:lvl5pPr>
            <a:lvl6pPr marL="2743200" lvl="5" indent="-292100" algn="l">
              <a:lnSpc>
                <a:spcPct val="90000"/>
              </a:lnSpc>
              <a:spcBef>
                <a:spcPts val="300"/>
              </a:spcBef>
              <a:spcAft>
                <a:spcPts val="0"/>
              </a:spcAft>
              <a:buSzPts val="1000"/>
              <a:buChar char="•"/>
              <a:defRPr/>
            </a:lvl6pPr>
            <a:lvl7pPr marL="3200400" lvl="6" indent="-292100" algn="l">
              <a:lnSpc>
                <a:spcPct val="90000"/>
              </a:lnSpc>
              <a:spcBef>
                <a:spcPts val="300"/>
              </a:spcBef>
              <a:spcAft>
                <a:spcPts val="0"/>
              </a:spcAft>
              <a:buSzPts val="1000"/>
              <a:buChar char="•"/>
              <a:defRPr/>
            </a:lvl7pPr>
            <a:lvl8pPr marL="3657600" lvl="7" indent="-292100" algn="l">
              <a:lnSpc>
                <a:spcPct val="90000"/>
              </a:lnSpc>
              <a:spcBef>
                <a:spcPts val="300"/>
              </a:spcBef>
              <a:spcAft>
                <a:spcPts val="0"/>
              </a:spcAft>
              <a:buSzPts val="1000"/>
              <a:buChar char="•"/>
              <a:defRPr/>
            </a:lvl8pPr>
            <a:lvl9pPr marL="4114800" lvl="8" indent="-292100" algn="l">
              <a:lnSpc>
                <a:spcPct val="90000"/>
              </a:lnSpc>
              <a:spcBef>
                <a:spcPts val="300"/>
              </a:spcBef>
              <a:spcAft>
                <a:spcPts val="0"/>
              </a:spcAft>
              <a:buSzPts val="1000"/>
              <a:buChar char="•"/>
              <a:defRPr/>
            </a:lvl9pPr>
          </a:lstStyle>
          <a:p>
            <a:endParaRPr/>
          </a:p>
        </p:txBody>
      </p:sp>
      <p:sp>
        <p:nvSpPr>
          <p:cNvPr id="96" name="Disclaimer"/>
          <p:cNvSpPr txBox="1">
            <a:spLocks noGrp="1"/>
          </p:cNvSpPr>
          <p:nvPr>
            <p:ph type="ftr" idx="11"/>
          </p:nvPr>
        </p:nvSpPr>
        <p:spPr>
          <a:xfrm>
            <a:off x="0" y="6627376"/>
            <a:ext cx="7873550" cy="23062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sz="1000" b="0" i="0" u="none" strike="noStrike" cap="none">
                <a:solidFill>
                  <a:srgbClr val="B4B4B4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sz="1000" b="0" i="0" u="none" strike="noStrike" cap="none">
                <a:solidFill>
                  <a:srgbClr val="B4B4B4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sz="1000" b="0" i="0" u="none" strike="noStrike" cap="none">
                <a:solidFill>
                  <a:srgbClr val="B4B4B4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sz="1000" b="0" i="0" u="none" strike="noStrike" cap="none">
                <a:solidFill>
                  <a:srgbClr val="B4B4B4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sz="1000" b="0" i="0" u="none" strike="noStrike" cap="none">
                <a:solidFill>
                  <a:srgbClr val="B4B4B4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sz="1000" b="0" i="0" u="none" strike="noStrike" cap="none">
                <a:solidFill>
                  <a:srgbClr val="B4B4B4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sz="1000" b="0" i="0" u="none" strike="noStrike" cap="none">
                <a:solidFill>
                  <a:srgbClr val="B4B4B4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sz="1000" b="0" i="0" u="none" strike="noStrike" cap="none">
                <a:solidFill>
                  <a:srgbClr val="B4B4B4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sz="1000" b="0" i="0" u="none" strike="noStrike" cap="none">
                <a:solidFill>
                  <a:srgbClr val="B4B4B4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r>
              <a:rPr dirty="0"/>
              <a:t>Not for public release. Course training material. Copyright [schoolhouse TBD]. Do not copy or redistribute outside the assigned course.</a:t>
            </a:r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11_Title Slide">
  <p:cSld name="11_Title Slide">
    <p:spTree>
      <p:nvGrpSpPr>
        <p:cNvPr id="1" name="Shape 7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0" name="Google Shape;80;p88"/>
          <p:cNvSpPr txBox="1">
            <a:spLocks noGrp="1"/>
          </p:cNvSpPr>
          <p:nvPr>
            <p:ph type="sldNum" idx="12"/>
          </p:nvPr>
        </p:nvSpPr>
        <p:spPr>
          <a:xfrm>
            <a:off x="8737600" y="6356351"/>
            <a:ext cx="2844800" cy="365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sp>
        <p:nvSpPr>
          <p:cNvPr id="81" name="Disclaimer"/>
          <p:cNvSpPr txBox="1">
            <a:spLocks noGrp="1"/>
          </p:cNvSpPr>
          <p:nvPr>
            <p:ph type="ftr" idx="11"/>
          </p:nvPr>
        </p:nvSpPr>
        <p:spPr>
          <a:xfrm>
            <a:off x="0" y="6627376"/>
            <a:ext cx="7873550" cy="23062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sz="1000" b="0" i="0" u="none" strike="noStrike" cap="none">
                <a:solidFill>
                  <a:srgbClr val="B4B4B4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sz="1000" b="0" i="0" u="none" strike="noStrike" cap="none">
                <a:solidFill>
                  <a:srgbClr val="B4B4B4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sz="1000" b="0" i="0" u="none" strike="noStrike" cap="none">
                <a:solidFill>
                  <a:srgbClr val="B4B4B4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sz="1000" b="0" i="0" u="none" strike="noStrike" cap="none">
                <a:solidFill>
                  <a:srgbClr val="B4B4B4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sz="1000" b="0" i="0" u="none" strike="noStrike" cap="none">
                <a:solidFill>
                  <a:srgbClr val="B4B4B4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sz="1000" b="0" i="0" u="none" strike="noStrike" cap="none">
                <a:solidFill>
                  <a:srgbClr val="B4B4B4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sz="1000" b="0" i="0" u="none" strike="noStrike" cap="none">
                <a:solidFill>
                  <a:srgbClr val="B4B4B4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sz="1000" b="0" i="0" u="none" strike="noStrike" cap="none">
                <a:solidFill>
                  <a:srgbClr val="B4B4B4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sz="1000" b="0" i="0" u="none" strike="noStrike" cap="none">
                <a:solidFill>
                  <a:srgbClr val="B4B4B4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r>
              <a:rPr dirty="0"/>
              <a:t>Not for public release. Course training material. Copyright [schoolhouse TBD]. Do not copy or redistribute outside the assigned course.</a:t>
            </a:r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Master Use">
  <p:cSld name="Master Use">
    <p:spTree>
      <p:nvGrpSpPr>
        <p:cNvPr id="1" name="Shape 8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3" name="Google Shape;83;p89"/>
          <p:cNvSpPr txBox="1">
            <a:spLocks noGrp="1"/>
          </p:cNvSpPr>
          <p:nvPr>
            <p:ph type="title"/>
          </p:nvPr>
        </p:nvSpPr>
        <p:spPr>
          <a:xfrm>
            <a:off x="1278542" y="429225"/>
            <a:ext cx="10898083" cy="580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>
            <a:lvl1pPr marR="0" lv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  <a:defRPr sz="3400" b="1" i="0" u="none" strike="noStrike" cap="none">
                <a:solidFill>
                  <a:srgbClr val="00004C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sz="1867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sz="1867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sz="1867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sz="1867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sz="1867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sz="1867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sz="1867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sz="1867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 dirty="0"/>
          </a:p>
        </p:txBody>
      </p:sp>
      <p:sp>
        <p:nvSpPr>
          <p:cNvPr id="97" name="Disclaimer"/>
          <p:cNvSpPr txBox="1">
            <a:spLocks noGrp="1"/>
          </p:cNvSpPr>
          <p:nvPr>
            <p:ph type="ftr" idx="11"/>
          </p:nvPr>
        </p:nvSpPr>
        <p:spPr>
          <a:xfrm>
            <a:off x="0" y="6627376"/>
            <a:ext cx="7873550" cy="23062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sz="1000" b="0" i="0" u="none" strike="noStrike" cap="none">
                <a:solidFill>
                  <a:srgbClr val="B4B4B4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sz="1000" b="0" i="0" u="none" strike="noStrike" cap="none">
                <a:solidFill>
                  <a:srgbClr val="B4B4B4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sz="1000" b="0" i="0" u="none" strike="noStrike" cap="none">
                <a:solidFill>
                  <a:srgbClr val="B4B4B4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sz="1000" b="0" i="0" u="none" strike="noStrike" cap="none">
                <a:solidFill>
                  <a:srgbClr val="B4B4B4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sz="1000" b="0" i="0" u="none" strike="noStrike" cap="none">
                <a:solidFill>
                  <a:srgbClr val="B4B4B4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sz="1000" b="0" i="0" u="none" strike="noStrike" cap="none">
                <a:solidFill>
                  <a:srgbClr val="B4B4B4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sz="1000" b="0" i="0" u="none" strike="noStrike" cap="none">
                <a:solidFill>
                  <a:srgbClr val="B4B4B4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sz="1000" b="0" i="0" u="none" strike="noStrike" cap="none">
                <a:solidFill>
                  <a:srgbClr val="B4B4B4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sz="1000" b="0" i="0" u="none" strike="noStrike" cap="none">
                <a:solidFill>
                  <a:srgbClr val="B4B4B4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r>
              <a:rPr dirty="0"/>
              <a:t>Not for public release. Course training material. Copyright [schoolhouse TBD]. Do not copy or redistribute outside the assigned course.</a:t>
            </a:r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Content">
  <p:cSld name="1_Title and Content 3">
    <p:spTree>
      <p:nvGrpSpPr>
        <p:cNvPr id="1" name="Shape 8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5" name="Google Shape;85;p90"/>
          <p:cNvSpPr txBox="1">
            <a:spLocks noGrp="1"/>
          </p:cNvSpPr>
          <p:nvPr>
            <p:ph type="body" idx="1"/>
          </p:nvPr>
        </p:nvSpPr>
        <p:spPr>
          <a:xfrm>
            <a:off x="1510029" y="1188720"/>
            <a:ext cx="10361372" cy="513163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marR="0" lvl="0" indent="-3302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Arial"/>
              <a:buChar char="•"/>
              <a:defRPr sz="2600" b="0" i="0" u="none" strike="noStrike" cap="none">
                <a:solidFill>
                  <a:srgbClr val="00004C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914400" marR="0" lvl="1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sz="21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1371600" marR="0" lvl="2" indent="-29845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Char char="•"/>
              <a:defRPr sz="1867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1828800" marR="0" lvl="3" indent="-2921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2286000" marR="0" lvl="4" indent="-2921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Arial"/>
              <a:buChar char="•"/>
              <a:defRPr sz="1867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2743200" marR="0" lvl="5" indent="-2921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Arial"/>
              <a:buChar char="•"/>
              <a:defRPr sz="1867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3200400" marR="0" lvl="6" indent="-2921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Arial"/>
              <a:buChar char="•"/>
              <a:defRPr sz="1867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3657600" marR="0" lvl="7" indent="-2921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Arial"/>
              <a:buChar char="•"/>
              <a:defRPr sz="1867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4114800" marR="0" lvl="8" indent="-2921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Arial"/>
              <a:buChar char="•"/>
              <a:defRPr sz="1867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86" name="Google Shape;86;p90"/>
          <p:cNvSpPr txBox="1"/>
          <p:nvPr/>
        </p:nvSpPr>
        <p:spPr>
          <a:xfrm>
            <a:off x="3657600" y="6553201"/>
            <a:ext cx="4876800" cy="246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</a:pPr>
            <a:endParaRPr sz="1067" b="0" i="0" u="none" strike="noStrike" cap="none">
              <a:solidFill>
                <a:srgbClr val="ED7D3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7" name="Google Shape;87;p90"/>
          <p:cNvSpPr txBox="1"/>
          <p:nvPr/>
        </p:nvSpPr>
        <p:spPr>
          <a:xfrm>
            <a:off x="3657600" y="0"/>
            <a:ext cx="4876800" cy="246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</a:pPr>
            <a:endParaRPr sz="1067" b="0" i="0" u="none" strike="noStrike" cap="none">
              <a:solidFill>
                <a:srgbClr val="ED7D3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8" name="Google Shape;88;p90"/>
          <p:cNvSpPr txBox="1">
            <a:spLocks noGrp="1"/>
          </p:cNvSpPr>
          <p:nvPr>
            <p:ph type="title"/>
          </p:nvPr>
        </p:nvSpPr>
        <p:spPr>
          <a:xfrm>
            <a:off x="1510029" y="429225"/>
            <a:ext cx="10666596" cy="580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>
            <a:lvl1pPr marR="0" lv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  <a:defRPr sz="3400" b="1" i="0" u="none" strike="noStrike" cap="none">
                <a:solidFill>
                  <a:srgbClr val="00004C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sz="1867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sz="1867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sz="1867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sz="1867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sz="1867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sz="1867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sz="1867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sz="1867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 dirty="0"/>
          </a:p>
        </p:txBody>
      </p:sp>
      <p:sp>
        <p:nvSpPr>
          <p:cNvPr id="98" name="Disclaimer"/>
          <p:cNvSpPr txBox="1">
            <a:spLocks noGrp="1"/>
          </p:cNvSpPr>
          <p:nvPr>
            <p:ph type="ftr" idx="11"/>
          </p:nvPr>
        </p:nvSpPr>
        <p:spPr>
          <a:xfrm>
            <a:off x="0" y="6627376"/>
            <a:ext cx="7873550" cy="23062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sz="1000" b="0" i="0" u="none" strike="noStrike" cap="none">
                <a:solidFill>
                  <a:srgbClr val="B4B4B4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sz="1000" b="0" i="0" u="none" strike="noStrike" cap="none">
                <a:solidFill>
                  <a:srgbClr val="B4B4B4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sz="1000" b="0" i="0" u="none" strike="noStrike" cap="none">
                <a:solidFill>
                  <a:srgbClr val="B4B4B4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sz="1000" b="0" i="0" u="none" strike="noStrike" cap="none">
                <a:solidFill>
                  <a:srgbClr val="B4B4B4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sz="1000" b="0" i="0" u="none" strike="noStrike" cap="none">
                <a:solidFill>
                  <a:srgbClr val="B4B4B4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sz="1000" b="0" i="0" u="none" strike="noStrike" cap="none">
                <a:solidFill>
                  <a:srgbClr val="B4B4B4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sz="1000" b="0" i="0" u="none" strike="noStrike" cap="none">
                <a:solidFill>
                  <a:srgbClr val="B4B4B4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sz="1000" b="0" i="0" u="none" strike="noStrike" cap="none">
                <a:solidFill>
                  <a:srgbClr val="B4B4B4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sz="1000" b="0" i="0" u="none" strike="noStrike" cap="none">
                <a:solidFill>
                  <a:srgbClr val="B4B4B4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r>
              <a:rPr dirty="0"/>
              <a:t>Not for public release. Course training material. Copyright [schoolhouse TBD]. Do not copy or redistribute outside the assigned course.</a:t>
            </a:r>
          </a:p>
        </p:txBody>
      </p:sp>
    </p:spTree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Relationship Id="rId13" Type="http://schemas.openxmlformats.org/officeDocument/2006/relationships/image" Target="../media/image1.jpg"/><Relationship Id="rId14" Type="http://schemas.openxmlformats.org/officeDocument/2006/relationships/image" Target="../media/image2.png"/><Relationship Id="rId15" Type="http://schemas.openxmlformats.org/officeDocument/2006/relationships/image" Target="../media/image3.png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p78"/>
          <p:cNvSpPr/>
          <p:nvPr/>
        </p:nvSpPr>
        <p:spPr>
          <a:xfrm>
            <a:off x="-1" y="-20168"/>
            <a:ext cx="12192000" cy="263700"/>
          </a:xfrm>
          <a:prstGeom prst="rect">
            <a:avLst/>
          </a:prstGeom>
          <a:solidFill>
            <a:schemeClr val="dk1"/>
          </a:solidFill>
          <a:ln>
            <a:noFill/>
          </a:ln>
          <a:effectLst>
            <a:outerShdw blurRad="40000" dist="20000" dir="5400000" rotWithShape="0">
              <a:srgbClr val="000000">
                <a:alpha val="38039"/>
              </a:srgbClr>
            </a:outerShdw>
          </a:effectLst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</a:pPr>
            <a:endParaRPr sz="2400" b="0" i="0" u="none" strike="noStrike" cap="non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1" name="Google Shape;11;p78"/>
          <p:cNvSpPr/>
          <p:nvPr/>
        </p:nvSpPr>
        <p:spPr>
          <a:xfrm>
            <a:off x="1" y="243443"/>
            <a:ext cx="1128108" cy="6614557"/>
          </a:xfrm>
          <a:prstGeom prst="rect">
            <a:avLst/>
          </a:prstGeom>
          <a:solidFill>
            <a:schemeClr val="dk1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</a:pPr>
            <a:endParaRPr sz="2400" b="0" i="0" u="none" strike="noStrike" cap="non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2" name="Google Shape;12;p78"/>
          <p:cNvSpPr txBox="1">
            <a:spLocks noGrp="1"/>
          </p:cNvSpPr>
          <p:nvPr>
            <p:ph type="title"/>
          </p:nvPr>
        </p:nvSpPr>
        <p:spPr>
          <a:xfrm>
            <a:off x="1189403" y="646322"/>
            <a:ext cx="10682000" cy="57987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>
            <a:lvl1pPr marR="0" lvl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sz="1600" b="1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13" name="Google Shape;13;p78"/>
          <p:cNvSpPr txBox="1">
            <a:spLocks noGrp="1"/>
          </p:cNvSpPr>
          <p:nvPr>
            <p:ph type="body" idx="1"/>
          </p:nvPr>
        </p:nvSpPr>
        <p:spPr>
          <a:xfrm>
            <a:off x="1189401" y="1384879"/>
            <a:ext cx="10682000" cy="485801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marR="0" lvl="0" indent="-330200" algn="l" rtl="0">
              <a:lnSpc>
                <a:spcPct val="90000"/>
              </a:lnSpc>
              <a:spcBef>
                <a:spcPts val="60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Char char="•"/>
              <a:defRPr sz="16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914400" marR="0" lvl="1" indent="-317500" algn="l" rtl="0">
              <a:lnSpc>
                <a:spcPct val="90000"/>
              </a:lnSpc>
              <a:spcBef>
                <a:spcPts val="30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Char char="•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1371600" marR="0" lvl="2" indent="-298450" algn="l" rtl="0">
              <a:lnSpc>
                <a:spcPct val="90000"/>
              </a:lnSpc>
              <a:spcBef>
                <a:spcPts val="30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•"/>
              <a:defRPr sz="1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1828800" marR="0" lvl="3" indent="-292100" algn="l" rtl="0">
              <a:lnSpc>
                <a:spcPct val="90000"/>
              </a:lnSpc>
              <a:spcBef>
                <a:spcPts val="30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Char char="•"/>
              <a:defRPr sz="10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2286000" marR="0" lvl="4" indent="-292100" algn="l" rtl="0">
              <a:lnSpc>
                <a:spcPct val="90000"/>
              </a:lnSpc>
              <a:spcBef>
                <a:spcPts val="30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Char char="•"/>
              <a:defRPr sz="10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2743200" marR="0" lvl="5" indent="-292100" algn="l" rtl="0">
              <a:lnSpc>
                <a:spcPct val="90000"/>
              </a:lnSpc>
              <a:spcBef>
                <a:spcPts val="30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Char char="•"/>
              <a:defRPr sz="10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3200400" marR="0" lvl="6" indent="-292100" algn="l" rtl="0">
              <a:lnSpc>
                <a:spcPct val="90000"/>
              </a:lnSpc>
              <a:spcBef>
                <a:spcPts val="30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Char char="•"/>
              <a:defRPr sz="10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3657600" marR="0" lvl="7" indent="-292100" algn="l" rtl="0">
              <a:lnSpc>
                <a:spcPct val="90000"/>
              </a:lnSpc>
              <a:spcBef>
                <a:spcPts val="30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Char char="•"/>
              <a:defRPr sz="10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4114800" marR="0" lvl="8" indent="-292100" algn="l" rtl="0">
              <a:lnSpc>
                <a:spcPct val="90000"/>
              </a:lnSpc>
              <a:spcBef>
                <a:spcPts val="30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Char char="•"/>
              <a:defRPr sz="10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14" name="Google Shape;14;p78"/>
          <p:cNvSpPr txBox="1">
            <a:spLocks noGrp="1"/>
          </p:cNvSpPr>
          <p:nvPr>
            <p:ph type="sldNum" idx="12"/>
          </p:nvPr>
        </p:nvSpPr>
        <p:spPr>
          <a:xfrm>
            <a:off x="10058399" y="6641435"/>
            <a:ext cx="2133600" cy="22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marL="0" marR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600"/>
              <a:buFont typeface="Arial"/>
              <a:buNone/>
              <a:defRPr sz="8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0" marR="0" lvl="1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600"/>
              <a:buFont typeface="Arial"/>
              <a:buNone/>
              <a:defRPr sz="8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0" marR="0" lvl="2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600"/>
              <a:buFont typeface="Arial"/>
              <a:buNone/>
              <a:defRPr sz="8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0" marR="0" lvl="3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600"/>
              <a:buFont typeface="Arial"/>
              <a:buNone/>
              <a:defRPr sz="8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0" marR="0" lvl="4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600"/>
              <a:buFont typeface="Arial"/>
              <a:buNone/>
              <a:defRPr sz="8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0" marR="0" lvl="5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600"/>
              <a:buFont typeface="Arial"/>
              <a:buNone/>
              <a:defRPr sz="8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0" marR="0" lvl="6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600"/>
              <a:buFont typeface="Arial"/>
              <a:buNone/>
              <a:defRPr sz="8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0" marR="0" lvl="7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600"/>
              <a:buFont typeface="Arial"/>
              <a:buNone/>
              <a:defRPr sz="8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0" marR="0" lvl="8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600"/>
              <a:buFont typeface="Arial"/>
              <a:buNone/>
              <a:defRPr sz="8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sp>
        <p:nvSpPr>
          <p:cNvPr id="15" name="Google Shape;15;p78"/>
          <p:cNvSpPr/>
          <p:nvPr/>
        </p:nvSpPr>
        <p:spPr>
          <a:xfrm>
            <a:off x="-2" y="6594389"/>
            <a:ext cx="12191999" cy="263611"/>
          </a:xfrm>
          <a:prstGeom prst="rect">
            <a:avLst/>
          </a:prstGeom>
          <a:solidFill>
            <a:schemeClr val="dk1"/>
          </a:solidFill>
          <a:ln>
            <a:noFill/>
          </a:ln>
          <a:effectLst>
            <a:outerShdw blurRad="40000" dist="20000" dir="5400000" rotWithShape="0">
              <a:srgbClr val="000000">
                <a:alpha val="38039"/>
              </a:srgbClr>
            </a:outerShdw>
          </a:effectLst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</a:pPr>
            <a:endParaRPr sz="2400" b="0" i="0" u="none" strike="noStrike" cap="non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grpSp>
        <p:nvGrpSpPr>
          <p:cNvPr id="16" name="Google Shape;16;p78"/>
          <p:cNvGrpSpPr/>
          <p:nvPr/>
        </p:nvGrpSpPr>
        <p:grpSpPr>
          <a:xfrm>
            <a:off x="254537" y="37012"/>
            <a:ext cx="4123292" cy="140365"/>
            <a:chOff x="5526083" y="4992009"/>
            <a:chExt cx="3092469" cy="105274"/>
          </a:xfrm>
        </p:grpSpPr>
        <p:sp>
          <p:nvSpPr>
            <p:cNvPr id="17" name="Google Shape;17;p78"/>
            <p:cNvSpPr/>
            <p:nvPr/>
          </p:nvSpPr>
          <p:spPr>
            <a:xfrm>
              <a:off x="8339152" y="4992009"/>
              <a:ext cx="279400" cy="105274"/>
            </a:xfrm>
            <a:prstGeom prst="chevron">
              <a:avLst>
                <a:gd name="adj" fmla="val 50000"/>
              </a:avLst>
            </a:prstGeom>
            <a:gradFill>
              <a:gsLst>
                <a:gs pos="0">
                  <a:schemeClr val="accent1"/>
                </a:gs>
                <a:gs pos="100000">
                  <a:schemeClr val="accent1"/>
                </a:gs>
              </a:gsLst>
              <a:lin ang="2700000" scaled="0"/>
            </a:gra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2400"/>
                <a:buFont typeface="Arial"/>
                <a:buNone/>
              </a:pPr>
              <a:endParaRPr sz="2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8" name="Google Shape;18;p78"/>
            <p:cNvSpPr/>
            <p:nvPr/>
          </p:nvSpPr>
          <p:spPr>
            <a:xfrm>
              <a:off x="8059751" y="4992009"/>
              <a:ext cx="279400" cy="105274"/>
            </a:xfrm>
            <a:prstGeom prst="chevron">
              <a:avLst>
                <a:gd name="adj" fmla="val 50000"/>
              </a:avLst>
            </a:prstGeom>
            <a:gradFill>
              <a:gsLst>
                <a:gs pos="0">
                  <a:schemeClr val="accent1"/>
                </a:gs>
                <a:gs pos="100000">
                  <a:schemeClr val="accent1"/>
                </a:gs>
              </a:gsLst>
              <a:lin ang="2700000" scaled="0"/>
            </a:gra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2400"/>
                <a:buFont typeface="Arial"/>
                <a:buNone/>
              </a:pPr>
              <a:endParaRPr sz="2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9" name="Google Shape;19;p78"/>
            <p:cNvSpPr/>
            <p:nvPr/>
          </p:nvSpPr>
          <p:spPr>
            <a:xfrm>
              <a:off x="7773998" y="4992009"/>
              <a:ext cx="279400" cy="105274"/>
            </a:xfrm>
            <a:prstGeom prst="chevron">
              <a:avLst>
                <a:gd name="adj" fmla="val 50000"/>
              </a:avLst>
            </a:prstGeom>
            <a:gradFill>
              <a:gsLst>
                <a:gs pos="0">
                  <a:schemeClr val="accent1"/>
                </a:gs>
                <a:gs pos="100000">
                  <a:schemeClr val="accent1"/>
                </a:gs>
              </a:gsLst>
              <a:lin ang="2700000" scaled="0"/>
            </a:gra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2400"/>
                <a:buFont typeface="Arial"/>
                <a:buNone/>
              </a:pPr>
              <a:endParaRPr sz="2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0" name="Google Shape;20;p78"/>
            <p:cNvSpPr/>
            <p:nvPr/>
          </p:nvSpPr>
          <p:spPr>
            <a:xfrm>
              <a:off x="7494596" y="4992009"/>
              <a:ext cx="279400" cy="105274"/>
            </a:xfrm>
            <a:prstGeom prst="chevron">
              <a:avLst>
                <a:gd name="adj" fmla="val 50000"/>
              </a:avLst>
            </a:prstGeom>
            <a:gradFill>
              <a:gsLst>
                <a:gs pos="0">
                  <a:schemeClr val="accent1"/>
                </a:gs>
                <a:gs pos="100000">
                  <a:schemeClr val="accent1"/>
                </a:gs>
              </a:gsLst>
              <a:lin ang="2700000" scaled="0"/>
            </a:gra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2400"/>
                <a:buFont typeface="Arial"/>
                <a:buNone/>
              </a:pPr>
              <a:endParaRPr sz="2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1" name="Google Shape;21;p78"/>
            <p:cNvSpPr/>
            <p:nvPr/>
          </p:nvSpPr>
          <p:spPr>
            <a:xfrm>
              <a:off x="7215195" y="4992009"/>
              <a:ext cx="279400" cy="105274"/>
            </a:xfrm>
            <a:prstGeom prst="chevron">
              <a:avLst>
                <a:gd name="adj" fmla="val 50000"/>
              </a:avLst>
            </a:prstGeom>
            <a:gradFill>
              <a:gsLst>
                <a:gs pos="0">
                  <a:schemeClr val="accent1"/>
                </a:gs>
                <a:gs pos="100000">
                  <a:schemeClr val="accent1"/>
                </a:gs>
              </a:gsLst>
              <a:lin ang="2700000" scaled="0"/>
            </a:gra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2400"/>
                <a:buFont typeface="Arial"/>
                <a:buNone/>
              </a:pPr>
              <a:endParaRPr sz="2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2" name="Google Shape;22;p78"/>
            <p:cNvSpPr/>
            <p:nvPr/>
          </p:nvSpPr>
          <p:spPr>
            <a:xfrm>
              <a:off x="6929442" y="4992009"/>
              <a:ext cx="279400" cy="105274"/>
            </a:xfrm>
            <a:prstGeom prst="chevron">
              <a:avLst>
                <a:gd name="adj" fmla="val 50000"/>
              </a:avLst>
            </a:prstGeom>
            <a:gradFill>
              <a:gsLst>
                <a:gs pos="0">
                  <a:schemeClr val="accent1"/>
                </a:gs>
                <a:gs pos="100000">
                  <a:schemeClr val="accent1"/>
                </a:gs>
              </a:gsLst>
              <a:lin ang="2700000" scaled="0"/>
            </a:gra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2400"/>
                <a:buFont typeface="Arial"/>
                <a:buNone/>
              </a:pPr>
              <a:endParaRPr sz="2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3" name="Google Shape;23;p78"/>
            <p:cNvSpPr/>
            <p:nvPr/>
          </p:nvSpPr>
          <p:spPr>
            <a:xfrm>
              <a:off x="6650040" y="4992009"/>
              <a:ext cx="279400" cy="105274"/>
            </a:xfrm>
            <a:prstGeom prst="chevron">
              <a:avLst>
                <a:gd name="adj" fmla="val 50000"/>
              </a:avLst>
            </a:prstGeom>
            <a:gradFill>
              <a:gsLst>
                <a:gs pos="0">
                  <a:schemeClr val="accent1"/>
                </a:gs>
                <a:gs pos="100000">
                  <a:schemeClr val="accent1"/>
                </a:gs>
              </a:gsLst>
              <a:lin ang="2700000" scaled="0"/>
            </a:gra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2400"/>
                <a:buFont typeface="Arial"/>
                <a:buNone/>
              </a:pPr>
              <a:endParaRPr sz="2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4" name="Google Shape;24;p78"/>
            <p:cNvSpPr/>
            <p:nvPr/>
          </p:nvSpPr>
          <p:spPr>
            <a:xfrm>
              <a:off x="6370639" y="4992009"/>
              <a:ext cx="279400" cy="105274"/>
            </a:xfrm>
            <a:prstGeom prst="chevron">
              <a:avLst>
                <a:gd name="adj" fmla="val 50000"/>
              </a:avLst>
            </a:prstGeom>
            <a:gradFill>
              <a:gsLst>
                <a:gs pos="0">
                  <a:schemeClr val="accent1"/>
                </a:gs>
                <a:gs pos="100000">
                  <a:schemeClr val="accent1"/>
                </a:gs>
              </a:gsLst>
              <a:lin ang="2700000" scaled="0"/>
            </a:gra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2400"/>
                <a:buFont typeface="Arial"/>
                <a:buNone/>
              </a:pPr>
              <a:endParaRPr sz="2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5" name="Google Shape;25;p78"/>
            <p:cNvSpPr/>
            <p:nvPr/>
          </p:nvSpPr>
          <p:spPr>
            <a:xfrm>
              <a:off x="6084886" y="4992009"/>
              <a:ext cx="279400" cy="105274"/>
            </a:xfrm>
            <a:prstGeom prst="chevron">
              <a:avLst>
                <a:gd name="adj" fmla="val 50000"/>
              </a:avLst>
            </a:prstGeom>
            <a:gradFill>
              <a:gsLst>
                <a:gs pos="0">
                  <a:schemeClr val="accent1"/>
                </a:gs>
                <a:gs pos="100000">
                  <a:schemeClr val="accent1"/>
                </a:gs>
              </a:gsLst>
              <a:lin ang="2700000" scaled="0"/>
            </a:gra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2400"/>
                <a:buFont typeface="Arial"/>
                <a:buNone/>
              </a:pPr>
              <a:endParaRPr sz="2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6" name="Google Shape;26;p78"/>
            <p:cNvSpPr/>
            <p:nvPr/>
          </p:nvSpPr>
          <p:spPr>
            <a:xfrm>
              <a:off x="5805484" y="4992009"/>
              <a:ext cx="279400" cy="105274"/>
            </a:xfrm>
            <a:prstGeom prst="chevron">
              <a:avLst>
                <a:gd name="adj" fmla="val 50000"/>
              </a:avLst>
            </a:prstGeom>
            <a:gradFill>
              <a:gsLst>
                <a:gs pos="0">
                  <a:schemeClr val="accent1"/>
                </a:gs>
                <a:gs pos="100000">
                  <a:schemeClr val="accent1"/>
                </a:gs>
              </a:gsLst>
              <a:lin ang="2700000" scaled="0"/>
            </a:gra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2400"/>
                <a:buFont typeface="Arial"/>
                <a:buNone/>
              </a:pPr>
              <a:endParaRPr sz="2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7" name="Google Shape;27;p78"/>
            <p:cNvSpPr/>
            <p:nvPr/>
          </p:nvSpPr>
          <p:spPr>
            <a:xfrm>
              <a:off x="5526083" y="4992009"/>
              <a:ext cx="279400" cy="105274"/>
            </a:xfrm>
            <a:prstGeom prst="chevron">
              <a:avLst>
                <a:gd name="adj" fmla="val 50000"/>
              </a:avLst>
            </a:prstGeom>
            <a:gradFill>
              <a:gsLst>
                <a:gs pos="0">
                  <a:schemeClr val="accent1"/>
                </a:gs>
                <a:gs pos="100000">
                  <a:schemeClr val="accent1"/>
                </a:gs>
              </a:gsLst>
              <a:lin ang="2700000" scaled="0"/>
            </a:gra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2400"/>
                <a:buFont typeface="Arial"/>
                <a:buNone/>
              </a:pPr>
              <a:endParaRPr sz="2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sp>
        <p:nvSpPr>
          <p:cNvPr id="28" name="Google Shape;28;p78"/>
          <p:cNvSpPr txBox="1"/>
          <p:nvPr/>
        </p:nvSpPr>
        <p:spPr>
          <a:xfrm flipH="1">
            <a:off x="1043632" y="6366806"/>
            <a:ext cx="4211863" cy="22158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r>
              <a:rPr lang="en-US" sz="1200" b="1" i="0" u="none" strike="noStrike" cap="none">
                <a:solidFill>
                  <a:srgbClr val="00B050"/>
                </a:solidFill>
                <a:latin typeface="Arial"/>
                <a:ea typeface="Arial"/>
                <a:cs typeface="Arial"/>
                <a:sym typeface="Arial"/>
              </a:rPr>
              <a:t>UNCLASSIFIED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9" name="Google Shape;29;p78"/>
          <p:cNvSpPr txBox="1"/>
          <p:nvPr/>
        </p:nvSpPr>
        <p:spPr>
          <a:xfrm>
            <a:off x="5482963" y="207088"/>
            <a:ext cx="6767512" cy="21210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r>
              <a:rPr lang="en-US" sz="1200" b="1" i="0" u="none" strike="noStrike" cap="none">
                <a:solidFill>
                  <a:srgbClr val="00B050"/>
                </a:solidFill>
                <a:latin typeface="Arial"/>
                <a:ea typeface="Arial"/>
                <a:cs typeface="Arial"/>
                <a:sym typeface="Arial"/>
              </a:rPr>
              <a:t>UNCLASSIFIED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30" name="Google Shape;30;p78"/>
          <p:cNvPicPr preferRelativeResize="0"/>
          <p:nvPr/>
        </p:nvPicPr>
        <p:blipFill rotWithShape="1">
          <a:blip r:embed="rId13">
            <a:alphaModFix/>
          </a:blip>
          <a:srcRect/>
          <a:stretch/>
        </p:blipFill>
        <p:spPr>
          <a:xfrm rot="-5400000">
            <a:off x="-2150855" y="3445521"/>
            <a:ext cx="5429815" cy="991170"/>
          </a:xfrm>
          <a:prstGeom prst="rect">
            <a:avLst/>
          </a:prstGeom>
          <a:noFill/>
          <a:ln>
            <a:noFill/>
          </a:ln>
        </p:spPr>
      </p:pic>
      <p:grpSp>
        <p:nvGrpSpPr>
          <p:cNvPr id="31" name="Google Shape;31;p78"/>
          <p:cNvGrpSpPr/>
          <p:nvPr/>
        </p:nvGrpSpPr>
        <p:grpSpPr>
          <a:xfrm>
            <a:off x="7996753" y="6659805"/>
            <a:ext cx="4123292" cy="140365"/>
            <a:chOff x="5526083" y="4992009"/>
            <a:chExt cx="3092469" cy="105274"/>
          </a:xfrm>
        </p:grpSpPr>
        <p:sp>
          <p:nvSpPr>
            <p:cNvPr id="32" name="Google Shape;32;p78"/>
            <p:cNvSpPr/>
            <p:nvPr/>
          </p:nvSpPr>
          <p:spPr>
            <a:xfrm>
              <a:off x="8339152" y="4992009"/>
              <a:ext cx="279400" cy="105274"/>
            </a:xfrm>
            <a:prstGeom prst="chevron">
              <a:avLst>
                <a:gd name="adj" fmla="val 50000"/>
              </a:avLst>
            </a:prstGeom>
            <a:gradFill>
              <a:gsLst>
                <a:gs pos="0">
                  <a:schemeClr val="accent1"/>
                </a:gs>
                <a:gs pos="100000">
                  <a:schemeClr val="accent1"/>
                </a:gs>
              </a:gsLst>
              <a:lin ang="2700000" scaled="0"/>
            </a:gra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2400"/>
                <a:buFont typeface="Arial"/>
                <a:buNone/>
              </a:pPr>
              <a:endParaRPr sz="2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3" name="Google Shape;33;p78"/>
            <p:cNvSpPr/>
            <p:nvPr/>
          </p:nvSpPr>
          <p:spPr>
            <a:xfrm>
              <a:off x="8059751" y="4992009"/>
              <a:ext cx="279400" cy="105274"/>
            </a:xfrm>
            <a:prstGeom prst="chevron">
              <a:avLst>
                <a:gd name="adj" fmla="val 50000"/>
              </a:avLst>
            </a:prstGeom>
            <a:gradFill>
              <a:gsLst>
                <a:gs pos="0">
                  <a:schemeClr val="accent1"/>
                </a:gs>
                <a:gs pos="100000">
                  <a:schemeClr val="accent1"/>
                </a:gs>
              </a:gsLst>
              <a:lin ang="2700000" scaled="0"/>
            </a:gra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2400"/>
                <a:buFont typeface="Arial"/>
                <a:buNone/>
              </a:pPr>
              <a:endParaRPr sz="2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4" name="Google Shape;34;p78"/>
            <p:cNvSpPr/>
            <p:nvPr/>
          </p:nvSpPr>
          <p:spPr>
            <a:xfrm>
              <a:off x="7773998" y="4992009"/>
              <a:ext cx="279400" cy="105274"/>
            </a:xfrm>
            <a:prstGeom prst="chevron">
              <a:avLst>
                <a:gd name="adj" fmla="val 50000"/>
              </a:avLst>
            </a:prstGeom>
            <a:gradFill>
              <a:gsLst>
                <a:gs pos="0">
                  <a:schemeClr val="accent1"/>
                </a:gs>
                <a:gs pos="100000">
                  <a:schemeClr val="accent1"/>
                </a:gs>
              </a:gsLst>
              <a:lin ang="2700000" scaled="0"/>
            </a:gra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2400"/>
                <a:buFont typeface="Arial"/>
                <a:buNone/>
              </a:pPr>
              <a:endParaRPr sz="2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5" name="Google Shape;35;p78"/>
            <p:cNvSpPr/>
            <p:nvPr/>
          </p:nvSpPr>
          <p:spPr>
            <a:xfrm>
              <a:off x="7494596" y="4992009"/>
              <a:ext cx="279400" cy="105274"/>
            </a:xfrm>
            <a:prstGeom prst="chevron">
              <a:avLst>
                <a:gd name="adj" fmla="val 50000"/>
              </a:avLst>
            </a:prstGeom>
            <a:gradFill>
              <a:gsLst>
                <a:gs pos="0">
                  <a:schemeClr val="accent1"/>
                </a:gs>
                <a:gs pos="100000">
                  <a:schemeClr val="accent1"/>
                </a:gs>
              </a:gsLst>
              <a:lin ang="2700000" scaled="0"/>
            </a:gra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2400"/>
                <a:buFont typeface="Arial"/>
                <a:buNone/>
              </a:pPr>
              <a:endParaRPr sz="2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6" name="Google Shape;36;p78"/>
            <p:cNvSpPr/>
            <p:nvPr/>
          </p:nvSpPr>
          <p:spPr>
            <a:xfrm>
              <a:off x="7215195" y="4992009"/>
              <a:ext cx="279400" cy="105274"/>
            </a:xfrm>
            <a:prstGeom prst="chevron">
              <a:avLst>
                <a:gd name="adj" fmla="val 50000"/>
              </a:avLst>
            </a:prstGeom>
            <a:gradFill>
              <a:gsLst>
                <a:gs pos="0">
                  <a:schemeClr val="accent1"/>
                </a:gs>
                <a:gs pos="100000">
                  <a:schemeClr val="accent1"/>
                </a:gs>
              </a:gsLst>
              <a:lin ang="2700000" scaled="0"/>
            </a:gra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2400"/>
                <a:buFont typeface="Arial"/>
                <a:buNone/>
              </a:pPr>
              <a:endParaRPr sz="2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7" name="Google Shape;37;p78"/>
            <p:cNvSpPr/>
            <p:nvPr/>
          </p:nvSpPr>
          <p:spPr>
            <a:xfrm>
              <a:off x="6929442" y="4992009"/>
              <a:ext cx="279400" cy="105274"/>
            </a:xfrm>
            <a:prstGeom prst="chevron">
              <a:avLst>
                <a:gd name="adj" fmla="val 50000"/>
              </a:avLst>
            </a:prstGeom>
            <a:gradFill>
              <a:gsLst>
                <a:gs pos="0">
                  <a:schemeClr val="accent1"/>
                </a:gs>
                <a:gs pos="100000">
                  <a:schemeClr val="accent1"/>
                </a:gs>
              </a:gsLst>
              <a:lin ang="2700000" scaled="0"/>
            </a:gra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2400"/>
                <a:buFont typeface="Arial"/>
                <a:buNone/>
              </a:pPr>
              <a:endParaRPr sz="2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8" name="Google Shape;38;p78"/>
            <p:cNvSpPr/>
            <p:nvPr/>
          </p:nvSpPr>
          <p:spPr>
            <a:xfrm>
              <a:off x="6650040" y="4992009"/>
              <a:ext cx="279400" cy="105274"/>
            </a:xfrm>
            <a:prstGeom prst="chevron">
              <a:avLst>
                <a:gd name="adj" fmla="val 50000"/>
              </a:avLst>
            </a:prstGeom>
            <a:gradFill>
              <a:gsLst>
                <a:gs pos="0">
                  <a:schemeClr val="accent1"/>
                </a:gs>
                <a:gs pos="100000">
                  <a:schemeClr val="accent1"/>
                </a:gs>
              </a:gsLst>
              <a:lin ang="2700000" scaled="0"/>
            </a:gra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2400"/>
                <a:buFont typeface="Arial"/>
                <a:buNone/>
              </a:pPr>
              <a:endParaRPr sz="2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9" name="Google Shape;39;p78"/>
            <p:cNvSpPr/>
            <p:nvPr/>
          </p:nvSpPr>
          <p:spPr>
            <a:xfrm>
              <a:off x="6370639" y="4992009"/>
              <a:ext cx="279400" cy="105274"/>
            </a:xfrm>
            <a:prstGeom prst="chevron">
              <a:avLst>
                <a:gd name="adj" fmla="val 50000"/>
              </a:avLst>
            </a:prstGeom>
            <a:gradFill>
              <a:gsLst>
                <a:gs pos="0">
                  <a:schemeClr val="accent1"/>
                </a:gs>
                <a:gs pos="100000">
                  <a:schemeClr val="accent1"/>
                </a:gs>
              </a:gsLst>
              <a:lin ang="2700000" scaled="0"/>
            </a:gra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2400"/>
                <a:buFont typeface="Arial"/>
                <a:buNone/>
              </a:pPr>
              <a:endParaRPr sz="2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40" name="Google Shape;40;p78"/>
            <p:cNvSpPr/>
            <p:nvPr/>
          </p:nvSpPr>
          <p:spPr>
            <a:xfrm>
              <a:off x="6084886" y="4992009"/>
              <a:ext cx="279400" cy="105274"/>
            </a:xfrm>
            <a:prstGeom prst="chevron">
              <a:avLst>
                <a:gd name="adj" fmla="val 50000"/>
              </a:avLst>
            </a:prstGeom>
            <a:gradFill>
              <a:gsLst>
                <a:gs pos="0">
                  <a:schemeClr val="accent1"/>
                </a:gs>
                <a:gs pos="100000">
                  <a:schemeClr val="accent1"/>
                </a:gs>
              </a:gsLst>
              <a:lin ang="2700000" scaled="0"/>
            </a:gra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2400"/>
                <a:buFont typeface="Arial"/>
                <a:buNone/>
              </a:pPr>
              <a:endParaRPr sz="2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41" name="Google Shape;41;p78"/>
            <p:cNvSpPr/>
            <p:nvPr/>
          </p:nvSpPr>
          <p:spPr>
            <a:xfrm>
              <a:off x="5805484" y="4992009"/>
              <a:ext cx="279400" cy="105274"/>
            </a:xfrm>
            <a:prstGeom prst="chevron">
              <a:avLst>
                <a:gd name="adj" fmla="val 50000"/>
              </a:avLst>
            </a:prstGeom>
            <a:gradFill>
              <a:gsLst>
                <a:gs pos="0">
                  <a:schemeClr val="accent1"/>
                </a:gs>
                <a:gs pos="100000">
                  <a:schemeClr val="accent1"/>
                </a:gs>
              </a:gsLst>
              <a:lin ang="2700000" scaled="0"/>
            </a:gra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2400"/>
                <a:buFont typeface="Arial"/>
                <a:buNone/>
              </a:pPr>
              <a:endParaRPr sz="2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42" name="Google Shape;42;p78"/>
            <p:cNvSpPr/>
            <p:nvPr/>
          </p:nvSpPr>
          <p:spPr>
            <a:xfrm>
              <a:off x="5526083" y="4992009"/>
              <a:ext cx="279400" cy="105274"/>
            </a:xfrm>
            <a:prstGeom prst="chevron">
              <a:avLst>
                <a:gd name="adj" fmla="val 50000"/>
              </a:avLst>
            </a:prstGeom>
            <a:gradFill>
              <a:gsLst>
                <a:gs pos="0">
                  <a:schemeClr val="accent1"/>
                </a:gs>
                <a:gs pos="100000">
                  <a:schemeClr val="accent1"/>
                </a:gs>
              </a:gsLst>
              <a:lin ang="2700000" scaled="0"/>
            </a:gra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2400"/>
                <a:buFont typeface="Arial"/>
                <a:buNone/>
              </a:pPr>
              <a:endParaRPr sz="2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pic>
        <p:nvPicPr>
          <p:cNvPr id="43" name="Google Shape;43;p78" title="ACTEC_Logo_v2_Circle.png"/>
          <p:cNvPicPr preferRelativeResize="0"/>
          <p:nvPr/>
        </p:nvPicPr>
        <p:blipFill>
          <a:blip r:embed="rId14">
            <a:alphaModFix/>
          </a:blip>
          <a:stretch>
            <a:fillRect/>
          </a:stretch>
        </p:blipFill>
        <p:spPr>
          <a:xfrm>
            <a:off x="-118447" y="193555"/>
            <a:ext cx="1307427" cy="1010281"/>
          </a:xfrm>
          <a:prstGeom prst="rect">
            <a:avLst/>
          </a:prstGeom>
          <a:noFill/>
          <a:ln>
            <a:noFill/>
          </a:ln>
        </p:spPr>
      </p:pic>
      <p:pic>
        <p:nvPicPr>
          <p:cNvPr id="44" name="Google Shape;44;p78"/>
          <p:cNvPicPr preferRelativeResize="0"/>
          <p:nvPr/>
        </p:nvPicPr>
        <p:blipFill rotWithShape="1">
          <a:blip r:embed="rId15">
            <a:alphaModFix/>
          </a:blip>
          <a:srcRect/>
          <a:stretch/>
        </p:blipFill>
        <p:spPr>
          <a:xfrm>
            <a:off x="70930" y="1270922"/>
            <a:ext cx="928675" cy="928675"/>
          </a:xfrm>
          <a:prstGeom prst="rect">
            <a:avLst/>
          </a:prstGeom>
          <a:noFill/>
          <a:ln>
            <a:noFill/>
          </a:ln>
        </p:spPr>
      </p:pic>
    </p:spTree>
  </p:cSld>
  <p:clrMap bg1="lt1" tx1="dk1" bg2="dk2" tx2="lt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hf sldNum="0" hdr="0" ftr="0" dt="0"/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  <p:extLst>
    <p:ext uri="{27BBF7A9-308A-43DC-89C8-2F10F3537804}">
      <p15:sldGuideLst xmlns:p15="http://schemas.microsoft.com/office/powerpoint/2012/main">
        <p15:guide id="1" orient="horz" pos="2160">
          <p15:clr>
            <a:srgbClr val="F26B43"/>
          </p15:clr>
        </p15:guide>
        <p15:guide id="2" pos="3840">
          <p15:clr>
            <a:srgbClr val="F26B43"/>
          </p15:clr>
        </p15:guide>
      </p15:sldGuideLst>
    </p:ext>
  </p:extLst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1.xml"/><Relationship Id="rId3" Type="http://schemas.openxmlformats.org/officeDocument/2006/relationships/image" Target="../media/image4.png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2.xml"/><Relationship Id="rId3" Type="http://schemas.openxmlformats.org/officeDocument/2006/relationships/image" Target="../media/image5.png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3.xml"/><Relationship Id="rId3" Type="http://schemas.openxmlformats.org/officeDocument/2006/relationships/image" Target="../media/image6.png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4.xml"/><Relationship Id="rId3" Type="http://schemas.openxmlformats.org/officeDocument/2006/relationships/image" Target="../media/image7.png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5.xml"/><Relationship Id="rId3" Type="http://schemas.openxmlformats.org/officeDocument/2006/relationships/image" Target="../media/image8.png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6.xml"/><Relationship Id="rId3" Type="http://schemas.openxmlformats.org/officeDocument/2006/relationships/image" Target="../media/image9.png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7.xml"/><Relationship Id="rId3" Type="http://schemas.openxmlformats.org/officeDocument/2006/relationships/image" Target="../media/image10.png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8.xml"/><Relationship Id="rId3" Type="http://schemas.openxmlformats.org/officeDocument/2006/relationships/image" Target="../media/image11.png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9.xml"/><Relationship Id="rId3" Type="http://schemas.openxmlformats.org/officeDocument/2006/relationships/image" Target="../media/image12.png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10.xml"/><Relationship Id="rId3" Type="http://schemas.openxmlformats.org/officeDocument/2006/relationships/image" Target="../media/image13.png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11.xml"/><Relationship Id="rId3" Type="http://schemas.openxmlformats.org/officeDocument/2006/relationships/image" Target="../media/image14.png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12.xml"/><Relationship Id="rId3" Type="http://schemas.openxmlformats.org/officeDocument/2006/relationships/image" Target="../media/image15.png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13.xml"/><Relationship Id="rId3" Type="http://schemas.openxmlformats.org/officeDocument/2006/relationships/image" Target="../media/image16.png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14.xml"/><Relationship Id="rId3" Type="http://schemas.openxmlformats.org/officeDocument/2006/relationships/image" Target="../media/image17.png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15.xml"/><Relationship Id="rId3" Type="http://schemas.openxmlformats.org/officeDocument/2006/relationships/image" Target="../media/image18.png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16.xml"/><Relationship Id="rId3" Type="http://schemas.openxmlformats.org/officeDocument/2006/relationships/image" Target="../media/image19.png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17.xml"/><Relationship Id="rId3" Type="http://schemas.openxmlformats.org/officeDocument/2006/relationships/image" Target="../media/image20.png"/></Relationships>
</file>

<file path=ppt/slides/_rels/slide1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18.xml"/><Relationship Id="rId3" Type="http://schemas.openxmlformats.org/officeDocument/2006/relationships/image" Target="../media/image21.png"/></Relationships>
</file>

<file path=ppt/slides/_rels/slide2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19.xml"/><Relationship Id="rId3" Type="http://schemas.openxmlformats.org/officeDocument/2006/relationships/image" Target="../media/image22.png"/></Relationships>
</file>

<file path=ppt/slides/_rels/slide2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20.xml"/><Relationship Id="rId3" Type="http://schemas.openxmlformats.org/officeDocument/2006/relationships/image" Target="../media/image23.png"/></Relationships>
</file>

<file path=ppt/slides/_rels/slide2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21.xml"/><Relationship Id="rId3" Type="http://schemas.openxmlformats.org/officeDocument/2006/relationships/image" Target="../media/image24.png"/></Relationships>
</file>

<file path=ppt/slides/_rels/slide2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22.xml"/><Relationship Id="rId3" Type="http://schemas.openxmlformats.org/officeDocument/2006/relationships/image" Target="../media/image25.png"/></Relationships>
</file>

<file path=ppt/slides/_rels/slide2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23.xml"/><Relationship Id="rId3" Type="http://schemas.openxmlformats.org/officeDocument/2006/relationships/image" Target="../media/image26.png"/></Relationships>
</file>

<file path=ppt/slides/_rels/slide2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24.xml"/><Relationship Id="rId3" Type="http://schemas.openxmlformats.org/officeDocument/2006/relationships/image" Target="../media/image27.png"/></Relationships>
</file>

<file path=ppt/slides/_rels/slide2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25.xml"/><Relationship Id="rId3" Type="http://schemas.openxmlformats.org/officeDocument/2006/relationships/image" Target="../media/image28.png"/></Relationships>
</file>

<file path=ppt/slides/_rels/slide2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26.xml"/><Relationship Id="rId3" Type="http://schemas.openxmlformats.org/officeDocument/2006/relationships/image" Target="../media/image29.png"/></Relationships>
</file>

<file path=ppt/slides/_rels/slide2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27.xml"/><Relationship Id="rId3" Type="http://schemas.openxmlformats.org/officeDocument/2006/relationships/image" Target="../media/image30.png"/></Relationships>
</file>

<file path=ppt/slides/_rels/slide2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28.xml"/><Relationship Id="rId3" Type="http://schemas.openxmlformats.org/officeDocument/2006/relationships/image" Target="../media/image31.png"/></Relationships>
</file>

<file path=ppt/slides/_rels/slide3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29.xml"/><Relationship Id="rId3" Type="http://schemas.openxmlformats.org/officeDocument/2006/relationships/image" Target="../media/image32.png"/></Relationships>
</file>

<file path=ppt/slides/_rels/slide3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30.xml"/><Relationship Id="rId3" Type="http://schemas.openxmlformats.org/officeDocument/2006/relationships/image" Target="../media/image33.png"/></Relationships>
</file>

<file path=ppt/slides/_rels/slide3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31.xml"/><Relationship Id="rId3" Type="http://schemas.openxmlformats.org/officeDocument/2006/relationships/image" Target="../media/image34.png"/></Relationships>
</file>

<file path=ppt/slides/_rels/slide3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32.xml"/><Relationship Id="rId3" Type="http://schemas.openxmlformats.org/officeDocument/2006/relationships/image" Target="../media/image35.png"/></Relationships>
</file>

<file path=ppt/slides/_rels/slide3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33.xml"/><Relationship Id="rId3" Type="http://schemas.openxmlformats.org/officeDocument/2006/relationships/image" Target="../media/image36.png"/></Relationships>
</file>

<file path=ppt/slides/_rels/slide3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34.xml"/><Relationship Id="rId3" Type="http://schemas.openxmlformats.org/officeDocument/2006/relationships/image" Target="../media/image37.png"/></Relationships>
</file>

<file path=ppt/slides/_rels/slide3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35.xml"/><Relationship Id="rId3" Type="http://schemas.openxmlformats.org/officeDocument/2006/relationships/image" Target="../media/image38.png"/></Relationships>
</file>

<file path=ppt/slides/_rels/slide3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36.xml"/><Relationship Id="rId3" Type="http://schemas.openxmlformats.org/officeDocument/2006/relationships/image" Target="../media/image39.png"/></Relationships>
</file>

<file path=ppt/slides/_rels/slide3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37.xml"/><Relationship Id="rId3" Type="http://schemas.openxmlformats.org/officeDocument/2006/relationships/image" Target="../media/image40.png"/></Relationships>
</file>

<file path=ppt/slides/_rels/slide3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38.xml"/><Relationship Id="rId3" Type="http://schemas.openxmlformats.org/officeDocument/2006/relationships/image" Target="../media/image41.png"/></Relationships>
</file>

<file path=ppt/slides/_rels/slide4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39.xml"/><Relationship Id="rId3" Type="http://schemas.openxmlformats.org/officeDocument/2006/relationships/image" Target="../media/image42.png"/></Relationships>
</file>

<file path=ppt/slides/_rels/slide4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40.xml"/><Relationship Id="rId3" Type="http://schemas.openxmlformats.org/officeDocument/2006/relationships/image" Target="../media/image43.png"/></Relationships>
</file>

<file path=ppt/slides/_rels/slide4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41.xml"/><Relationship Id="rId3" Type="http://schemas.openxmlformats.org/officeDocument/2006/relationships/image" Target="../media/image44.png"/></Relationships>
</file>

<file path=ppt/slides/_rels/slide4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42.xml"/><Relationship Id="rId3" Type="http://schemas.openxmlformats.org/officeDocument/2006/relationships/image" Target="../media/image45.png"/></Relationships>
</file>

<file path=ppt/slides/_rels/slide4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43.xml"/><Relationship Id="rId3" Type="http://schemas.openxmlformats.org/officeDocument/2006/relationships/image" Target="../media/image46.png"/></Relationships>
</file>

<file path=ppt/slides/_rels/slide4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44.xml"/><Relationship Id="rId3" Type="http://schemas.openxmlformats.org/officeDocument/2006/relationships/image" Target="../media/image47.png"/></Relationships>
</file>

<file path=ppt/slides/_rels/slide4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45.xml"/><Relationship Id="rId3" Type="http://schemas.openxmlformats.org/officeDocument/2006/relationships/image" Target="../media/image48.png"/></Relationships>
</file>

<file path=ppt/slides/_rels/slide4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46.xml"/><Relationship Id="rId3" Type="http://schemas.openxmlformats.org/officeDocument/2006/relationships/image" Target="../media/image49.png"/></Relationships>
</file>

<file path=ppt/slides/_rels/slide4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 wrap="square">
            <a:normAutofit/>
          </a:bodyPr>
          <a:lstStyle/>
          <a:p>
            <a:pPr/>
            <a:r>
              <a:rPr sz="4400"/>
              <a:t>Intro to Information Gathering — Passive and Active Recon</a:t>
            </a:r>
          </a:p>
        </p:txBody>
      </p:sp>
      <p:sp>
        <p:nvSpPr>
          <p:cNvPr id="3" name="Disclaimer">
            <a:extLst>
              <a:ext uri="{FF2B5EF4-FFF2-40B4-BE49-F238E27FC236}">
                <a16:creationId xmlns:a16="http://schemas.microsoft.com/office/drawing/2014/main" id="{AF066B48-BBCB-D243-DA16-4C1CF9825479}"/>
              </a:ext>
            </a:extLst>
          </p:cNvPr>
          <p:cNvSpPr txBox="1">
            <a:spLocks noGrp="1"/>
          </p:cNvSpPr>
          <p:nvPr>
            <p:ph type="ftr" idx="11"/>
          </p:nvPr>
        </p:nvSpPr>
        <p:spPr>
          <a:xfrm>
            <a:off x="0" y="6627376"/>
            <a:ext cx="7873550" cy="23062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sz="1000" b="0" i="0" u="none" strike="noStrike" cap="none">
                <a:solidFill>
                  <a:srgbClr val="B4B4B4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sz="1000" b="0" i="0" u="none" strike="noStrike" cap="none">
                <a:solidFill>
                  <a:srgbClr val="B4B4B4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sz="1000" b="0" i="0" u="none" strike="noStrike" cap="none">
                <a:solidFill>
                  <a:srgbClr val="B4B4B4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sz="1000" b="0" i="0" u="none" strike="noStrike" cap="none">
                <a:solidFill>
                  <a:srgbClr val="B4B4B4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sz="1000" b="0" i="0" u="none" strike="noStrike" cap="none">
                <a:solidFill>
                  <a:srgbClr val="B4B4B4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sz="1000" b="0" i="0" u="none" strike="noStrike" cap="none">
                <a:solidFill>
                  <a:srgbClr val="B4B4B4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sz="1000" b="0" i="0" u="none" strike="noStrike" cap="none">
                <a:solidFill>
                  <a:srgbClr val="B4B4B4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sz="1000" b="0" i="0" u="none" strike="noStrike" cap="none">
                <a:solidFill>
                  <a:srgbClr val="B4B4B4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sz="1000" b="0" i="0" u="none" strike="noStrike" cap="none">
                <a:solidFill>
                  <a:srgbClr val="B4B4B4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r>
              <a:rPr dirty="0"/>
              <a:t>Not for public release. Course training material. Copyright [schoolhouse TBD]. Do not copy or redistribute outside the assigned course.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363362" y="952052"/>
            <a:ext cx="10142837" cy="567883"/>
          </a:xfrm>
        </p:spPr>
        <p:txBody>
          <a:bodyPr wrap="square" anchor="t">
            <a:normAutofit/>
          </a:bodyPr>
          <a:lstStyle/>
          <a:p>
            <a:pPr/>
            <a:r>
              <a:rPr sz="2600"/>
              <a:t>Information Gathering and Reconnaissance</a:t>
            </a:r>
          </a:p>
        </p:txBody>
      </p:sp>
      <p:pic>
        <p:nvPicPr>
          <p:cNvPr id="5" name="Picture 4" descr="2981db848f8b61017fe94ae75bdaa728a29933f77c630d808acf8d9ed6656e9a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875784" y="1574799"/>
            <a:ext cx="4781253" cy="4781253"/>
          </a:xfrm>
          <a:prstGeom prst="rect">
            <a:avLst/>
          </a:prstGeom>
        </p:spPr>
      </p:pic>
      <p:sp>
        <p:nvSpPr>
          <p:cNvPr id="6" name="Disclaimer">
            <a:extLst>
              <a:ext uri="{FF2B5EF4-FFF2-40B4-BE49-F238E27FC236}">
                <a16:creationId xmlns:a16="http://schemas.microsoft.com/office/drawing/2014/main" id="{AF066B48-BBCB-D243-DA16-4C1CF9825479}"/>
              </a:ext>
            </a:extLst>
          </p:cNvPr>
          <p:cNvSpPr txBox="1">
            <a:spLocks noGrp="1"/>
          </p:cNvSpPr>
          <p:nvPr>
            <p:ph type="ftr" idx="11"/>
          </p:nvPr>
        </p:nvSpPr>
        <p:spPr>
          <a:xfrm>
            <a:off x="0" y="6627376"/>
            <a:ext cx="7873550" cy="23062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sz="1000" b="0" i="0" u="none" strike="noStrike" cap="none">
                <a:solidFill>
                  <a:srgbClr val="B4B4B4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sz="1000" b="0" i="0" u="none" strike="noStrike" cap="none">
                <a:solidFill>
                  <a:srgbClr val="B4B4B4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sz="1000" b="0" i="0" u="none" strike="noStrike" cap="none">
                <a:solidFill>
                  <a:srgbClr val="B4B4B4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sz="1000" b="0" i="0" u="none" strike="noStrike" cap="none">
                <a:solidFill>
                  <a:srgbClr val="B4B4B4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sz="1000" b="0" i="0" u="none" strike="noStrike" cap="none">
                <a:solidFill>
                  <a:srgbClr val="B4B4B4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sz="1000" b="0" i="0" u="none" strike="noStrike" cap="none">
                <a:solidFill>
                  <a:srgbClr val="B4B4B4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sz="1000" b="0" i="0" u="none" strike="noStrike" cap="none">
                <a:solidFill>
                  <a:srgbClr val="B4B4B4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sz="1000" b="0" i="0" u="none" strike="noStrike" cap="none">
                <a:solidFill>
                  <a:srgbClr val="B4B4B4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sz="1000" b="0" i="0" u="none" strike="noStrike" cap="none">
                <a:solidFill>
                  <a:srgbClr val="B4B4B4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r>
              <a:rPr dirty="0"/>
              <a:t>Not for public release. Course training material. Copyright [schoolhouse TBD]. Do not copy or redistribute outside the assigned course.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363362" y="952052"/>
            <a:ext cx="10142837" cy="567883"/>
          </a:xfrm>
        </p:spPr>
        <p:txBody>
          <a:bodyPr wrap="square" anchor="t">
            <a:normAutofit/>
          </a:bodyPr>
          <a:lstStyle/>
          <a:p>
            <a:pPr/>
            <a:r>
              <a:rPr sz="2600"/>
              <a:t>Lesson Objectives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idx="2"/>
          </p:nvPr>
        </p:nvSpPr>
        <p:spPr>
          <a:xfrm>
            <a:off x="1363363" y="1666240"/>
            <a:ext cx="4420981" cy="4505960"/>
          </a:xfrm>
        </p:spPr>
        <p:txBody>
          <a:bodyPr wrap="square" anchor="t">
            <a:normAutofit/>
          </a:bodyPr>
          <a:lstStyle/>
          <a:p>
            <a:pPr/>
            <a:r>
              <a:rPr sz="1400"/>
              <a:t>Define reconnaissance in cyber threat hunting and counterstrike operations, and distinguish </a:t>
            </a:r>
            <a:r>
              <a:rPr b="1" sz="1400"/>
              <a:t>passive</a:t>
            </a:r>
            <a:r>
              <a:rPr sz="1400"/>
              <a:t> (observe) from </a:t>
            </a:r>
            <a:r>
              <a:rPr b="1" sz="1400"/>
              <a:t>active</a:t>
            </a:r>
            <a:r>
              <a:rPr sz="1400"/>
              <a:t> (reveal/verify).</a:t>
            </a:r>
          </a:p>
          <a:p>
            <a:pPr/>
            <a:r>
              <a:rPr sz="1400"/>
              <a:t>Identify the role of recon against </a:t>
            </a:r>
            <a:r>
              <a:rPr b="1" sz="1400"/>
              <a:t>adversary infrastructure</a:t>
            </a:r>
            <a:r>
              <a:rPr sz="1400"/>
              <a:t> from </a:t>
            </a:r>
            <a:r>
              <a:rPr b="1" sz="1400"/>
              <a:t>blue space</a:t>
            </a:r>
            <a:r>
              <a:rPr sz="1400"/>
              <a:t>, mapped to ATT&amp;CK </a:t>
            </a:r>
            <a:r>
              <a:rPr b="1" sz="1400"/>
              <a:t>TA0043</a:t>
            </a:r>
            <a:r>
              <a:rPr sz="1400"/>
              <a:t>.</a:t>
            </a:r>
          </a:p>
          <a:p>
            <a:pPr/>
            <a:r>
              <a:rPr sz="1400"/>
              <a:t>Apply a short passive collection picture (artifacts, OSINT, domain pivots) to generate </a:t>
            </a:r>
            <a:r>
              <a:rPr b="1" sz="1400"/>
              <a:t>leads</a:t>
            </a:r>
            <a:r>
              <a:rPr sz="1400"/>
              <a:t>—not the primary skill this course grades.</a:t>
            </a:r>
          </a:p>
          <a:p>
            <a:pPr/>
            <a:r>
              <a:rPr sz="1400"/>
              <a:t>Select and explain active scanning and enumeration methods (scan types, port states, Nmap decisions, detection trade-offs) you will use when you scan.</a:t>
            </a:r>
          </a:p>
        </p:txBody>
      </p:sp>
      <p:pic>
        <p:nvPicPr>
          <p:cNvPr id="5" name="Picture 4" descr="24e73956daae5290b644c8809e8a8216c962a2ae3be3a64637273b7d9b5ae027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875784" y="1574799"/>
            <a:ext cx="4781253" cy="4781253"/>
          </a:xfrm>
          <a:prstGeom prst="rect">
            <a:avLst/>
          </a:prstGeom>
        </p:spPr>
      </p:pic>
      <p:sp>
        <p:nvSpPr>
          <p:cNvPr id="6" name="Disclaimer">
            <a:extLst>
              <a:ext uri="{FF2B5EF4-FFF2-40B4-BE49-F238E27FC236}">
                <a16:creationId xmlns:a16="http://schemas.microsoft.com/office/drawing/2014/main" id="{AF066B48-BBCB-D243-DA16-4C1CF9825479}"/>
              </a:ext>
            </a:extLst>
          </p:cNvPr>
          <p:cNvSpPr txBox="1">
            <a:spLocks noGrp="1"/>
          </p:cNvSpPr>
          <p:nvPr>
            <p:ph type="ftr" idx="11"/>
          </p:nvPr>
        </p:nvSpPr>
        <p:spPr>
          <a:xfrm>
            <a:off x="0" y="6627376"/>
            <a:ext cx="7873550" cy="23062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sz="1000" b="0" i="0" u="none" strike="noStrike" cap="none">
                <a:solidFill>
                  <a:srgbClr val="B4B4B4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sz="1000" b="0" i="0" u="none" strike="noStrike" cap="none">
                <a:solidFill>
                  <a:srgbClr val="B4B4B4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sz="1000" b="0" i="0" u="none" strike="noStrike" cap="none">
                <a:solidFill>
                  <a:srgbClr val="B4B4B4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sz="1000" b="0" i="0" u="none" strike="noStrike" cap="none">
                <a:solidFill>
                  <a:srgbClr val="B4B4B4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sz="1000" b="0" i="0" u="none" strike="noStrike" cap="none">
                <a:solidFill>
                  <a:srgbClr val="B4B4B4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sz="1000" b="0" i="0" u="none" strike="noStrike" cap="none">
                <a:solidFill>
                  <a:srgbClr val="B4B4B4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sz="1000" b="0" i="0" u="none" strike="noStrike" cap="none">
                <a:solidFill>
                  <a:srgbClr val="B4B4B4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sz="1000" b="0" i="0" u="none" strike="noStrike" cap="none">
                <a:solidFill>
                  <a:srgbClr val="B4B4B4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sz="1000" b="0" i="0" u="none" strike="noStrike" cap="none">
                <a:solidFill>
                  <a:srgbClr val="B4B4B4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r>
              <a:rPr dirty="0"/>
              <a:t>Not for public release. Course training material. Copyright [schoolhouse TBD]. Do not copy or redistribute outside the assigned course.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363362" y="952052"/>
            <a:ext cx="10142837" cy="567883"/>
          </a:xfrm>
        </p:spPr>
        <p:txBody>
          <a:bodyPr wrap="square" anchor="t">
            <a:normAutofit/>
          </a:bodyPr>
          <a:lstStyle/>
          <a:p>
            <a:pPr/>
            <a:r>
              <a:rPr sz="2600"/>
              <a:t>What Reconnaissance Is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idx="2"/>
          </p:nvPr>
        </p:nvSpPr>
        <p:spPr>
          <a:xfrm>
            <a:off x="1363363" y="1666240"/>
            <a:ext cx="4420981" cy="4505960"/>
          </a:xfrm>
        </p:spPr>
        <p:txBody>
          <a:bodyPr wrap="square" anchor="t">
            <a:normAutofit/>
          </a:bodyPr>
          <a:lstStyle/>
          <a:p>
            <a:pPr/>
            <a:r>
              <a:rPr sz="1800"/>
              <a:t>Collection that produces targeting intelligence</a:t>
            </a:r>
          </a:p>
          <a:p>
            <a:pPr/>
            <a:r>
              <a:rPr sz="1800"/>
              <a:t>Doctrinal task: </a:t>
            </a:r>
            <a:r>
              <a:rPr b="1" sz="1800"/>
              <a:t>reconnoiter</a:t>
            </a:r>
          </a:p>
          <a:p>
            <a:pPr/>
            <a:r>
              <a:rPr sz="1800"/>
              <a:t>ATT&amp;CK tactic: </a:t>
            </a:r>
            <a:r>
              <a:rPr b="1" sz="1800"/>
              <a:t>Reconnaissance (TA0043)</a:t>
            </a:r>
          </a:p>
          <a:p>
            <a:pPr/>
            <a:r>
              <a:rPr sz="1800"/>
              <a:t>Target: </a:t>
            </a:r>
            <a:r>
              <a:rPr b="1" sz="1800"/>
              <a:t>adversary infrastructure</a:t>
            </a:r>
            <a:r>
              <a:rPr sz="1800"/>
              <a:t>, not friendly hosts</a:t>
            </a:r>
          </a:p>
          <a:p>
            <a:pPr/>
            <a:r>
              <a:rPr sz="1800"/>
              <a:t>Vantage: </a:t>
            </a:r>
            <a:r>
              <a:rPr b="1" sz="1800"/>
              <a:t>blue space</a:t>
            </a:r>
            <a:r>
              <a:rPr sz="1800"/>
              <a:t>—networks you control</a:t>
            </a:r>
          </a:p>
        </p:txBody>
      </p:sp>
      <p:pic>
        <p:nvPicPr>
          <p:cNvPr id="5" name="Picture 4" descr="7c3f3e0a7b56025141167398d934ca6d95ff4bc77823cd3aa7fc739b6b95cfc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875784" y="1574799"/>
            <a:ext cx="4781253" cy="4781253"/>
          </a:xfrm>
          <a:prstGeom prst="rect">
            <a:avLst/>
          </a:prstGeom>
        </p:spPr>
      </p:pic>
      <p:sp>
        <p:nvSpPr>
          <p:cNvPr id="6" name="Disclaimer">
            <a:extLst>
              <a:ext uri="{FF2B5EF4-FFF2-40B4-BE49-F238E27FC236}">
                <a16:creationId xmlns:a16="http://schemas.microsoft.com/office/drawing/2014/main" id="{AF066B48-BBCB-D243-DA16-4C1CF9825479}"/>
              </a:ext>
            </a:extLst>
          </p:cNvPr>
          <p:cNvSpPr txBox="1">
            <a:spLocks noGrp="1"/>
          </p:cNvSpPr>
          <p:nvPr>
            <p:ph type="ftr" idx="11"/>
          </p:nvPr>
        </p:nvSpPr>
        <p:spPr>
          <a:xfrm>
            <a:off x="0" y="6627376"/>
            <a:ext cx="7873550" cy="23062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sz="1000" b="0" i="0" u="none" strike="noStrike" cap="none">
                <a:solidFill>
                  <a:srgbClr val="B4B4B4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sz="1000" b="0" i="0" u="none" strike="noStrike" cap="none">
                <a:solidFill>
                  <a:srgbClr val="B4B4B4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sz="1000" b="0" i="0" u="none" strike="noStrike" cap="none">
                <a:solidFill>
                  <a:srgbClr val="B4B4B4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sz="1000" b="0" i="0" u="none" strike="noStrike" cap="none">
                <a:solidFill>
                  <a:srgbClr val="B4B4B4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sz="1000" b="0" i="0" u="none" strike="noStrike" cap="none">
                <a:solidFill>
                  <a:srgbClr val="B4B4B4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sz="1000" b="0" i="0" u="none" strike="noStrike" cap="none">
                <a:solidFill>
                  <a:srgbClr val="B4B4B4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sz="1000" b="0" i="0" u="none" strike="noStrike" cap="none">
                <a:solidFill>
                  <a:srgbClr val="B4B4B4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sz="1000" b="0" i="0" u="none" strike="noStrike" cap="none">
                <a:solidFill>
                  <a:srgbClr val="B4B4B4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sz="1000" b="0" i="0" u="none" strike="noStrike" cap="none">
                <a:solidFill>
                  <a:srgbClr val="B4B4B4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r>
              <a:rPr dirty="0"/>
              <a:t>Not for public release. Course training material. Copyright [schoolhouse TBD]. Do not copy or redistribute outside the assigned course.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363362" y="952052"/>
            <a:ext cx="10142837" cy="567883"/>
          </a:xfrm>
        </p:spPr>
        <p:txBody>
          <a:bodyPr wrap="square" anchor="t">
            <a:normAutofit/>
          </a:bodyPr>
          <a:lstStyle/>
          <a:p>
            <a:pPr/>
            <a:r>
              <a:rPr sz="2600"/>
              <a:t>Why Collection Matters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idx="2"/>
          </p:nvPr>
        </p:nvSpPr>
        <p:spPr>
          <a:xfrm>
            <a:off x="1363363" y="1666240"/>
            <a:ext cx="4420981" cy="4505960"/>
          </a:xfrm>
        </p:spPr>
        <p:txBody>
          <a:bodyPr wrap="square" anchor="t">
            <a:normAutofit/>
          </a:bodyPr>
          <a:lstStyle/>
          <a:p>
            <a:pPr/>
            <a:r>
              <a:rPr sz="1800"/>
              <a:t>Validate IOCs from blue-space detections</a:t>
            </a:r>
          </a:p>
          <a:p>
            <a:pPr/>
            <a:r>
              <a:rPr sz="1800"/>
              <a:t>Support attribution and campaign linkage</a:t>
            </a:r>
          </a:p>
          <a:p>
            <a:pPr/>
            <a:r>
              <a:rPr sz="1800"/>
              <a:t>Shape targeting and effects options</a:t>
            </a:r>
          </a:p>
          <a:p>
            <a:pPr/>
            <a:r>
              <a:rPr sz="1800"/>
              <a:t>Quiet first; probe only when a decision needs it</a:t>
            </a:r>
          </a:p>
        </p:txBody>
      </p:sp>
      <p:pic>
        <p:nvPicPr>
          <p:cNvPr id="5" name="Picture 4" descr="0a3af0b5b4a555b4b5f0f3d582102439fa3456d37624c5e4bffbc415a255708f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875784" y="1574799"/>
            <a:ext cx="4781253" cy="4781253"/>
          </a:xfrm>
          <a:prstGeom prst="rect">
            <a:avLst/>
          </a:prstGeom>
        </p:spPr>
      </p:pic>
      <p:sp>
        <p:nvSpPr>
          <p:cNvPr id="6" name="Disclaimer">
            <a:extLst>
              <a:ext uri="{FF2B5EF4-FFF2-40B4-BE49-F238E27FC236}">
                <a16:creationId xmlns:a16="http://schemas.microsoft.com/office/drawing/2014/main" id="{AF066B48-BBCB-D243-DA16-4C1CF9825479}"/>
              </a:ext>
            </a:extLst>
          </p:cNvPr>
          <p:cNvSpPr txBox="1">
            <a:spLocks noGrp="1"/>
          </p:cNvSpPr>
          <p:nvPr>
            <p:ph type="ftr" idx="11"/>
          </p:nvPr>
        </p:nvSpPr>
        <p:spPr>
          <a:xfrm>
            <a:off x="0" y="6627376"/>
            <a:ext cx="7873550" cy="23062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sz="1000" b="0" i="0" u="none" strike="noStrike" cap="none">
                <a:solidFill>
                  <a:srgbClr val="B4B4B4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sz="1000" b="0" i="0" u="none" strike="noStrike" cap="none">
                <a:solidFill>
                  <a:srgbClr val="B4B4B4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sz="1000" b="0" i="0" u="none" strike="noStrike" cap="none">
                <a:solidFill>
                  <a:srgbClr val="B4B4B4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sz="1000" b="0" i="0" u="none" strike="noStrike" cap="none">
                <a:solidFill>
                  <a:srgbClr val="B4B4B4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sz="1000" b="0" i="0" u="none" strike="noStrike" cap="none">
                <a:solidFill>
                  <a:srgbClr val="B4B4B4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sz="1000" b="0" i="0" u="none" strike="noStrike" cap="none">
                <a:solidFill>
                  <a:srgbClr val="B4B4B4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sz="1000" b="0" i="0" u="none" strike="noStrike" cap="none">
                <a:solidFill>
                  <a:srgbClr val="B4B4B4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sz="1000" b="0" i="0" u="none" strike="noStrike" cap="none">
                <a:solidFill>
                  <a:srgbClr val="B4B4B4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sz="1000" b="0" i="0" u="none" strike="noStrike" cap="none">
                <a:solidFill>
                  <a:srgbClr val="B4B4B4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r>
              <a:rPr dirty="0"/>
              <a:t>Not for public release. Course training material. Copyright [schoolhouse TBD]. Do not copy or redistribute outside the assigned course.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363362" y="952052"/>
            <a:ext cx="10142837" cy="567883"/>
          </a:xfrm>
        </p:spPr>
        <p:txBody>
          <a:bodyPr wrap="square" anchor="t">
            <a:normAutofit/>
          </a:bodyPr>
          <a:lstStyle/>
          <a:p>
            <a:pPr/>
            <a:r>
              <a:rPr sz="2600"/>
              <a:t>Passive Reconnaissance Defined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idx="2"/>
          </p:nvPr>
        </p:nvSpPr>
        <p:spPr>
          <a:xfrm>
            <a:off x="1363363" y="1666240"/>
            <a:ext cx="4420981" cy="4505960"/>
          </a:xfrm>
        </p:spPr>
        <p:txBody>
          <a:bodyPr wrap="square" anchor="t">
            <a:normAutofit/>
          </a:bodyPr>
          <a:lstStyle/>
          <a:p>
            <a:pPr/>
            <a:r>
              <a:rPr b="1" sz="1800"/>
              <a:t>Passive recon:</a:t>
            </a:r>
            <a:r>
              <a:rPr sz="1800"/>
              <a:t> collect from existing sources</a:t>
            </a:r>
          </a:p>
          <a:p>
            <a:pPr/>
            <a:r>
              <a:rPr sz="1800"/>
              <a:t>No direct interaction with target systems/networks</a:t>
            </a:r>
          </a:p>
          <a:p>
            <a:pPr/>
            <a:r>
              <a:rPr sz="1800"/>
              <a:t>Sources: internal logs, IOCs, public OSINT</a:t>
            </a:r>
          </a:p>
          <a:p>
            <a:pPr/>
            <a:r>
              <a:rPr sz="1800"/>
              <a:t>Benefit: low detection risk; quiet early mapping</a:t>
            </a:r>
          </a:p>
          <a:p>
            <a:pPr/>
            <a:r>
              <a:rPr sz="1800"/>
              <a:t>Output: </a:t>
            </a:r>
            <a:r>
              <a:rPr b="1" sz="1800"/>
              <a:t>leads</a:t>
            </a:r>
            <a:r>
              <a:rPr sz="1800"/>
              <a:t>, not live confirmation</a:t>
            </a:r>
          </a:p>
        </p:txBody>
      </p:sp>
      <p:pic>
        <p:nvPicPr>
          <p:cNvPr id="5" name="Picture 4" descr="55d512179c05cac2850584db67351d41dcf056cb2453cf05ae462dee9d2e7de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875784" y="1574799"/>
            <a:ext cx="4781253" cy="4781253"/>
          </a:xfrm>
          <a:prstGeom prst="rect">
            <a:avLst/>
          </a:prstGeom>
        </p:spPr>
      </p:pic>
      <p:sp>
        <p:nvSpPr>
          <p:cNvPr id="6" name="Disclaimer">
            <a:extLst>
              <a:ext uri="{FF2B5EF4-FFF2-40B4-BE49-F238E27FC236}">
                <a16:creationId xmlns:a16="http://schemas.microsoft.com/office/drawing/2014/main" id="{AF066B48-BBCB-D243-DA16-4C1CF9825479}"/>
              </a:ext>
            </a:extLst>
          </p:cNvPr>
          <p:cNvSpPr txBox="1">
            <a:spLocks noGrp="1"/>
          </p:cNvSpPr>
          <p:nvPr>
            <p:ph type="ftr" idx="11"/>
          </p:nvPr>
        </p:nvSpPr>
        <p:spPr>
          <a:xfrm>
            <a:off x="0" y="6627376"/>
            <a:ext cx="7873550" cy="23062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sz="1000" b="0" i="0" u="none" strike="noStrike" cap="none">
                <a:solidFill>
                  <a:srgbClr val="B4B4B4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sz="1000" b="0" i="0" u="none" strike="noStrike" cap="none">
                <a:solidFill>
                  <a:srgbClr val="B4B4B4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sz="1000" b="0" i="0" u="none" strike="noStrike" cap="none">
                <a:solidFill>
                  <a:srgbClr val="B4B4B4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sz="1000" b="0" i="0" u="none" strike="noStrike" cap="none">
                <a:solidFill>
                  <a:srgbClr val="B4B4B4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sz="1000" b="0" i="0" u="none" strike="noStrike" cap="none">
                <a:solidFill>
                  <a:srgbClr val="B4B4B4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sz="1000" b="0" i="0" u="none" strike="noStrike" cap="none">
                <a:solidFill>
                  <a:srgbClr val="B4B4B4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sz="1000" b="0" i="0" u="none" strike="noStrike" cap="none">
                <a:solidFill>
                  <a:srgbClr val="B4B4B4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sz="1000" b="0" i="0" u="none" strike="noStrike" cap="none">
                <a:solidFill>
                  <a:srgbClr val="B4B4B4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sz="1000" b="0" i="0" u="none" strike="noStrike" cap="none">
                <a:solidFill>
                  <a:srgbClr val="B4B4B4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r>
              <a:rPr dirty="0"/>
              <a:t>Not for public release. Course training material. Copyright [schoolhouse TBD]. Do not copy or redistribute outside the assigned course.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363362" y="952052"/>
            <a:ext cx="10142837" cy="567883"/>
          </a:xfrm>
        </p:spPr>
        <p:txBody>
          <a:bodyPr wrap="square" anchor="t">
            <a:normAutofit/>
          </a:bodyPr>
          <a:lstStyle/>
          <a:p>
            <a:pPr/>
            <a:r>
              <a:rPr sz="2600"/>
              <a:t>Active Reconnaissance Defined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idx="2"/>
          </p:nvPr>
        </p:nvSpPr>
        <p:spPr>
          <a:xfrm>
            <a:off x="1363363" y="1666240"/>
            <a:ext cx="4420981" cy="4505960"/>
          </a:xfrm>
        </p:spPr>
        <p:txBody>
          <a:bodyPr wrap="square" anchor="t">
            <a:normAutofit/>
          </a:bodyPr>
          <a:lstStyle/>
          <a:p>
            <a:pPr/>
            <a:r>
              <a:rPr b="1" sz="1800"/>
              <a:t>Active recon:</a:t>
            </a:r>
            <a:r>
              <a:rPr sz="1800"/>
              <a:t> direct probing of adversary infrastructure</a:t>
            </a:r>
          </a:p>
          <a:p>
            <a:pPr/>
            <a:r>
              <a:rPr sz="1800"/>
              <a:t>Examples: port scanning, vulnerability enumeration</a:t>
            </a:r>
          </a:p>
          <a:p>
            <a:pPr/>
            <a:r>
              <a:rPr sz="1800"/>
              <a:t>Higher detection risk; richer live detail than passive alone</a:t>
            </a:r>
          </a:p>
          <a:p>
            <a:pPr/>
            <a:r>
              <a:rPr sz="1800"/>
              <a:t>Reveals or verifies what observation could not</a:t>
            </a:r>
          </a:p>
          <a:p>
            <a:pPr/>
            <a:r>
              <a:rPr sz="1800"/>
              <a:t>Feeds exploitation and effects planning</a:t>
            </a:r>
          </a:p>
        </p:txBody>
      </p:sp>
      <p:pic>
        <p:nvPicPr>
          <p:cNvPr id="5" name="Picture 4" descr="142928c8a3309dc25e9e120aa1c598cdc302c783d19e7204c43191cc0804020b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875784" y="1574799"/>
            <a:ext cx="4781253" cy="4781253"/>
          </a:xfrm>
          <a:prstGeom prst="rect">
            <a:avLst/>
          </a:prstGeom>
        </p:spPr>
      </p:pic>
      <p:sp>
        <p:nvSpPr>
          <p:cNvPr id="6" name="Disclaimer">
            <a:extLst>
              <a:ext uri="{FF2B5EF4-FFF2-40B4-BE49-F238E27FC236}">
                <a16:creationId xmlns:a16="http://schemas.microsoft.com/office/drawing/2014/main" id="{AF066B48-BBCB-D243-DA16-4C1CF9825479}"/>
              </a:ext>
            </a:extLst>
          </p:cNvPr>
          <p:cNvSpPr txBox="1">
            <a:spLocks noGrp="1"/>
          </p:cNvSpPr>
          <p:nvPr>
            <p:ph type="ftr" idx="11"/>
          </p:nvPr>
        </p:nvSpPr>
        <p:spPr>
          <a:xfrm>
            <a:off x="0" y="6627376"/>
            <a:ext cx="7873550" cy="23062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sz="1000" b="0" i="0" u="none" strike="noStrike" cap="none">
                <a:solidFill>
                  <a:srgbClr val="B4B4B4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sz="1000" b="0" i="0" u="none" strike="noStrike" cap="none">
                <a:solidFill>
                  <a:srgbClr val="B4B4B4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sz="1000" b="0" i="0" u="none" strike="noStrike" cap="none">
                <a:solidFill>
                  <a:srgbClr val="B4B4B4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sz="1000" b="0" i="0" u="none" strike="noStrike" cap="none">
                <a:solidFill>
                  <a:srgbClr val="B4B4B4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sz="1000" b="0" i="0" u="none" strike="noStrike" cap="none">
                <a:solidFill>
                  <a:srgbClr val="B4B4B4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sz="1000" b="0" i="0" u="none" strike="noStrike" cap="none">
                <a:solidFill>
                  <a:srgbClr val="B4B4B4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sz="1000" b="0" i="0" u="none" strike="noStrike" cap="none">
                <a:solidFill>
                  <a:srgbClr val="B4B4B4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sz="1000" b="0" i="0" u="none" strike="noStrike" cap="none">
                <a:solidFill>
                  <a:srgbClr val="B4B4B4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sz="1000" b="0" i="0" u="none" strike="noStrike" cap="none">
                <a:solidFill>
                  <a:srgbClr val="B4B4B4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r>
              <a:rPr dirty="0"/>
              <a:t>Not for public release. Course training material. Copyright [schoolhouse TBD]. Do not copy or redistribute outside the assigned course.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363362" y="952052"/>
            <a:ext cx="10142837" cy="567883"/>
          </a:xfrm>
        </p:spPr>
        <p:txBody>
          <a:bodyPr wrap="square" anchor="t">
            <a:normAutofit/>
          </a:bodyPr>
          <a:lstStyle/>
          <a:p>
            <a:pPr/>
            <a:r>
              <a:rPr sz="2600"/>
              <a:t>Passive vs Active — Distinctions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idx="2"/>
          </p:nvPr>
        </p:nvSpPr>
        <p:spPr>
          <a:xfrm>
            <a:off x="1363363" y="1666240"/>
            <a:ext cx="4420981" cy="4505960"/>
          </a:xfrm>
        </p:spPr>
        <p:txBody>
          <a:bodyPr wrap="square" anchor="t">
            <a:normAutofit/>
          </a:bodyPr>
          <a:lstStyle/>
          <a:p>
            <a:pPr/>
            <a:r>
              <a:rPr b="1" sz="1800"/>
              <a:t>Passive:</a:t>
            </a:r>
            <a:r>
              <a:rPr sz="1800"/>
              <a:t> observational; points you toward leads from artifacts and public data</a:t>
            </a:r>
          </a:p>
          <a:p>
            <a:pPr/>
            <a:r>
              <a:rPr b="1" sz="1800"/>
              <a:t>Active:</a:t>
            </a:r>
            <a:r>
              <a:rPr sz="1800"/>
              <a:t> interventional; verifies those leads or reveals what passive could not</a:t>
            </a:r>
          </a:p>
          <a:p>
            <a:pPr/>
            <a:r>
              <a:rPr sz="1800"/>
              <a:t>Sequence: </a:t>
            </a:r>
            <a:r>
              <a:rPr b="1" sz="1800"/>
              <a:t>observe → reveal/verify → act</a:t>
            </a:r>
          </a:p>
          <a:p>
            <a:pPr/>
            <a:r>
              <a:rPr sz="1800"/>
              <a:t>Blue-space edge: controlled vantage; probes can blend with expected traffic</a:t>
            </a:r>
          </a:p>
        </p:txBody>
      </p:sp>
      <p:pic>
        <p:nvPicPr>
          <p:cNvPr id="5" name="Picture 4" descr="4822f7b49204103a1a149c36374deb8a1111d9a7333eb51a974461a7abe337c6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875784" y="1574799"/>
            <a:ext cx="4781253" cy="4781253"/>
          </a:xfrm>
          <a:prstGeom prst="rect">
            <a:avLst/>
          </a:prstGeom>
        </p:spPr>
      </p:pic>
      <p:sp>
        <p:nvSpPr>
          <p:cNvPr id="6" name="Disclaimer">
            <a:extLst>
              <a:ext uri="{FF2B5EF4-FFF2-40B4-BE49-F238E27FC236}">
                <a16:creationId xmlns:a16="http://schemas.microsoft.com/office/drawing/2014/main" id="{AF066B48-BBCB-D243-DA16-4C1CF9825479}"/>
              </a:ext>
            </a:extLst>
          </p:cNvPr>
          <p:cNvSpPr txBox="1">
            <a:spLocks noGrp="1"/>
          </p:cNvSpPr>
          <p:nvPr>
            <p:ph type="ftr" idx="11"/>
          </p:nvPr>
        </p:nvSpPr>
        <p:spPr>
          <a:xfrm>
            <a:off x="0" y="6627376"/>
            <a:ext cx="7873550" cy="23062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sz="1000" b="0" i="0" u="none" strike="noStrike" cap="none">
                <a:solidFill>
                  <a:srgbClr val="B4B4B4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sz="1000" b="0" i="0" u="none" strike="noStrike" cap="none">
                <a:solidFill>
                  <a:srgbClr val="B4B4B4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sz="1000" b="0" i="0" u="none" strike="noStrike" cap="none">
                <a:solidFill>
                  <a:srgbClr val="B4B4B4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sz="1000" b="0" i="0" u="none" strike="noStrike" cap="none">
                <a:solidFill>
                  <a:srgbClr val="B4B4B4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sz="1000" b="0" i="0" u="none" strike="noStrike" cap="none">
                <a:solidFill>
                  <a:srgbClr val="B4B4B4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sz="1000" b="0" i="0" u="none" strike="noStrike" cap="none">
                <a:solidFill>
                  <a:srgbClr val="B4B4B4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sz="1000" b="0" i="0" u="none" strike="noStrike" cap="none">
                <a:solidFill>
                  <a:srgbClr val="B4B4B4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sz="1000" b="0" i="0" u="none" strike="noStrike" cap="none">
                <a:solidFill>
                  <a:srgbClr val="B4B4B4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sz="1000" b="0" i="0" u="none" strike="noStrike" cap="none">
                <a:solidFill>
                  <a:srgbClr val="B4B4B4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r>
              <a:rPr dirty="0"/>
              <a:t>Not for public release. Course training material. Copyright [schoolhouse TBD]. Do not copy or redistribute outside the assigned course.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363362" y="952052"/>
            <a:ext cx="10142837" cy="567883"/>
          </a:xfrm>
        </p:spPr>
        <p:txBody>
          <a:bodyPr wrap="square" anchor="t">
            <a:normAutofit/>
          </a:bodyPr>
          <a:lstStyle/>
          <a:p>
            <a:pPr/>
            <a:r>
              <a:rPr sz="2600"/>
              <a:t>When to Go Active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idx="2"/>
          </p:nvPr>
        </p:nvSpPr>
        <p:spPr>
          <a:xfrm>
            <a:off x="1363363" y="1666240"/>
            <a:ext cx="4420981" cy="4505960"/>
          </a:xfrm>
        </p:spPr>
        <p:txBody>
          <a:bodyPr wrap="square" anchor="t">
            <a:normAutofit/>
          </a:bodyPr>
          <a:lstStyle/>
          <a:p>
            <a:pPr/>
            <a:r>
              <a:rPr sz="1800"/>
              <a:t>Passive collection produced relevant leads</a:t>
            </a:r>
          </a:p>
          <a:p>
            <a:pPr/>
            <a:r>
              <a:rPr sz="1800"/>
              <a:t>Need to reveal or verify live services for the next decision</a:t>
            </a:r>
          </a:p>
          <a:p>
            <a:pPr/>
            <a:r>
              <a:rPr sz="1800"/>
              <a:t>Timing: after correlating passive evidence, then verify and enumerate</a:t>
            </a:r>
          </a:p>
          <a:p>
            <a:pPr/>
            <a:r>
              <a:rPr sz="1800"/>
              <a:t>OSINT builds the lead picture; scanning verifies live services</a:t>
            </a:r>
          </a:p>
          <a:p>
            <a:pPr/>
            <a:r>
              <a:rPr sz="1800"/>
              <a:t>Lecture weighting: passive = orientation; active = primary skill</a:t>
            </a:r>
          </a:p>
        </p:txBody>
      </p:sp>
      <p:pic>
        <p:nvPicPr>
          <p:cNvPr id="5" name="Picture 4" descr="76f70624fb9ff648025251eb26d5c37288e0ff1949ed6c1a31e9675217527093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875784" y="1574799"/>
            <a:ext cx="4781253" cy="4781253"/>
          </a:xfrm>
          <a:prstGeom prst="rect">
            <a:avLst/>
          </a:prstGeom>
        </p:spPr>
      </p:pic>
      <p:sp>
        <p:nvSpPr>
          <p:cNvPr id="6" name="Disclaimer">
            <a:extLst>
              <a:ext uri="{FF2B5EF4-FFF2-40B4-BE49-F238E27FC236}">
                <a16:creationId xmlns:a16="http://schemas.microsoft.com/office/drawing/2014/main" id="{AF066B48-BBCB-D243-DA16-4C1CF9825479}"/>
              </a:ext>
            </a:extLst>
          </p:cNvPr>
          <p:cNvSpPr txBox="1">
            <a:spLocks noGrp="1"/>
          </p:cNvSpPr>
          <p:nvPr>
            <p:ph type="ftr" idx="11"/>
          </p:nvPr>
        </p:nvSpPr>
        <p:spPr>
          <a:xfrm>
            <a:off x="0" y="6627376"/>
            <a:ext cx="7873550" cy="23062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sz="1000" b="0" i="0" u="none" strike="noStrike" cap="none">
                <a:solidFill>
                  <a:srgbClr val="B4B4B4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sz="1000" b="0" i="0" u="none" strike="noStrike" cap="none">
                <a:solidFill>
                  <a:srgbClr val="B4B4B4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sz="1000" b="0" i="0" u="none" strike="noStrike" cap="none">
                <a:solidFill>
                  <a:srgbClr val="B4B4B4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sz="1000" b="0" i="0" u="none" strike="noStrike" cap="none">
                <a:solidFill>
                  <a:srgbClr val="B4B4B4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sz="1000" b="0" i="0" u="none" strike="noStrike" cap="none">
                <a:solidFill>
                  <a:srgbClr val="B4B4B4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sz="1000" b="0" i="0" u="none" strike="noStrike" cap="none">
                <a:solidFill>
                  <a:srgbClr val="B4B4B4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sz="1000" b="0" i="0" u="none" strike="noStrike" cap="none">
                <a:solidFill>
                  <a:srgbClr val="B4B4B4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sz="1000" b="0" i="0" u="none" strike="noStrike" cap="none">
                <a:solidFill>
                  <a:srgbClr val="B4B4B4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sz="1000" b="0" i="0" u="none" strike="noStrike" cap="none">
                <a:solidFill>
                  <a:srgbClr val="B4B4B4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r>
              <a:rPr dirty="0"/>
              <a:t>Not for public release. Course training material. Copyright [schoolhouse TBD]. Do not copy or redistribute outside the assigned course.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363362" y="952052"/>
            <a:ext cx="10142837" cy="567883"/>
          </a:xfrm>
        </p:spPr>
        <p:txBody>
          <a:bodyPr wrap="square" anchor="t">
            <a:normAutofit/>
          </a:bodyPr>
          <a:lstStyle/>
          <a:p>
            <a:pPr/>
            <a:r>
              <a:rPr sz="2600"/>
              <a:t>Passive Reconnaissance</a:t>
            </a:r>
          </a:p>
        </p:txBody>
      </p:sp>
      <p:pic>
        <p:nvPicPr>
          <p:cNvPr id="5" name="Picture 4" descr="7775323f8648206a15bd6033ea812464922ac405de338a82bd7f79e5410e8d72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875784" y="1574799"/>
            <a:ext cx="4781253" cy="4781253"/>
          </a:xfrm>
          <a:prstGeom prst="rect">
            <a:avLst/>
          </a:prstGeom>
        </p:spPr>
      </p:pic>
      <p:sp>
        <p:nvSpPr>
          <p:cNvPr id="6" name="Disclaimer">
            <a:extLst>
              <a:ext uri="{FF2B5EF4-FFF2-40B4-BE49-F238E27FC236}">
                <a16:creationId xmlns:a16="http://schemas.microsoft.com/office/drawing/2014/main" id="{AF066B48-BBCB-D243-DA16-4C1CF9825479}"/>
              </a:ext>
            </a:extLst>
          </p:cNvPr>
          <p:cNvSpPr txBox="1">
            <a:spLocks noGrp="1"/>
          </p:cNvSpPr>
          <p:nvPr>
            <p:ph type="ftr" idx="11"/>
          </p:nvPr>
        </p:nvSpPr>
        <p:spPr>
          <a:xfrm>
            <a:off x="0" y="6627376"/>
            <a:ext cx="7873550" cy="23062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sz="1000" b="0" i="0" u="none" strike="noStrike" cap="none">
                <a:solidFill>
                  <a:srgbClr val="B4B4B4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sz="1000" b="0" i="0" u="none" strike="noStrike" cap="none">
                <a:solidFill>
                  <a:srgbClr val="B4B4B4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sz="1000" b="0" i="0" u="none" strike="noStrike" cap="none">
                <a:solidFill>
                  <a:srgbClr val="B4B4B4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sz="1000" b="0" i="0" u="none" strike="noStrike" cap="none">
                <a:solidFill>
                  <a:srgbClr val="B4B4B4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sz="1000" b="0" i="0" u="none" strike="noStrike" cap="none">
                <a:solidFill>
                  <a:srgbClr val="B4B4B4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sz="1000" b="0" i="0" u="none" strike="noStrike" cap="none">
                <a:solidFill>
                  <a:srgbClr val="B4B4B4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sz="1000" b="0" i="0" u="none" strike="noStrike" cap="none">
                <a:solidFill>
                  <a:srgbClr val="B4B4B4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sz="1000" b="0" i="0" u="none" strike="noStrike" cap="none">
                <a:solidFill>
                  <a:srgbClr val="B4B4B4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sz="1000" b="0" i="0" u="none" strike="noStrike" cap="none">
                <a:solidFill>
                  <a:srgbClr val="B4B4B4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r>
              <a:rPr dirty="0"/>
              <a:t>Not for public release. Course training material. Copyright [schoolhouse TBD]. Do not copy or redistribute outside the assigned course.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363362" y="952052"/>
            <a:ext cx="10142837" cy="567883"/>
          </a:xfrm>
        </p:spPr>
        <p:txBody>
          <a:bodyPr wrap="square" anchor="t">
            <a:normAutofit/>
          </a:bodyPr>
          <a:lstStyle/>
          <a:p>
            <a:pPr/>
            <a:r>
              <a:rPr sz="2600"/>
              <a:t>Mine What They Already Left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idx="2"/>
          </p:nvPr>
        </p:nvSpPr>
        <p:spPr>
          <a:xfrm>
            <a:off x="1363363" y="1666240"/>
            <a:ext cx="4420981" cy="4505960"/>
          </a:xfrm>
        </p:spPr>
        <p:txBody>
          <a:bodyPr wrap="square" anchor="t">
            <a:normAutofit/>
          </a:bodyPr>
          <a:lstStyle/>
          <a:p>
            <a:pPr/>
            <a:r>
              <a:rPr sz="1800"/>
              <a:t>Start with IOCs and artifacts the adversary already left behind</a:t>
            </a:r>
          </a:p>
          <a:p>
            <a:pPr/>
            <a:r>
              <a:rPr sz="1800"/>
              <a:t>Brief reminder: IOCs are traces (IPs, domains, hashes, keys, patterns)</a:t>
            </a:r>
          </a:p>
          <a:p>
            <a:pPr/>
            <a:r>
              <a:rPr sz="1800"/>
              <a:t>Mine them without generating new traffic toward the adversary</a:t>
            </a:r>
          </a:p>
          <a:p>
            <a:pPr/>
            <a:r>
              <a:rPr sz="1800"/>
              <a:t>Shift: same alert data → operations insight (timelines, leverage, weakness)</a:t>
            </a:r>
          </a:p>
        </p:txBody>
      </p:sp>
      <p:pic>
        <p:nvPicPr>
          <p:cNvPr id="5" name="Picture 4" descr="42178abacf378760aa51be75544e8598f594837c3fcab43272a76fb5fdd5dac8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875784" y="1574799"/>
            <a:ext cx="4781253" cy="4781253"/>
          </a:xfrm>
          <a:prstGeom prst="rect">
            <a:avLst/>
          </a:prstGeom>
        </p:spPr>
      </p:pic>
      <p:sp>
        <p:nvSpPr>
          <p:cNvPr id="6" name="Disclaimer">
            <a:extLst>
              <a:ext uri="{FF2B5EF4-FFF2-40B4-BE49-F238E27FC236}">
                <a16:creationId xmlns:a16="http://schemas.microsoft.com/office/drawing/2014/main" id="{AF066B48-BBCB-D243-DA16-4C1CF9825479}"/>
              </a:ext>
            </a:extLst>
          </p:cNvPr>
          <p:cNvSpPr txBox="1">
            <a:spLocks noGrp="1"/>
          </p:cNvSpPr>
          <p:nvPr>
            <p:ph type="ftr" idx="11"/>
          </p:nvPr>
        </p:nvSpPr>
        <p:spPr>
          <a:xfrm>
            <a:off x="0" y="6627376"/>
            <a:ext cx="7873550" cy="23062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sz="1000" b="0" i="0" u="none" strike="noStrike" cap="none">
                <a:solidFill>
                  <a:srgbClr val="B4B4B4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sz="1000" b="0" i="0" u="none" strike="noStrike" cap="none">
                <a:solidFill>
                  <a:srgbClr val="B4B4B4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sz="1000" b="0" i="0" u="none" strike="noStrike" cap="none">
                <a:solidFill>
                  <a:srgbClr val="B4B4B4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sz="1000" b="0" i="0" u="none" strike="noStrike" cap="none">
                <a:solidFill>
                  <a:srgbClr val="B4B4B4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sz="1000" b="0" i="0" u="none" strike="noStrike" cap="none">
                <a:solidFill>
                  <a:srgbClr val="B4B4B4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sz="1000" b="0" i="0" u="none" strike="noStrike" cap="none">
                <a:solidFill>
                  <a:srgbClr val="B4B4B4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sz="1000" b="0" i="0" u="none" strike="noStrike" cap="none">
                <a:solidFill>
                  <a:srgbClr val="B4B4B4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sz="1000" b="0" i="0" u="none" strike="noStrike" cap="none">
                <a:solidFill>
                  <a:srgbClr val="B4B4B4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sz="1000" b="0" i="0" u="none" strike="noStrike" cap="none">
                <a:solidFill>
                  <a:srgbClr val="B4B4B4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r>
              <a:rPr dirty="0"/>
              <a:t>Not for public release. Course training material. Copyright [schoolhouse TBD]. Do not copy or redistribute outside the assigned course.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363362" y="952052"/>
            <a:ext cx="10142837" cy="567883"/>
          </a:xfrm>
        </p:spPr>
        <p:txBody>
          <a:bodyPr wrap="square" anchor="t">
            <a:normAutofit/>
          </a:bodyPr>
          <a:lstStyle/>
          <a:p>
            <a:pPr/>
            <a:r>
              <a:rPr sz="2600"/>
              <a:t>High-Value Artifact Classes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idx="2"/>
          </p:nvPr>
        </p:nvSpPr>
        <p:spPr>
          <a:xfrm>
            <a:off x="1363363" y="1666240"/>
            <a:ext cx="4420981" cy="4505960"/>
          </a:xfrm>
        </p:spPr>
        <p:txBody>
          <a:bodyPr wrap="square" anchor="t">
            <a:normAutofit/>
          </a:bodyPr>
          <a:lstStyle/>
          <a:p>
            <a:pPr/>
            <a:r>
              <a:rPr b="1" sz="1800"/>
              <a:t>Credentials:</a:t>
            </a:r>
            <a:r>
              <a:rPr sz="1800"/>
              <a:t> embedded C2 keys, staging logins—strings on samples you already hold</a:t>
            </a:r>
          </a:p>
          <a:p>
            <a:pPr/>
            <a:r>
              <a:rPr b="1" sz="1800"/>
              <a:t>Certificates:</a:t>
            </a:r>
            <a:r>
              <a:rPr sz="1800"/>
              <a:t> SANs and mismatched/expired TLS material in captures and logs</a:t>
            </a:r>
          </a:p>
          <a:p>
            <a:pPr/>
            <a:r>
              <a:rPr b="1" sz="1800"/>
              <a:t>Timing:</a:t>
            </a:r>
            <a:r>
              <a:rPr sz="1800"/>
              <a:t> beacon intervals and login windows in SIEM timelines</a:t>
            </a:r>
          </a:p>
          <a:p>
            <a:pPr/>
            <a:r>
              <a:rPr b="1" sz="1800"/>
              <a:t>Keys / configs:</a:t>
            </a:r>
            <a:r>
              <a:rPr sz="1800"/>
              <a:t> memory, registry, temp files that unlock more IOCs</a:t>
            </a:r>
          </a:p>
        </p:txBody>
      </p:sp>
      <p:pic>
        <p:nvPicPr>
          <p:cNvPr id="5" name="Picture 4" descr="cd112d8c7293b05d36054a2fec40f423f6fce58f038205914d20ae330e0c9432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875784" y="1574799"/>
            <a:ext cx="4781253" cy="4781253"/>
          </a:xfrm>
          <a:prstGeom prst="rect">
            <a:avLst/>
          </a:prstGeom>
        </p:spPr>
      </p:pic>
      <p:sp>
        <p:nvSpPr>
          <p:cNvPr id="6" name="Disclaimer">
            <a:extLst>
              <a:ext uri="{FF2B5EF4-FFF2-40B4-BE49-F238E27FC236}">
                <a16:creationId xmlns:a16="http://schemas.microsoft.com/office/drawing/2014/main" id="{AF066B48-BBCB-D243-DA16-4C1CF9825479}"/>
              </a:ext>
            </a:extLst>
          </p:cNvPr>
          <p:cNvSpPr txBox="1">
            <a:spLocks noGrp="1"/>
          </p:cNvSpPr>
          <p:nvPr>
            <p:ph type="ftr" idx="11"/>
          </p:nvPr>
        </p:nvSpPr>
        <p:spPr>
          <a:xfrm>
            <a:off x="0" y="6627376"/>
            <a:ext cx="7873550" cy="23062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sz="1000" b="0" i="0" u="none" strike="noStrike" cap="none">
                <a:solidFill>
                  <a:srgbClr val="B4B4B4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sz="1000" b="0" i="0" u="none" strike="noStrike" cap="none">
                <a:solidFill>
                  <a:srgbClr val="B4B4B4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sz="1000" b="0" i="0" u="none" strike="noStrike" cap="none">
                <a:solidFill>
                  <a:srgbClr val="B4B4B4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sz="1000" b="0" i="0" u="none" strike="noStrike" cap="none">
                <a:solidFill>
                  <a:srgbClr val="B4B4B4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sz="1000" b="0" i="0" u="none" strike="noStrike" cap="none">
                <a:solidFill>
                  <a:srgbClr val="B4B4B4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sz="1000" b="0" i="0" u="none" strike="noStrike" cap="none">
                <a:solidFill>
                  <a:srgbClr val="B4B4B4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sz="1000" b="0" i="0" u="none" strike="noStrike" cap="none">
                <a:solidFill>
                  <a:srgbClr val="B4B4B4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sz="1000" b="0" i="0" u="none" strike="noStrike" cap="none">
                <a:solidFill>
                  <a:srgbClr val="B4B4B4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sz="1000" b="0" i="0" u="none" strike="noStrike" cap="none">
                <a:solidFill>
                  <a:srgbClr val="B4B4B4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r>
              <a:rPr dirty="0"/>
              <a:t>Not for public release. Course training material. Copyright [schoolhouse TBD]. Do not copy or redistribute outside the assigned course.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363362" y="952052"/>
            <a:ext cx="10142837" cy="567883"/>
          </a:xfrm>
        </p:spPr>
        <p:txBody>
          <a:bodyPr wrap="square" anchor="t">
            <a:normAutofit/>
          </a:bodyPr>
          <a:lstStyle/>
          <a:p>
            <a:pPr/>
            <a:r>
              <a:rPr sz="2600"/>
              <a:t>Case Study — SolarWinds (Passive Path)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idx="2"/>
          </p:nvPr>
        </p:nvSpPr>
        <p:spPr>
          <a:xfrm>
            <a:off x="1363363" y="1666240"/>
            <a:ext cx="4420981" cy="4505960"/>
          </a:xfrm>
        </p:spPr>
        <p:txBody>
          <a:bodyPr wrap="square" anchor="t">
            <a:normAutofit/>
          </a:bodyPr>
          <a:lstStyle/>
          <a:p>
            <a:pPr/>
            <a:r>
              <a:rPr sz="1800"/>
              <a:t>Seed: tampered DLL hashes and embedded domains (public reporting)</a:t>
            </a:r>
          </a:p>
          <a:p>
            <a:pPr/>
            <a:r>
              <a:rPr sz="1800"/>
              <a:t>Strings → C2 names, user agents, staged-update timing</a:t>
            </a:r>
          </a:p>
          <a:p>
            <a:pPr/>
            <a:r>
              <a:rPr sz="1800"/>
              <a:t>Expand passively via </a:t>
            </a:r>
            <a:r>
              <a:rPr b="1" sz="1800"/>
              <a:t>certificate transparency</a:t>
            </a:r>
            <a:r>
              <a:rPr sz="1800"/>
              <a:t> (e.g., crt.sh)</a:t>
            </a:r>
          </a:p>
          <a:p>
            <a:pPr/>
            <a:r>
              <a:rPr sz="1800"/>
              <a:t>Lesson: the same IOC pile can drive offensive intelligence</a:t>
            </a:r>
          </a:p>
        </p:txBody>
      </p:sp>
      <p:pic>
        <p:nvPicPr>
          <p:cNvPr id="5" name="Picture 4" descr="5cc5d748b74d5b84ab4e243fd872f6dd4108b4612c17faa1e61bbbfa0160605b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875784" y="1574799"/>
            <a:ext cx="4781253" cy="4781253"/>
          </a:xfrm>
          <a:prstGeom prst="rect">
            <a:avLst/>
          </a:prstGeom>
        </p:spPr>
      </p:pic>
      <p:sp>
        <p:nvSpPr>
          <p:cNvPr id="6" name="Disclaimer">
            <a:extLst>
              <a:ext uri="{FF2B5EF4-FFF2-40B4-BE49-F238E27FC236}">
                <a16:creationId xmlns:a16="http://schemas.microsoft.com/office/drawing/2014/main" id="{AF066B48-BBCB-D243-DA16-4C1CF9825479}"/>
              </a:ext>
            </a:extLst>
          </p:cNvPr>
          <p:cNvSpPr txBox="1">
            <a:spLocks noGrp="1"/>
          </p:cNvSpPr>
          <p:nvPr>
            <p:ph type="ftr" idx="11"/>
          </p:nvPr>
        </p:nvSpPr>
        <p:spPr>
          <a:xfrm>
            <a:off x="0" y="6627376"/>
            <a:ext cx="7873550" cy="23062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sz="1000" b="0" i="0" u="none" strike="noStrike" cap="none">
                <a:solidFill>
                  <a:srgbClr val="B4B4B4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sz="1000" b="0" i="0" u="none" strike="noStrike" cap="none">
                <a:solidFill>
                  <a:srgbClr val="B4B4B4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sz="1000" b="0" i="0" u="none" strike="noStrike" cap="none">
                <a:solidFill>
                  <a:srgbClr val="B4B4B4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sz="1000" b="0" i="0" u="none" strike="noStrike" cap="none">
                <a:solidFill>
                  <a:srgbClr val="B4B4B4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sz="1000" b="0" i="0" u="none" strike="noStrike" cap="none">
                <a:solidFill>
                  <a:srgbClr val="B4B4B4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sz="1000" b="0" i="0" u="none" strike="noStrike" cap="none">
                <a:solidFill>
                  <a:srgbClr val="B4B4B4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sz="1000" b="0" i="0" u="none" strike="noStrike" cap="none">
                <a:solidFill>
                  <a:srgbClr val="B4B4B4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sz="1000" b="0" i="0" u="none" strike="noStrike" cap="none">
                <a:solidFill>
                  <a:srgbClr val="B4B4B4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sz="1000" b="0" i="0" u="none" strike="noStrike" cap="none">
                <a:solidFill>
                  <a:srgbClr val="B4B4B4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r>
              <a:rPr dirty="0"/>
              <a:t>Not for public release. Course training material. Copyright [schoolhouse TBD]. Do not copy or redistribute outside the assigned course.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363362" y="952052"/>
            <a:ext cx="10142837" cy="567883"/>
          </a:xfrm>
        </p:spPr>
        <p:txBody>
          <a:bodyPr wrap="square" anchor="t">
            <a:normAutofit/>
          </a:bodyPr>
          <a:lstStyle/>
          <a:p>
            <a:pPr/>
            <a:r>
              <a:rPr sz="2600"/>
              <a:t>OSINT for Targeting and TTP Development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idx="2"/>
          </p:nvPr>
        </p:nvSpPr>
        <p:spPr>
          <a:xfrm>
            <a:off x="1363363" y="1666240"/>
            <a:ext cx="4420981" cy="4505960"/>
          </a:xfrm>
        </p:spPr>
        <p:txBody>
          <a:bodyPr wrap="square" anchor="t">
            <a:normAutofit/>
          </a:bodyPr>
          <a:lstStyle/>
          <a:p>
            <a:pPr/>
            <a:r>
              <a:rPr sz="1800"/>
              <a:t>Public data maps adversary infrastructure and TTPs</a:t>
            </a:r>
          </a:p>
          <a:p>
            <a:pPr/>
            <a:r>
              <a:rPr sz="1800"/>
              <a:t>Source families: intel feeds; search/DB (Google, Shodan/Censys on known IOCs); paste/social</a:t>
            </a:r>
          </a:p>
          <a:p>
            <a:pPr/>
            <a:r>
              <a:rPr sz="1800"/>
              <a:t>Process: seed IOC → linked infra → report TTP cross-check → technique fit</a:t>
            </a:r>
          </a:p>
          <a:p>
            <a:pPr/>
            <a:r>
              <a:rPr sz="1800"/>
              <a:t>SI assistants accelerate research—verify every SI-sourced lead</a:t>
            </a:r>
          </a:p>
        </p:txBody>
      </p:sp>
      <p:pic>
        <p:nvPicPr>
          <p:cNvPr id="5" name="Picture 4" descr="9a0caf951e9b1c9a84ea5d07e36fe303696459ec2943a64b78b71c2edad05a3b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875784" y="1574799"/>
            <a:ext cx="4781253" cy="4781253"/>
          </a:xfrm>
          <a:prstGeom prst="rect">
            <a:avLst/>
          </a:prstGeom>
        </p:spPr>
      </p:pic>
      <p:sp>
        <p:nvSpPr>
          <p:cNvPr id="6" name="Disclaimer">
            <a:extLst>
              <a:ext uri="{FF2B5EF4-FFF2-40B4-BE49-F238E27FC236}">
                <a16:creationId xmlns:a16="http://schemas.microsoft.com/office/drawing/2014/main" id="{AF066B48-BBCB-D243-DA16-4C1CF9825479}"/>
              </a:ext>
            </a:extLst>
          </p:cNvPr>
          <p:cNvSpPr txBox="1">
            <a:spLocks noGrp="1"/>
          </p:cNvSpPr>
          <p:nvPr>
            <p:ph type="ftr" idx="11"/>
          </p:nvPr>
        </p:nvSpPr>
        <p:spPr>
          <a:xfrm>
            <a:off x="0" y="6627376"/>
            <a:ext cx="7873550" cy="23062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sz="1000" b="0" i="0" u="none" strike="noStrike" cap="none">
                <a:solidFill>
                  <a:srgbClr val="B4B4B4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sz="1000" b="0" i="0" u="none" strike="noStrike" cap="none">
                <a:solidFill>
                  <a:srgbClr val="B4B4B4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sz="1000" b="0" i="0" u="none" strike="noStrike" cap="none">
                <a:solidFill>
                  <a:srgbClr val="B4B4B4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sz="1000" b="0" i="0" u="none" strike="noStrike" cap="none">
                <a:solidFill>
                  <a:srgbClr val="B4B4B4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sz="1000" b="0" i="0" u="none" strike="noStrike" cap="none">
                <a:solidFill>
                  <a:srgbClr val="B4B4B4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sz="1000" b="0" i="0" u="none" strike="noStrike" cap="none">
                <a:solidFill>
                  <a:srgbClr val="B4B4B4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sz="1000" b="0" i="0" u="none" strike="noStrike" cap="none">
                <a:solidFill>
                  <a:srgbClr val="B4B4B4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sz="1000" b="0" i="0" u="none" strike="noStrike" cap="none">
                <a:solidFill>
                  <a:srgbClr val="B4B4B4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sz="1000" b="0" i="0" u="none" strike="noStrike" cap="none">
                <a:solidFill>
                  <a:srgbClr val="B4B4B4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r>
              <a:rPr dirty="0"/>
              <a:t>Not for public release. Course training material. Copyright [schoolhouse TBD]. Do not copy or redistribute outside the assigned course.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363362" y="952052"/>
            <a:ext cx="10142837" cy="567883"/>
          </a:xfrm>
        </p:spPr>
        <p:txBody>
          <a:bodyPr wrap="square" anchor="t">
            <a:normAutofit/>
          </a:bodyPr>
          <a:lstStyle/>
          <a:p>
            <a:pPr/>
            <a:r>
              <a:rPr sz="2600"/>
              <a:t>Domain Expansion Tools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idx="2"/>
          </p:nvPr>
        </p:nvSpPr>
        <p:spPr>
          <a:xfrm>
            <a:off x="1363363" y="1666240"/>
            <a:ext cx="4420981" cy="4505960"/>
          </a:xfrm>
        </p:spPr>
        <p:txBody>
          <a:bodyPr wrap="square" anchor="t">
            <a:normAutofit/>
          </a:bodyPr>
          <a:lstStyle/>
          <a:p>
            <a:pPr/>
            <a:r>
              <a:rPr sz="1700"/>
              <a:t>Domains are often the hub (phishing, C2)</a:t>
            </a:r>
          </a:p>
          <a:p>
            <a:pPr/>
            <a:r>
              <a:rPr b="1" sz="1700"/>
              <a:t>WHOIS / RDAP:</a:t>
            </a:r>
            <a:r>
              <a:rPr sz="1700"/>
              <a:t> registrant and shared-org clues</a:t>
            </a:r>
          </a:p>
          <a:p>
            <a:pPr/>
            <a:r>
              <a:rPr b="1" sz="1700"/>
              <a:t>Passive DNS:</a:t>
            </a:r>
            <a:r>
              <a:rPr sz="1700"/>
              <a:t> historical records and subdomains</a:t>
            </a:r>
          </a:p>
          <a:p>
            <a:pPr/>
            <a:r>
              <a:rPr b="1" sz="1700"/>
              <a:t>Certificate transparency:</a:t>
            </a:r>
            <a:r>
              <a:rPr sz="1700"/>
              <a:t> crt.sh for related names (same CT idea as the case study—now for domain pivots)</a:t>
            </a:r>
          </a:p>
          <a:p>
            <a:pPr/>
            <a:r>
              <a:rPr b="1" sz="1700"/>
              <a:t>Correlation:</a:t>
            </a:r>
            <a:r>
              <a:rPr sz="1700"/>
              <a:t> shared IPs / ASNs via analyzers and reporting</a:t>
            </a:r>
          </a:p>
        </p:txBody>
      </p:sp>
      <p:pic>
        <p:nvPicPr>
          <p:cNvPr id="5" name="Picture 4" descr="ae7c11e8e7b0e41f52e476709fb3ef7251f1677b31a57b6d1d0e0a6811171841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875784" y="1574799"/>
            <a:ext cx="4781253" cy="4781253"/>
          </a:xfrm>
          <a:prstGeom prst="rect">
            <a:avLst/>
          </a:prstGeom>
        </p:spPr>
      </p:pic>
      <p:sp>
        <p:nvSpPr>
          <p:cNvPr id="6" name="Disclaimer">
            <a:extLst>
              <a:ext uri="{FF2B5EF4-FFF2-40B4-BE49-F238E27FC236}">
                <a16:creationId xmlns:a16="http://schemas.microsoft.com/office/drawing/2014/main" id="{AF066B48-BBCB-D243-DA16-4C1CF9825479}"/>
              </a:ext>
            </a:extLst>
          </p:cNvPr>
          <p:cNvSpPr txBox="1">
            <a:spLocks noGrp="1"/>
          </p:cNvSpPr>
          <p:nvPr>
            <p:ph type="ftr" idx="11"/>
          </p:nvPr>
        </p:nvSpPr>
        <p:spPr>
          <a:xfrm>
            <a:off x="0" y="6627376"/>
            <a:ext cx="7873550" cy="23062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sz="1000" b="0" i="0" u="none" strike="noStrike" cap="none">
                <a:solidFill>
                  <a:srgbClr val="B4B4B4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sz="1000" b="0" i="0" u="none" strike="noStrike" cap="none">
                <a:solidFill>
                  <a:srgbClr val="B4B4B4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sz="1000" b="0" i="0" u="none" strike="noStrike" cap="none">
                <a:solidFill>
                  <a:srgbClr val="B4B4B4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sz="1000" b="0" i="0" u="none" strike="noStrike" cap="none">
                <a:solidFill>
                  <a:srgbClr val="B4B4B4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sz="1000" b="0" i="0" u="none" strike="noStrike" cap="none">
                <a:solidFill>
                  <a:srgbClr val="B4B4B4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sz="1000" b="0" i="0" u="none" strike="noStrike" cap="none">
                <a:solidFill>
                  <a:srgbClr val="B4B4B4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sz="1000" b="0" i="0" u="none" strike="noStrike" cap="none">
                <a:solidFill>
                  <a:srgbClr val="B4B4B4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sz="1000" b="0" i="0" u="none" strike="noStrike" cap="none">
                <a:solidFill>
                  <a:srgbClr val="B4B4B4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sz="1000" b="0" i="0" u="none" strike="noStrike" cap="none">
                <a:solidFill>
                  <a:srgbClr val="B4B4B4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r>
              <a:rPr dirty="0"/>
              <a:t>Not for public release. Course training material. Copyright [schoolhouse TBD]. Do not copy or redistribute outside the assigned course.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363362" y="952052"/>
            <a:ext cx="10142837" cy="567883"/>
          </a:xfrm>
        </p:spPr>
        <p:txBody>
          <a:bodyPr wrap="square" anchor="t">
            <a:normAutofit/>
          </a:bodyPr>
          <a:lstStyle/>
          <a:p>
            <a:pPr/>
            <a:r>
              <a:rPr sz="2600"/>
              <a:t>Passive Vulnerability Intelligence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idx="2"/>
          </p:nvPr>
        </p:nvSpPr>
        <p:spPr>
          <a:xfrm>
            <a:off x="1363363" y="1666240"/>
            <a:ext cx="4420981" cy="4505960"/>
          </a:xfrm>
        </p:spPr>
        <p:txBody>
          <a:bodyPr wrap="square" anchor="t">
            <a:normAutofit/>
          </a:bodyPr>
          <a:lstStyle/>
          <a:p>
            <a:pPr/>
            <a:r>
              <a:rPr sz="1800"/>
              <a:t>IOC-seeded public data on exposed adversary services—not a scan you launch</a:t>
            </a:r>
          </a:p>
          <a:p>
            <a:pPr/>
            <a:r>
              <a:rPr sz="1800"/>
              <a:t>CVE / Exploit-DB keyed by versions from fingerprints you already have</a:t>
            </a:r>
          </a:p>
          <a:p>
            <a:pPr/>
            <a:r>
              <a:rPr sz="1800"/>
              <a:t>Shodan-class banners on known attacker domains/IPs</a:t>
            </a:r>
          </a:p>
          <a:p>
            <a:pPr/>
            <a:r>
              <a:rPr sz="1800"/>
              <a:t>Output: candidate weaknesses for planning, including later disruption options</a:t>
            </a:r>
          </a:p>
        </p:txBody>
      </p:sp>
      <p:pic>
        <p:nvPicPr>
          <p:cNvPr id="5" name="Picture 4" descr="c3798a2e58f1a959c26807a504f3f72ec6bdd552943d3e92c788ae6a0fc4f2a3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875784" y="1574799"/>
            <a:ext cx="4781253" cy="4781253"/>
          </a:xfrm>
          <a:prstGeom prst="rect">
            <a:avLst/>
          </a:prstGeom>
        </p:spPr>
      </p:pic>
      <p:sp>
        <p:nvSpPr>
          <p:cNvPr id="6" name="Disclaimer">
            <a:extLst>
              <a:ext uri="{FF2B5EF4-FFF2-40B4-BE49-F238E27FC236}">
                <a16:creationId xmlns:a16="http://schemas.microsoft.com/office/drawing/2014/main" id="{AF066B48-BBCB-D243-DA16-4C1CF9825479}"/>
              </a:ext>
            </a:extLst>
          </p:cNvPr>
          <p:cNvSpPr txBox="1">
            <a:spLocks noGrp="1"/>
          </p:cNvSpPr>
          <p:nvPr>
            <p:ph type="ftr" idx="11"/>
          </p:nvPr>
        </p:nvSpPr>
        <p:spPr>
          <a:xfrm>
            <a:off x="0" y="6627376"/>
            <a:ext cx="7873550" cy="23062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sz="1000" b="0" i="0" u="none" strike="noStrike" cap="none">
                <a:solidFill>
                  <a:srgbClr val="B4B4B4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sz="1000" b="0" i="0" u="none" strike="noStrike" cap="none">
                <a:solidFill>
                  <a:srgbClr val="B4B4B4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sz="1000" b="0" i="0" u="none" strike="noStrike" cap="none">
                <a:solidFill>
                  <a:srgbClr val="B4B4B4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sz="1000" b="0" i="0" u="none" strike="noStrike" cap="none">
                <a:solidFill>
                  <a:srgbClr val="B4B4B4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sz="1000" b="0" i="0" u="none" strike="noStrike" cap="none">
                <a:solidFill>
                  <a:srgbClr val="B4B4B4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sz="1000" b="0" i="0" u="none" strike="noStrike" cap="none">
                <a:solidFill>
                  <a:srgbClr val="B4B4B4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sz="1000" b="0" i="0" u="none" strike="noStrike" cap="none">
                <a:solidFill>
                  <a:srgbClr val="B4B4B4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sz="1000" b="0" i="0" u="none" strike="noStrike" cap="none">
                <a:solidFill>
                  <a:srgbClr val="B4B4B4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sz="1000" b="0" i="0" u="none" strike="noStrike" cap="none">
                <a:solidFill>
                  <a:srgbClr val="B4B4B4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r>
              <a:rPr dirty="0"/>
              <a:t>Not for public release. Course training material. Copyright [schoolhouse TBD]. Do not copy or redistribute outside the assigned course.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363362" y="952052"/>
            <a:ext cx="10142837" cy="567883"/>
          </a:xfrm>
        </p:spPr>
        <p:txBody>
          <a:bodyPr wrap="square" anchor="t">
            <a:normAutofit/>
          </a:bodyPr>
          <a:lstStyle/>
          <a:p>
            <a:pPr/>
            <a:r>
              <a:rPr sz="2600"/>
              <a:t>Passive Product — A Lead Package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idx="2"/>
          </p:nvPr>
        </p:nvSpPr>
        <p:spPr>
          <a:xfrm>
            <a:off x="1363363" y="1666240"/>
            <a:ext cx="4420981" cy="4505960"/>
          </a:xfrm>
        </p:spPr>
        <p:txBody>
          <a:bodyPr wrap="square" anchor="t">
            <a:normAutofit/>
          </a:bodyPr>
          <a:lstStyle/>
          <a:p>
            <a:pPr/>
            <a:r>
              <a:rPr sz="1800"/>
              <a:t>Infra sketch, related names/IPs, confidence, still-passive status</a:t>
            </a:r>
          </a:p>
          <a:p>
            <a:pPr/>
            <a:r>
              <a:rPr sz="1800"/>
              <a:t>OSINT is noisy and can be stale—validate across sources</a:t>
            </a:r>
          </a:p>
          <a:p>
            <a:pPr/>
            <a:r>
              <a:rPr sz="1800"/>
              <a:t>Handoff question: what must active recon reveal or verify next?</a:t>
            </a:r>
          </a:p>
          <a:p>
            <a:pPr/>
            <a:r>
              <a:rPr sz="1800"/>
              <a:t>This hour now moves from the lead picture to probing</a:t>
            </a:r>
          </a:p>
        </p:txBody>
      </p:sp>
      <p:pic>
        <p:nvPicPr>
          <p:cNvPr id="5" name="Picture 4" descr="6f75969662e059ee1ae58bb18bc0c641dd5f5bf7de69aca549a3b35fec01ad38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875784" y="1574799"/>
            <a:ext cx="4781253" cy="4781253"/>
          </a:xfrm>
          <a:prstGeom prst="rect">
            <a:avLst/>
          </a:prstGeom>
        </p:spPr>
      </p:pic>
      <p:sp>
        <p:nvSpPr>
          <p:cNvPr id="6" name="Disclaimer">
            <a:extLst>
              <a:ext uri="{FF2B5EF4-FFF2-40B4-BE49-F238E27FC236}">
                <a16:creationId xmlns:a16="http://schemas.microsoft.com/office/drawing/2014/main" id="{AF066B48-BBCB-D243-DA16-4C1CF9825479}"/>
              </a:ext>
            </a:extLst>
          </p:cNvPr>
          <p:cNvSpPr txBox="1">
            <a:spLocks noGrp="1"/>
          </p:cNvSpPr>
          <p:nvPr>
            <p:ph type="ftr" idx="11"/>
          </p:nvPr>
        </p:nvSpPr>
        <p:spPr>
          <a:xfrm>
            <a:off x="0" y="6627376"/>
            <a:ext cx="7873550" cy="23062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sz="1000" b="0" i="0" u="none" strike="noStrike" cap="none">
                <a:solidFill>
                  <a:srgbClr val="B4B4B4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sz="1000" b="0" i="0" u="none" strike="noStrike" cap="none">
                <a:solidFill>
                  <a:srgbClr val="B4B4B4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sz="1000" b="0" i="0" u="none" strike="noStrike" cap="none">
                <a:solidFill>
                  <a:srgbClr val="B4B4B4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sz="1000" b="0" i="0" u="none" strike="noStrike" cap="none">
                <a:solidFill>
                  <a:srgbClr val="B4B4B4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sz="1000" b="0" i="0" u="none" strike="noStrike" cap="none">
                <a:solidFill>
                  <a:srgbClr val="B4B4B4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sz="1000" b="0" i="0" u="none" strike="noStrike" cap="none">
                <a:solidFill>
                  <a:srgbClr val="B4B4B4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sz="1000" b="0" i="0" u="none" strike="noStrike" cap="none">
                <a:solidFill>
                  <a:srgbClr val="B4B4B4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sz="1000" b="0" i="0" u="none" strike="noStrike" cap="none">
                <a:solidFill>
                  <a:srgbClr val="B4B4B4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sz="1000" b="0" i="0" u="none" strike="noStrike" cap="none">
                <a:solidFill>
                  <a:srgbClr val="B4B4B4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r>
              <a:rPr dirty="0"/>
              <a:t>Not for public release. Course training material. Copyright [schoolhouse TBD]. Do not copy or redistribute outside the assigned course.</a:t>
            </a: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363362" y="952052"/>
            <a:ext cx="10142837" cy="567883"/>
          </a:xfrm>
        </p:spPr>
        <p:txBody>
          <a:bodyPr wrap="square" anchor="t">
            <a:normAutofit/>
          </a:bodyPr>
          <a:lstStyle/>
          <a:p>
            <a:pPr/>
            <a:r>
              <a:rPr sz="2600"/>
              <a:t>Active Reconnaissance</a:t>
            </a:r>
          </a:p>
        </p:txBody>
      </p:sp>
      <p:pic>
        <p:nvPicPr>
          <p:cNvPr id="5" name="Picture 4" descr="18df0779ad099728a8fd0bdcc0150b547c6e53bd8ec5ebd2a8a4777b7e8cf065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875784" y="1574799"/>
            <a:ext cx="4781253" cy="4781253"/>
          </a:xfrm>
          <a:prstGeom prst="rect">
            <a:avLst/>
          </a:prstGeom>
        </p:spPr>
      </p:pic>
      <p:sp>
        <p:nvSpPr>
          <p:cNvPr id="6" name="Disclaimer">
            <a:extLst>
              <a:ext uri="{FF2B5EF4-FFF2-40B4-BE49-F238E27FC236}">
                <a16:creationId xmlns:a16="http://schemas.microsoft.com/office/drawing/2014/main" id="{AF066B48-BBCB-D243-DA16-4C1CF9825479}"/>
              </a:ext>
            </a:extLst>
          </p:cNvPr>
          <p:cNvSpPr txBox="1">
            <a:spLocks noGrp="1"/>
          </p:cNvSpPr>
          <p:nvPr>
            <p:ph type="ftr" idx="11"/>
          </p:nvPr>
        </p:nvSpPr>
        <p:spPr>
          <a:xfrm>
            <a:off x="0" y="6627376"/>
            <a:ext cx="7873550" cy="23062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sz="1000" b="0" i="0" u="none" strike="noStrike" cap="none">
                <a:solidFill>
                  <a:srgbClr val="B4B4B4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sz="1000" b="0" i="0" u="none" strike="noStrike" cap="none">
                <a:solidFill>
                  <a:srgbClr val="B4B4B4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sz="1000" b="0" i="0" u="none" strike="noStrike" cap="none">
                <a:solidFill>
                  <a:srgbClr val="B4B4B4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sz="1000" b="0" i="0" u="none" strike="noStrike" cap="none">
                <a:solidFill>
                  <a:srgbClr val="B4B4B4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sz="1000" b="0" i="0" u="none" strike="noStrike" cap="none">
                <a:solidFill>
                  <a:srgbClr val="B4B4B4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sz="1000" b="0" i="0" u="none" strike="noStrike" cap="none">
                <a:solidFill>
                  <a:srgbClr val="B4B4B4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sz="1000" b="0" i="0" u="none" strike="noStrike" cap="none">
                <a:solidFill>
                  <a:srgbClr val="B4B4B4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sz="1000" b="0" i="0" u="none" strike="noStrike" cap="none">
                <a:solidFill>
                  <a:srgbClr val="B4B4B4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sz="1000" b="0" i="0" u="none" strike="noStrike" cap="none">
                <a:solidFill>
                  <a:srgbClr val="B4B4B4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r>
              <a:rPr dirty="0"/>
              <a:t>Not for public release. Course training material. Copyright [schoolhouse TBD]. Do not copy or redistribute outside the assigned course.</a:t>
            </a: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363362" y="952052"/>
            <a:ext cx="10142837" cy="567883"/>
          </a:xfrm>
        </p:spPr>
        <p:txBody>
          <a:bodyPr wrap="square" anchor="t">
            <a:normAutofit/>
          </a:bodyPr>
          <a:lstStyle/>
          <a:p>
            <a:pPr/>
            <a:r>
              <a:rPr sz="2600"/>
              <a:t>Mutual Hunt and Cost vs Gain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idx="2"/>
          </p:nvPr>
        </p:nvSpPr>
        <p:spPr>
          <a:xfrm>
            <a:off x="1363363" y="1666240"/>
            <a:ext cx="4420981" cy="4505960"/>
          </a:xfrm>
        </p:spPr>
        <p:txBody>
          <a:bodyPr wrap="square" anchor="t">
            <a:normAutofit/>
          </a:bodyPr>
          <a:lstStyle/>
          <a:p>
            <a:pPr/>
            <a:r>
              <a:rPr sz="1800"/>
              <a:t>Adversary defenders may hunt your probes the way you hunt scans</a:t>
            </a:r>
          </a:p>
          <a:p>
            <a:pPr/>
            <a:r>
              <a:rPr sz="1800"/>
              <a:t>Targets log attempts; IDS/IPS and SIEM can correlate patterns</a:t>
            </a:r>
          </a:p>
          <a:p>
            <a:pPr/>
            <a:r>
              <a:rPr sz="1800"/>
              <a:t>Mitigate: stealth pacing, traffic mimicry, disciplined scope</a:t>
            </a:r>
          </a:p>
          <a:p>
            <a:pPr/>
            <a:r>
              <a:rPr sz="1800"/>
              <a:t>Weigh detection </a:t>
            </a:r>
            <a:r>
              <a:rPr b="1" sz="1800"/>
              <a:t>cost</a:t>
            </a:r>
            <a:r>
              <a:rPr sz="1800"/>
              <a:t> against intelligence </a:t>
            </a:r>
            <a:r>
              <a:rPr b="1" sz="1800"/>
              <a:t>gain</a:t>
            </a:r>
            <a:r>
              <a:rPr sz="1800"/>
              <a:t> that changes a decision</a:t>
            </a:r>
          </a:p>
        </p:txBody>
      </p:sp>
      <p:pic>
        <p:nvPicPr>
          <p:cNvPr id="5" name="Picture 4" descr="01c04f18fc827086fd9db12dfe20df6c49917db0f80fbb63f1e4ff7f11d975d7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875784" y="1574799"/>
            <a:ext cx="4781253" cy="4781253"/>
          </a:xfrm>
          <a:prstGeom prst="rect">
            <a:avLst/>
          </a:prstGeom>
        </p:spPr>
      </p:pic>
      <p:sp>
        <p:nvSpPr>
          <p:cNvPr id="6" name="Disclaimer">
            <a:extLst>
              <a:ext uri="{FF2B5EF4-FFF2-40B4-BE49-F238E27FC236}">
                <a16:creationId xmlns:a16="http://schemas.microsoft.com/office/drawing/2014/main" id="{AF066B48-BBCB-D243-DA16-4C1CF9825479}"/>
              </a:ext>
            </a:extLst>
          </p:cNvPr>
          <p:cNvSpPr txBox="1">
            <a:spLocks noGrp="1"/>
          </p:cNvSpPr>
          <p:nvPr>
            <p:ph type="ftr" idx="11"/>
          </p:nvPr>
        </p:nvSpPr>
        <p:spPr>
          <a:xfrm>
            <a:off x="0" y="6627376"/>
            <a:ext cx="7873550" cy="23062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sz="1000" b="0" i="0" u="none" strike="noStrike" cap="none">
                <a:solidFill>
                  <a:srgbClr val="B4B4B4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sz="1000" b="0" i="0" u="none" strike="noStrike" cap="none">
                <a:solidFill>
                  <a:srgbClr val="B4B4B4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sz="1000" b="0" i="0" u="none" strike="noStrike" cap="none">
                <a:solidFill>
                  <a:srgbClr val="B4B4B4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sz="1000" b="0" i="0" u="none" strike="noStrike" cap="none">
                <a:solidFill>
                  <a:srgbClr val="B4B4B4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sz="1000" b="0" i="0" u="none" strike="noStrike" cap="none">
                <a:solidFill>
                  <a:srgbClr val="B4B4B4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sz="1000" b="0" i="0" u="none" strike="noStrike" cap="none">
                <a:solidFill>
                  <a:srgbClr val="B4B4B4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sz="1000" b="0" i="0" u="none" strike="noStrike" cap="none">
                <a:solidFill>
                  <a:srgbClr val="B4B4B4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sz="1000" b="0" i="0" u="none" strike="noStrike" cap="none">
                <a:solidFill>
                  <a:srgbClr val="B4B4B4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sz="1000" b="0" i="0" u="none" strike="noStrike" cap="none">
                <a:solidFill>
                  <a:srgbClr val="B4B4B4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r>
              <a:rPr dirty="0"/>
              <a:t>Not for public release. Course training material. Copyright [schoolhouse TBD]. Do not copy or redistribute outside the assigned course.</a:t>
            </a: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363362" y="952052"/>
            <a:ext cx="10142837" cy="567883"/>
          </a:xfrm>
        </p:spPr>
        <p:txBody>
          <a:bodyPr wrap="square" anchor="t">
            <a:normAutofit/>
          </a:bodyPr>
          <a:lstStyle/>
          <a:p>
            <a:pPr/>
            <a:r>
              <a:rPr sz="2600"/>
              <a:t>Execution Standard for Active Recon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idx="2"/>
          </p:nvPr>
        </p:nvSpPr>
        <p:spPr>
          <a:xfrm>
            <a:off x="1363363" y="1666240"/>
            <a:ext cx="4420981" cy="4505960"/>
          </a:xfrm>
        </p:spPr>
        <p:txBody>
          <a:bodyPr wrap="square" anchor="t">
            <a:normAutofit/>
          </a:bodyPr>
          <a:lstStyle/>
          <a:p>
            <a:pPr/>
            <a:r>
              <a:rPr sz="1800"/>
              <a:t>Validate the target before probes; align collection to campaign objectives</a:t>
            </a:r>
          </a:p>
          <a:p>
            <a:pPr/>
            <a:r>
              <a:rPr sz="1800"/>
              <a:t>Blue-space advantages: visibility and control; hit covert assets without self-compromise</a:t>
            </a:r>
          </a:p>
          <a:p>
            <a:pPr/>
            <a:r>
              <a:rPr sz="1800"/>
              <a:t>Goal: precise recon that enables effects (e.g., disrupt C2)</a:t>
            </a:r>
          </a:p>
          <a:p>
            <a:pPr/>
            <a:r>
              <a:rPr sz="1800"/>
              <a:t>Execution discipline beats volume scanning</a:t>
            </a:r>
          </a:p>
        </p:txBody>
      </p:sp>
      <p:pic>
        <p:nvPicPr>
          <p:cNvPr id="5" name="Picture 4" descr="a8acd7806f4718e6148e6608858f77a6218bc0b767e4f101c73abbdf6c4c2933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875784" y="1574799"/>
            <a:ext cx="4781253" cy="4781253"/>
          </a:xfrm>
          <a:prstGeom prst="rect">
            <a:avLst/>
          </a:prstGeom>
        </p:spPr>
      </p:pic>
      <p:sp>
        <p:nvSpPr>
          <p:cNvPr id="6" name="Disclaimer">
            <a:extLst>
              <a:ext uri="{FF2B5EF4-FFF2-40B4-BE49-F238E27FC236}">
                <a16:creationId xmlns:a16="http://schemas.microsoft.com/office/drawing/2014/main" id="{AF066B48-BBCB-D243-DA16-4C1CF9825479}"/>
              </a:ext>
            </a:extLst>
          </p:cNvPr>
          <p:cNvSpPr txBox="1">
            <a:spLocks noGrp="1"/>
          </p:cNvSpPr>
          <p:nvPr>
            <p:ph type="ftr" idx="11"/>
          </p:nvPr>
        </p:nvSpPr>
        <p:spPr>
          <a:xfrm>
            <a:off x="0" y="6627376"/>
            <a:ext cx="7873550" cy="23062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sz="1000" b="0" i="0" u="none" strike="noStrike" cap="none">
                <a:solidFill>
                  <a:srgbClr val="B4B4B4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sz="1000" b="0" i="0" u="none" strike="noStrike" cap="none">
                <a:solidFill>
                  <a:srgbClr val="B4B4B4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sz="1000" b="0" i="0" u="none" strike="noStrike" cap="none">
                <a:solidFill>
                  <a:srgbClr val="B4B4B4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sz="1000" b="0" i="0" u="none" strike="noStrike" cap="none">
                <a:solidFill>
                  <a:srgbClr val="B4B4B4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sz="1000" b="0" i="0" u="none" strike="noStrike" cap="none">
                <a:solidFill>
                  <a:srgbClr val="B4B4B4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sz="1000" b="0" i="0" u="none" strike="noStrike" cap="none">
                <a:solidFill>
                  <a:srgbClr val="B4B4B4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sz="1000" b="0" i="0" u="none" strike="noStrike" cap="none">
                <a:solidFill>
                  <a:srgbClr val="B4B4B4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sz="1000" b="0" i="0" u="none" strike="noStrike" cap="none">
                <a:solidFill>
                  <a:srgbClr val="B4B4B4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sz="1000" b="0" i="0" u="none" strike="noStrike" cap="none">
                <a:solidFill>
                  <a:srgbClr val="B4B4B4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r>
              <a:rPr dirty="0"/>
              <a:t>Not for public release. Course training material. Copyright [schoolhouse TBD]. Do not copy or redistribute outside the assigned course.</a:t>
            </a:r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363362" y="952052"/>
            <a:ext cx="10142837" cy="567883"/>
          </a:xfrm>
        </p:spPr>
        <p:txBody>
          <a:bodyPr wrap="square" anchor="t">
            <a:normAutofit/>
          </a:bodyPr>
          <a:lstStyle/>
          <a:p>
            <a:pPr/>
            <a:r>
              <a:rPr sz="2600"/>
              <a:t>Network Scanning Fundamentals</a:t>
            </a:r>
          </a:p>
        </p:txBody>
      </p:sp>
      <p:pic>
        <p:nvPicPr>
          <p:cNvPr id="5" name="Picture 4" descr="838def3e0bee1a2fd32d65744bce9736bce9fcb0ca0d4d761693f6cd6ebfb8ca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875784" y="1574799"/>
            <a:ext cx="4781253" cy="4781253"/>
          </a:xfrm>
          <a:prstGeom prst="rect">
            <a:avLst/>
          </a:prstGeom>
        </p:spPr>
      </p:pic>
      <p:sp>
        <p:nvSpPr>
          <p:cNvPr id="6" name="Disclaimer">
            <a:extLst>
              <a:ext uri="{FF2B5EF4-FFF2-40B4-BE49-F238E27FC236}">
                <a16:creationId xmlns:a16="http://schemas.microsoft.com/office/drawing/2014/main" id="{AF066B48-BBCB-D243-DA16-4C1CF9825479}"/>
              </a:ext>
            </a:extLst>
          </p:cNvPr>
          <p:cNvSpPr txBox="1">
            <a:spLocks noGrp="1"/>
          </p:cNvSpPr>
          <p:nvPr>
            <p:ph type="ftr" idx="11"/>
          </p:nvPr>
        </p:nvSpPr>
        <p:spPr>
          <a:xfrm>
            <a:off x="0" y="6627376"/>
            <a:ext cx="7873550" cy="23062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sz="1000" b="0" i="0" u="none" strike="noStrike" cap="none">
                <a:solidFill>
                  <a:srgbClr val="B4B4B4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sz="1000" b="0" i="0" u="none" strike="noStrike" cap="none">
                <a:solidFill>
                  <a:srgbClr val="B4B4B4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sz="1000" b="0" i="0" u="none" strike="noStrike" cap="none">
                <a:solidFill>
                  <a:srgbClr val="B4B4B4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sz="1000" b="0" i="0" u="none" strike="noStrike" cap="none">
                <a:solidFill>
                  <a:srgbClr val="B4B4B4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sz="1000" b="0" i="0" u="none" strike="noStrike" cap="none">
                <a:solidFill>
                  <a:srgbClr val="B4B4B4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sz="1000" b="0" i="0" u="none" strike="noStrike" cap="none">
                <a:solidFill>
                  <a:srgbClr val="B4B4B4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sz="1000" b="0" i="0" u="none" strike="noStrike" cap="none">
                <a:solidFill>
                  <a:srgbClr val="B4B4B4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sz="1000" b="0" i="0" u="none" strike="noStrike" cap="none">
                <a:solidFill>
                  <a:srgbClr val="B4B4B4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sz="1000" b="0" i="0" u="none" strike="noStrike" cap="none">
                <a:solidFill>
                  <a:srgbClr val="B4B4B4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r>
              <a:rPr dirty="0"/>
              <a:t>Not for public release. Course training material. Copyright [schoolhouse TBD]. Do not copy or redistribute outside the assigned course.</a:t>
            </a:r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363362" y="952052"/>
            <a:ext cx="10142837" cy="567883"/>
          </a:xfrm>
        </p:spPr>
        <p:txBody>
          <a:bodyPr wrap="square" anchor="t">
            <a:normAutofit/>
          </a:bodyPr>
          <a:lstStyle/>
          <a:p>
            <a:pPr/>
            <a:r>
              <a:rPr sz="2600"/>
              <a:t>TCP/IP, Handshake, and Scan States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idx="2"/>
          </p:nvPr>
        </p:nvSpPr>
        <p:spPr>
          <a:xfrm>
            <a:off x="1363363" y="1666240"/>
            <a:ext cx="4420981" cy="4505960"/>
          </a:xfrm>
        </p:spPr>
        <p:txBody>
          <a:bodyPr wrap="square" anchor="t">
            <a:normAutofit/>
          </a:bodyPr>
          <a:lstStyle/>
          <a:p>
            <a:pPr/>
            <a:r>
              <a:rPr sz="1800"/>
              <a:t>Focus layers: </a:t>
            </a:r>
            <a:r>
              <a:rPr b="1" sz="1800"/>
              <a:t>Network</a:t>
            </a:r>
            <a:r>
              <a:rPr sz="1800"/>
              <a:t> (IP) and </a:t>
            </a:r>
            <a:r>
              <a:rPr b="1" sz="1800"/>
              <a:t>Transport</a:t>
            </a:r>
            <a:r>
              <a:rPr sz="1800"/>
              <a:t> (TCP/UDP)</a:t>
            </a:r>
          </a:p>
          <a:p>
            <a:pPr/>
            <a:r>
              <a:rPr sz="1800"/>
              <a:t>Handshake: </a:t>
            </a:r>
            <a:r>
              <a:rPr b="1" sz="1800"/>
              <a:t>SYN → SYN-ACK → ACK</a:t>
            </a:r>
            <a:r>
              <a:rPr sz="1800"/>
              <a:t> (full connection / ESTABLISHED)</a:t>
            </a:r>
          </a:p>
          <a:p>
            <a:pPr/>
            <a:r>
              <a:rPr sz="1800"/>
              <a:t>Half-open: SYN → SYN-ACK → RST—never ESTABLISHED</a:t>
            </a:r>
          </a:p>
          <a:p>
            <a:pPr/>
            <a:r>
              <a:rPr sz="1800"/>
              <a:t>Counterops: TCP for reliable service intel; UDP for datagram-only services</a:t>
            </a:r>
          </a:p>
        </p:txBody>
      </p:sp>
      <p:pic>
        <p:nvPicPr>
          <p:cNvPr id="5" name="Picture 4" descr="e3659bf217934f75b88541f49908c32b0a0d553d533c6f0d4bc0e329785dd807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875784" y="1574799"/>
            <a:ext cx="4781253" cy="4781253"/>
          </a:xfrm>
          <a:prstGeom prst="rect">
            <a:avLst/>
          </a:prstGeom>
        </p:spPr>
      </p:pic>
      <p:sp>
        <p:nvSpPr>
          <p:cNvPr id="6" name="Disclaimer">
            <a:extLst>
              <a:ext uri="{FF2B5EF4-FFF2-40B4-BE49-F238E27FC236}">
                <a16:creationId xmlns:a16="http://schemas.microsoft.com/office/drawing/2014/main" id="{AF066B48-BBCB-D243-DA16-4C1CF9825479}"/>
              </a:ext>
            </a:extLst>
          </p:cNvPr>
          <p:cNvSpPr txBox="1">
            <a:spLocks noGrp="1"/>
          </p:cNvSpPr>
          <p:nvPr>
            <p:ph type="ftr" idx="11"/>
          </p:nvPr>
        </p:nvSpPr>
        <p:spPr>
          <a:xfrm>
            <a:off x="0" y="6627376"/>
            <a:ext cx="7873550" cy="23062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sz="1000" b="0" i="0" u="none" strike="noStrike" cap="none">
                <a:solidFill>
                  <a:srgbClr val="B4B4B4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sz="1000" b="0" i="0" u="none" strike="noStrike" cap="none">
                <a:solidFill>
                  <a:srgbClr val="B4B4B4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sz="1000" b="0" i="0" u="none" strike="noStrike" cap="none">
                <a:solidFill>
                  <a:srgbClr val="B4B4B4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sz="1000" b="0" i="0" u="none" strike="noStrike" cap="none">
                <a:solidFill>
                  <a:srgbClr val="B4B4B4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sz="1000" b="0" i="0" u="none" strike="noStrike" cap="none">
                <a:solidFill>
                  <a:srgbClr val="B4B4B4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sz="1000" b="0" i="0" u="none" strike="noStrike" cap="none">
                <a:solidFill>
                  <a:srgbClr val="B4B4B4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sz="1000" b="0" i="0" u="none" strike="noStrike" cap="none">
                <a:solidFill>
                  <a:srgbClr val="B4B4B4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sz="1000" b="0" i="0" u="none" strike="noStrike" cap="none">
                <a:solidFill>
                  <a:srgbClr val="B4B4B4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sz="1000" b="0" i="0" u="none" strike="noStrike" cap="none">
                <a:solidFill>
                  <a:srgbClr val="B4B4B4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r>
              <a:rPr dirty="0"/>
              <a:t>Not for public release. Course training material. Copyright [schoolhouse TBD]. Do not copy or redistribute outside the assigned course.</a:t>
            </a:r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363362" y="952052"/>
            <a:ext cx="10142837" cy="567883"/>
          </a:xfrm>
        </p:spPr>
        <p:txBody>
          <a:bodyPr wrap="square" anchor="t">
            <a:normAutofit/>
          </a:bodyPr>
          <a:lstStyle/>
          <a:p>
            <a:pPr/>
            <a:r>
              <a:rPr sz="2600"/>
              <a:t>TCP Connect vs SYN Scan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idx="2"/>
          </p:nvPr>
        </p:nvSpPr>
        <p:spPr>
          <a:xfrm>
            <a:off x="1363363" y="1666240"/>
            <a:ext cx="4420981" cy="4505960"/>
          </a:xfrm>
        </p:spPr>
        <p:txBody>
          <a:bodyPr wrap="square" anchor="t">
            <a:normAutofit/>
          </a:bodyPr>
          <a:lstStyle/>
          <a:p>
            <a:pPr/>
            <a:r>
              <a:rPr b="1" sz="1800"/>
              <a:t>Connect (`-sT`):</a:t>
            </a:r>
            <a:r>
              <a:rPr sz="1800"/>
              <a:t> full handshake—reliable, often through stateful firewalls, noisier logs</a:t>
            </a:r>
          </a:p>
          <a:p>
            <a:pPr/>
            <a:r>
              <a:rPr b="1" sz="1800"/>
              <a:t>SYN (`-sS`):</a:t>
            </a:r>
            <a:r>
              <a:rPr sz="1800"/>
              <a:t> half-open—faster, less full-session logging, needs raw sockets</a:t>
            </a:r>
          </a:p>
          <a:p>
            <a:pPr/>
            <a:r>
              <a:rPr sz="1800"/>
              <a:t>Default preference: SYN when privileges allow</a:t>
            </a:r>
          </a:p>
          <a:p>
            <a:pPr/>
            <a:r>
              <a:rPr sz="1800"/>
              <a:t>Use connect when thoroughness beats stealth on a high-value node</a:t>
            </a:r>
          </a:p>
        </p:txBody>
      </p:sp>
      <p:pic>
        <p:nvPicPr>
          <p:cNvPr id="5" name="Picture 4" descr="f081e92b46c81c50606faa906885b17168bd37021c8fb8e50dc57fb895cfc68a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875784" y="1574799"/>
            <a:ext cx="4781253" cy="4781253"/>
          </a:xfrm>
          <a:prstGeom prst="rect">
            <a:avLst/>
          </a:prstGeom>
        </p:spPr>
      </p:pic>
      <p:sp>
        <p:nvSpPr>
          <p:cNvPr id="6" name="Disclaimer">
            <a:extLst>
              <a:ext uri="{FF2B5EF4-FFF2-40B4-BE49-F238E27FC236}">
                <a16:creationId xmlns:a16="http://schemas.microsoft.com/office/drawing/2014/main" id="{AF066B48-BBCB-D243-DA16-4C1CF9825479}"/>
              </a:ext>
            </a:extLst>
          </p:cNvPr>
          <p:cNvSpPr txBox="1">
            <a:spLocks noGrp="1"/>
          </p:cNvSpPr>
          <p:nvPr>
            <p:ph type="ftr" idx="11"/>
          </p:nvPr>
        </p:nvSpPr>
        <p:spPr>
          <a:xfrm>
            <a:off x="0" y="6627376"/>
            <a:ext cx="7873550" cy="23062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sz="1000" b="0" i="0" u="none" strike="noStrike" cap="none">
                <a:solidFill>
                  <a:srgbClr val="B4B4B4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sz="1000" b="0" i="0" u="none" strike="noStrike" cap="none">
                <a:solidFill>
                  <a:srgbClr val="B4B4B4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sz="1000" b="0" i="0" u="none" strike="noStrike" cap="none">
                <a:solidFill>
                  <a:srgbClr val="B4B4B4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sz="1000" b="0" i="0" u="none" strike="noStrike" cap="none">
                <a:solidFill>
                  <a:srgbClr val="B4B4B4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sz="1000" b="0" i="0" u="none" strike="noStrike" cap="none">
                <a:solidFill>
                  <a:srgbClr val="B4B4B4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sz="1000" b="0" i="0" u="none" strike="noStrike" cap="none">
                <a:solidFill>
                  <a:srgbClr val="B4B4B4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sz="1000" b="0" i="0" u="none" strike="noStrike" cap="none">
                <a:solidFill>
                  <a:srgbClr val="B4B4B4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sz="1000" b="0" i="0" u="none" strike="noStrike" cap="none">
                <a:solidFill>
                  <a:srgbClr val="B4B4B4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sz="1000" b="0" i="0" u="none" strike="noStrike" cap="none">
                <a:solidFill>
                  <a:srgbClr val="B4B4B4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r>
              <a:rPr dirty="0"/>
              <a:t>Not for public release. Course training material. Copyright [schoolhouse TBD]. Do not copy or redistribute outside the assigned course.</a:t>
            </a:r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363362" y="952052"/>
            <a:ext cx="10142837" cy="567883"/>
          </a:xfrm>
        </p:spPr>
        <p:txBody>
          <a:bodyPr wrap="square" anchor="t">
            <a:normAutofit/>
          </a:bodyPr>
          <a:lstStyle/>
          <a:p>
            <a:pPr/>
            <a:r>
              <a:rPr sz="2600"/>
              <a:t>UDP Scan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idx="2"/>
          </p:nvPr>
        </p:nvSpPr>
        <p:spPr>
          <a:xfrm>
            <a:off x="1363363" y="1666240"/>
            <a:ext cx="4420981" cy="4505960"/>
          </a:xfrm>
        </p:spPr>
        <p:txBody>
          <a:bodyPr wrap="square" anchor="t">
            <a:normAutofit/>
          </a:bodyPr>
          <a:lstStyle/>
          <a:p>
            <a:pPr/>
            <a:r>
              <a:rPr sz="1800"/>
              <a:t>Send UDP; open may respond or stay silent; closed often → ICMP unreachable</a:t>
            </a:r>
          </a:p>
          <a:p>
            <a:pPr/>
            <a:r>
              <a:rPr sz="1800"/>
              <a:t>Finds UDP services (DNS, some C2 / management) that TCP sweeps miss</a:t>
            </a:r>
          </a:p>
          <a:p>
            <a:pPr/>
            <a:r>
              <a:rPr sz="1800"/>
              <a:t>Slow, rate-limited, and often </a:t>
            </a:r>
            <a:r>
              <a:rPr b="1" sz="1800"/>
              <a:t>open|filtered</a:t>
            </a:r>
            <a:r>
              <a:rPr sz="1800"/>
              <a:t>—treat silence as ambiguous</a:t>
            </a:r>
          </a:p>
          <a:p>
            <a:pPr/>
            <a:r>
              <a:rPr sz="1800"/>
              <a:t>Follow ambiguous results with protocol-aware probes, not blind trust</a:t>
            </a:r>
          </a:p>
        </p:txBody>
      </p:sp>
      <p:pic>
        <p:nvPicPr>
          <p:cNvPr id="5" name="Picture 4" descr="d03142ad06e4fcdfddd40a06a0a8474840508566498a2cd0790757e4e1fca691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875784" y="1574799"/>
            <a:ext cx="4781253" cy="4781253"/>
          </a:xfrm>
          <a:prstGeom prst="rect">
            <a:avLst/>
          </a:prstGeom>
        </p:spPr>
      </p:pic>
      <p:sp>
        <p:nvSpPr>
          <p:cNvPr id="6" name="Disclaimer">
            <a:extLst>
              <a:ext uri="{FF2B5EF4-FFF2-40B4-BE49-F238E27FC236}">
                <a16:creationId xmlns:a16="http://schemas.microsoft.com/office/drawing/2014/main" id="{AF066B48-BBCB-D243-DA16-4C1CF9825479}"/>
              </a:ext>
            </a:extLst>
          </p:cNvPr>
          <p:cNvSpPr txBox="1">
            <a:spLocks noGrp="1"/>
          </p:cNvSpPr>
          <p:nvPr>
            <p:ph type="ftr" idx="11"/>
          </p:nvPr>
        </p:nvSpPr>
        <p:spPr>
          <a:xfrm>
            <a:off x="0" y="6627376"/>
            <a:ext cx="7873550" cy="23062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sz="1000" b="0" i="0" u="none" strike="noStrike" cap="none">
                <a:solidFill>
                  <a:srgbClr val="B4B4B4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sz="1000" b="0" i="0" u="none" strike="noStrike" cap="none">
                <a:solidFill>
                  <a:srgbClr val="B4B4B4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sz="1000" b="0" i="0" u="none" strike="noStrike" cap="none">
                <a:solidFill>
                  <a:srgbClr val="B4B4B4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sz="1000" b="0" i="0" u="none" strike="noStrike" cap="none">
                <a:solidFill>
                  <a:srgbClr val="B4B4B4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sz="1000" b="0" i="0" u="none" strike="noStrike" cap="none">
                <a:solidFill>
                  <a:srgbClr val="B4B4B4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sz="1000" b="0" i="0" u="none" strike="noStrike" cap="none">
                <a:solidFill>
                  <a:srgbClr val="B4B4B4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sz="1000" b="0" i="0" u="none" strike="noStrike" cap="none">
                <a:solidFill>
                  <a:srgbClr val="B4B4B4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sz="1000" b="0" i="0" u="none" strike="noStrike" cap="none">
                <a:solidFill>
                  <a:srgbClr val="B4B4B4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sz="1000" b="0" i="0" u="none" strike="noStrike" cap="none">
                <a:solidFill>
                  <a:srgbClr val="B4B4B4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r>
              <a:rPr dirty="0"/>
              <a:t>Not for public release. Course training material. Copyright [schoolhouse TBD]. Do not copy or redistribute outside the assigned course.</a:t>
            </a:r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363362" y="952052"/>
            <a:ext cx="10142837" cy="567883"/>
          </a:xfrm>
        </p:spPr>
        <p:txBody>
          <a:bodyPr wrap="square" anchor="t">
            <a:normAutofit/>
          </a:bodyPr>
          <a:lstStyle/>
          <a:p>
            <a:pPr/>
            <a:r>
              <a:rPr sz="2600"/>
              <a:t>FIN, NULL, and Xmas Scans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idx="2"/>
          </p:nvPr>
        </p:nvSpPr>
        <p:spPr>
          <a:xfrm>
            <a:off x="1363363" y="1666240"/>
            <a:ext cx="4420981" cy="4505960"/>
          </a:xfrm>
        </p:spPr>
        <p:txBody>
          <a:bodyPr wrap="square" anchor="t">
            <a:normAutofit/>
          </a:bodyPr>
          <a:lstStyle/>
          <a:p>
            <a:pPr/>
            <a:r>
              <a:rPr b="1" sz="1800"/>
              <a:t>FIN / NULL / Xmas:</a:t>
            </a:r>
            <a:r>
              <a:rPr sz="1800"/>
              <a:t> unexpected TCP flag combinations</a:t>
            </a:r>
          </a:p>
          <a:p>
            <a:pPr/>
            <a:r>
              <a:rPr sz="1800"/>
              <a:t>Can slip simple filters; modern stacks often break textbook assumptions</a:t>
            </a:r>
          </a:p>
          <a:p>
            <a:pPr/>
            <a:r>
              <a:rPr sz="1800"/>
              <a:t>Use against heavily filtered covert infra—verify results carefully</a:t>
            </a:r>
          </a:p>
          <a:p>
            <a:pPr/>
            <a:r>
              <a:rPr sz="1800"/>
              <a:t>Prefer SYN when you need a reliable open/closed call</a:t>
            </a:r>
          </a:p>
        </p:txBody>
      </p:sp>
      <p:pic>
        <p:nvPicPr>
          <p:cNvPr id="5" name="Picture 4" descr="539d9c5e9bf2fa3797d6be333d61358ae7ff6ae2a8bc098fd7b4d1a4ba497282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875784" y="1574799"/>
            <a:ext cx="4781253" cy="4781253"/>
          </a:xfrm>
          <a:prstGeom prst="rect">
            <a:avLst/>
          </a:prstGeom>
        </p:spPr>
      </p:pic>
      <p:sp>
        <p:nvSpPr>
          <p:cNvPr id="6" name="Disclaimer">
            <a:extLst>
              <a:ext uri="{FF2B5EF4-FFF2-40B4-BE49-F238E27FC236}">
                <a16:creationId xmlns:a16="http://schemas.microsoft.com/office/drawing/2014/main" id="{AF066B48-BBCB-D243-DA16-4C1CF9825479}"/>
              </a:ext>
            </a:extLst>
          </p:cNvPr>
          <p:cNvSpPr txBox="1">
            <a:spLocks noGrp="1"/>
          </p:cNvSpPr>
          <p:nvPr>
            <p:ph type="ftr" idx="11"/>
          </p:nvPr>
        </p:nvSpPr>
        <p:spPr>
          <a:xfrm>
            <a:off x="0" y="6627376"/>
            <a:ext cx="7873550" cy="23062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sz="1000" b="0" i="0" u="none" strike="noStrike" cap="none">
                <a:solidFill>
                  <a:srgbClr val="B4B4B4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sz="1000" b="0" i="0" u="none" strike="noStrike" cap="none">
                <a:solidFill>
                  <a:srgbClr val="B4B4B4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sz="1000" b="0" i="0" u="none" strike="noStrike" cap="none">
                <a:solidFill>
                  <a:srgbClr val="B4B4B4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sz="1000" b="0" i="0" u="none" strike="noStrike" cap="none">
                <a:solidFill>
                  <a:srgbClr val="B4B4B4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sz="1000" b="0" i="0" u="none" strike="noStrike" cap="none">
                <a:solidFill>
                  <a:srgbClr val="B4B4B4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sz="1000" b="0" i="0" u="none" strike="noStrike" cap="none">
                <a:solidFill>
                  <a:srgbClr val="B4B4B4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sz="1000" b="0" i="0" u="none" strike="noStrike" cap="none">
                <a:solidFill>
                  <a:srgbClr val="B4B4B4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sz="1000" b="0" i="0" u="none" strike="noStrike" cap="none">
                <a:solidFill>
                  <a:srgbClr val="B4B4B4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sz="1000" b="0" i="0" u="none" strike="noStrike" cap="none">
                <a:solidFill>
                  <a:srgbClr val="B4B4B4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r>
              <a:rPr dirty="0"/>
              <a:t>Not for public release. Course training material. Copyright [schoolhouse TBD]. Do not copy or redistribute outside the assigned course.</a:t>
            </a:r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363362" y="952052"/>
            <a:ext cx="10142837" cy="567883"/>
          </a:xfrm>
        </p:spPr>
        <p:txBody>
          <a:bodyPr wrap="square" anchor="t">
            <a:normAutofit/>
          </a:bodyPr>
          <a:lstStyle/>
          <a:p>
            <a:pPr/>
            <a:r>
              <a:rPr sz="2600"/>
              <a:t>Port States — Open, Closed, Filtered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idx="2"/>
          </p:nvPr>
        </p:nvSpPr>
        <p:spPr>
          <a:xfrm>
            <a:off x="1363363" y="1666240"/>
            <a:ext cx="4420981" cy="4505960"/>
          </a:xfrm>
        </p:spPr>
        <p:txBody>
          <a:bodyPr wrap="square" anchor="t">
            <a:normAutofit/>
          </a:bodyPr>
          <a:lstStyle/>
          <a:p>
            <a:pPr/>
            <a:r>
              <a:rPr sz="1800"/>
              <a:t>On-host (blue space): query listeners directly (</a:t>
            </a:r>
            <a:r>
              <a:rPr sz="1800">
                <a:latin typeface="Courier New"/>
              </a:rPr>
              <a:t>ss</a:t>
            </a:r>
            <a:r>
              <a:rPr sz="1800"/>
              <a:t> / </a:t>
            </a:r>
            <a:r>
              <a:rPr sz="1800">
                <a:latin typeface="Courier New"/>
              </a:rPr>
              <a:t>netstat</a:t>
            </a:r>
            <a:r>
              <a:rPr sz="1800"/>
              <a:t>)</a:t>
            </a:r>
          </a:p>
          <a:p>
            <a:pPr/>
            <a:r>
              <a:rPr sz="1800"/>
              <a:t>Remote scan: infer state from packet responses only</a:t>
            </a:r>
          </a:p>
          <a:p>
            <a:pPr/>
            <a:r>
              <a:rPr b="1" sz="1800"/>
              <a:t>Open:</a:t>
            </a:r>
            <a:r>
              <a:rPr sz="1800"/>
              <a:t> SYN-ACK—candidate surface</a:t>
            </a:r>
          </a:p>
          <a:p>
            <a:pPr/>
            <a:r>
              <a:rPr b="1" sz="1800"/>
              <a:t>Closed:</a:t>
            </a:r>
            <a:r>
              <a:rPr sz="1800"/>
              <a:t> RST / unreachable—no service</a:t>
            </a:r>
          </a:p>
          <a:p>
            <a:pPr/>
            <a:r>
              <a:rPr b="1" sz="1800"/>
              <a:t>Filtered:</a:t>
            </a:r>
            <a:r>
              <a:rPr sz="1800"/>
              <a:t> no useful response—do not treat as empty</a:t>
            </a:r>
          </a:p>
        </p:txBody>
      </p:sp>
      <p:pic>
        <p:nvPicPr>
          <p:cNvPr id="5" name="Picture 4" descr="e1a42ba79ae11e788e022771e4602070e31f310b5295da36ec8588cae61df182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875784" y="1574799"/>
            <a:ext cx="4781253" cy="4781253"/>
          </a:xfrm>
          <a:prstGeom prst="rect">
            <a:avLst/>
          </a:prstGeom>
        </p:spPr>
      </p:pic>
      <p:sp>
        <p:nvSpPr>
          <p:cNvPr id="6" name="Disclaimer">
            <a:extLst>
              <a:ext uri="{FF2B5EF4-FFF2-40B4-BE49-F238E27FC236}">
                <a16:creationId xmlns:a16="http://schemas.microsoft.com/office/drawing/2014/main" id="{AF066B48-BBCB-D243-DA16-4C1CF9825479}"/>
              </a:ext>
            </a:extLst>
          </p:cNvPr>
          <p:cNvSpPr txBox="1">
            <a:spLocks noGrp="1"/>
          </p:cNvSpPr>
          <p:nvPr>
            <p:ph type="ftr" idx="11"/>
          </p:nvPr>
        </p:nvSpPr>
        <p:spPr>
          <a:xfrm>
            <a:off x="0" y="6627376"/>
            <a:ext cx="7873550" cy="23062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sz="1000" b="0" i="0" u="none" strike="noStrike" cap="none">
                <a:solidFill>
                  <a:srgbClr val="B4B4B4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sz="1000" b="0" i="0" u="none" strike="noStrike" cap="none">
                <a:solidFill>
                  <a:srgbClr val="B4B4B4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sz="1000" b="0" i="0" u="none" strike="noStrike" cap="none">
                <a:solidFill>
                  <a:srgbClr val="B4B4B4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sz="1000" b="0" i="0" u="none" strike="noStrike" cap="none">
                <a:solidFill>
                  <a:srgbClr val="B4B4B4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sz="1000" b="0" i="0" u="none" strike="noStrike" cap="none">
                <a:solidFill>
                  <a:srgbClr val="B4B4B4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sz="1000" b="0" i="0" u="none" strike="noStrike" cap="none">
                <a:solidFill>
                  <a:srgbClr val="B4B4B4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sz="1000" b="0" i="0" u="none" strike="noStrike" cap="none">
                <a:solidFill>
                  <a:srgbClr val="B4B4B4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sz="1000" b="0" i="0" u="none" strike="noStrike" cap="none">
                <a:solidFill>
                  <a:srgbClr val="B4B4B4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sz="1000" b="0" i="0" u="none" strike="noStrike" cap="none">
                <a:solidFill>
                  <a:srgbClr val="B4B4B4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r>
              <a:rPr dirty="0"/>
              <a:t>Not for public release. Course training material. Copyright [schoolhouse TBD]. Do not copy or redistribute outside the assigned course.</a:t>
            </a:r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363362" y="952052"/>
            <a:ext cx="10142837" cy="567883"/>
          </a:xfrm>
        </p:spPr>
        <p:txBody>
          <a:bodyPr wrap="square" anchor="t">
            <a:normAutofit/>
          </a:bodyPr>
          <a:lstStyle/>
          <a:p>
            <a:pPr/>
            <a:r>
              <a:rPr sz="2600"/>
              <a:t>Timing — Speed, Detectability, Accuracy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idx="2"/>
          </p:nvPr>
        </p:nvSpPr>
        <p:spPr>
          <a:xfrm>
            <a:off x="1363363" y="1666240"/>
            <a:ext cx="4420981" cy="4505960"/>
          </a:xfrm>
        </p:spPr>
        <p:txBody>
          <a:bodyPr wrap="square" anchor="t">
            <a:normAutofit/>
          </a:bodyPr>
          <a:lstStyle/>
          <a:p>
            <a:pPr/>
            <a:r>
              <a:rPr sz="1800"/>
              <a:t>Aggressive rate → fast intel, lights up IDS; slow spacing → quieter, longer</a:t>
            </a:r>
          </a:p>
          <a:p>
            <a:pPr/>
            <a:r>
              <a:rPr sz="1800"/>
              <a:t>Three knobs: </a:t>
            </a:r>
            <a:r>
              <a:rPr b="1" sz="1800"/>
              <a:t>speed</a:t>
            </a:r>
            <a:r>
              <a:rPr sz="1800"/>
              <a:t>, </a:t>
            </a:r>
            <a:r>
              <a:rPr b="1" sz="1800"/>
              <a:t>detectability</a:t>
            </a:r>
            <a:r>
              <a:rPr sz="1800"/>
              <a:t>, </a:t>
            </a:r>
            <a:r>
              <a:rPr b="1" sz="1800"/>
              <a:t>accuracy</a:t>
            </a:r>
          </a:p>
          <a:p>
            <a:pPr/>
            <a:r>
              <a:rPr sz="1800"/>
              <a:t>Start quiet from blue vantage; escalate only when the decision needs it</a:t>
            </a:r>
          </a:p>
          <a:p>
            <a:pPr/>
            <a:r>
              <a:rPr sz="1800"/>
              <a:t>Randomize intervals; align with the operational environment—avoid a metronome</a:t>
            </a:r>
          </a:p>
        </p:txBody>
      </p:sp>
      <p:pic>
        <p:nvPicPr>
          <p:cNvPr id="5" name="Picture 4" descr="3823eaa3980160c278d0f277f707955a99c743537d778ad62b37cc1e0c3960b8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875784" y="1574799"/>
            <a:ext cx="4781253" cy="4781253"/>
          </a:xfrm>
          <a:prstGeom prst="rect">
            <a:avLst/>
          </a:prstGeom>
        </p:spPr>
      </p:pic>
      <p:sp>
        <p:nvSpPr>
          <p:cNvPr id="6" name="Disclaimer">
            <a:extLst>
              <a:ext uri="{FF2B5EF4-FFF2-40B4-BE49-F238E27FC236}">
                <a16:creationId xmlns:a16="http://schemas.microsoft.com/office/drawing/2014/main" id="{AF066B48-BBCB-D243-DA16-4C1CF9825479}"/>
              </a:ext>
            </a:extLst>
          </p:cNvPr>
          <p:cNvSpPr txBox="1">
            <a:spLocks noGrp="1"/>
          </p:cNvSpPr>
          <p:nvPr>
            <p:ph type="ftr" idx="11"/>
          </p:nvPr>
        </p:nvSpPr>
        <p:spPr>
          <a:xfrm>
            <a:off x="0" y="6627376"/>
            <a:ext cx="7873550" cy="23062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sz="1000" b="0" i="0" u="none" strike="noStrike" cap="none">
                <a:solidFill>
                  <a:srgbClr val="B4B4B4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sz="1000" b="0" i="0" u="none" strike="noStrike" cap="none">
                <a:solidFill>
                  <a:srgbClr val="B4B4B4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sz="1000" b="0" i="0" u="none" strike="noStrike" cap="none">
                <a:solidFill>
                  <a:srgbClr val="B4B4B4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sz="1000" b="0" i="0" u="none" strike="noStrike" cap="none">
                <a:solidFill>
                  <a:srgbClr val="B4B4B4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sz="1000" b="0" i="0" u="none" strike="noStrike" cap="none">
                <a:solidFill>
                  <a:srgbClr val="B4B4B4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sz="1000" b="0" i="0" u="none" strike="noStrike" cap="none">
                <a:solidFill>
                  <a:srgbClr val="B4B4B4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sz="1000" b="0" i="0" u="none" strike="noStrike" cap="none">
                <a:solidFill>
                  <a:srgbClr val="B4B4B4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sz="1000" b="0" i="0" u="none" strike="noStrike" cap="none">
                <a:solidFill>
                  <a:srgbClr val="B4B4B4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sz="1000" b="0" i="0" u="none" strike="noStrike" cap="none">
                <a:solidFill>
                  <a:srgbClr val="B4B4B4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r>
              <a:rPr dirty="0"/>
              <a:t>Not for public release. Course training material. Copyright [schoolhouse TBD]. Do not copy or redistribute outside the assigned course.</a:t>
            </a:r>
          </a:p>
        </p:txBody>
      </p:sp>
    </p:spTree>
  </p:cSld>
  <p:clrMapOvr>
    <a:masterClrMapping/>
  </p:clrMapOvr>
</p:sld>
</file>

<file path=ppt/slides/slide2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363362" y="952052"/>
            <a:ext cx="10142837" cy="567883"/>
          </a:xfrm>
        </p:spPr>
        <p:txBody>
          <a:bodyPr wrap="square" anchor="t">
            <a:normAutofit/>
          </a:bodyPr>
          <a:lstStyle/>
          <a:p>
            <a:pPr/>
            <a:r>
              <a:rPr sz="2600"/>
              <a:t>Evasion — Fragments, Decoys, Source Ports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idx="2"/>
          </p:nvPr>
        </p:nvSpPr>
        <p:spPr>
          <a:xfrm>
            <a:off x="1363363" y="1666240"/>
            <a:ext cx="4420981" cy="4505960"/>
          </a:xfrm>
        </p:spPr>
        <p:txBody>
          <a:bodyPr wrap="square" anchor="t">
            <a:normAutofit/>
          </a:bodyPr>
          <a:lstStyle/>
          <a:p>
            <a:pPr/>
            <a:r>
              <a:rPr b="1" sz="1800"/>
              <a:t>Fragmentation:</a:t>
            </a:r>
            <a:r>
              <a:rPr sz="1800"/>
              <a:t> split PDUs so weak filters miss signatures; modern IDS may reassemble</a:t>
            </a:r>
          </a:p>
          <a:p>
            <a:pPr/>
            <a:r>
              <a:rPr b="1" sz="1800"/>
              <a:t>Decoys:</a:t>
            </a:r>
            <a:r>
              <a:rPr sz="1800"/>
              <a:t> extra source IPs to dilute attribution</a:t>
            </a:r>
          </a:p>
          <a:p>
            <a:pPr/>
            <a:r>
              <a:rPr b="1" sz="1800"/>
              <a:t>Source port tricks:</a:t>
            </a:r>
            <a:r>
              <a:rPr sz="1800"/>
              <a:t> common ports (e.g., 53) to mimic legit flows</a:t>
            </a:r>
          </a:p>
          <a:p>
            <a:pPr/>
            <a:r>
              <a:rPr sz="1800"/>
              <a:t>None of these erase scope—they reduce easy matches</a:t>
            </a:r>
          </a:p>
        </p:txBody>
      </p:sp>
      <p:pic>
        <p:nvPicPr>
          <p:cNvPr id="5" name="Picture 4" descr="00df826ac16703d3c5425be66c3b2de63142209d3c3adcef08dbb2ac31a9d300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875784" y="1574799"/>
            <a:ext cx="4781253" cy="4781253"/>
          </a:xfrm>
          <a:prstGeom prst="rect">
            <a:avLst/>
          </a:prstGeom>
        </p:spPr>
      </p:pic>
      <p:sp>
        <p:nvSpPr>
          <p:cNvPr id="6" name="Disclaimer">
            <a:extLst>
              <a:ext uri="{FF2B5EF4-FFF2-40B4-BE49-F238E27FC236}">
                <a16:creationId xmlns:a16="http://schemas.microsoft.com/office/drawing/2014/main" id="{AF066B48-BBCB-D243-DA16-4C1CF9825479}"/>
              </a:ext>
            </a:extLst>
          </p:cNvPr>
          <p:cNvSpPr txBox="1">
            <a:spLocks noGrp="1"/>
          </p:cNvSpPr>
          <p:nvPr>
            <p:ph type="ftr" idx="11"/>
          </p:nvPr>
        </p:nvSpPr>
        <p:spPr>
          <a:xfrm>
            <a:off x="0" y="6627376"/>
            <a:ext cx="7873550" cy="23062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sz="1000" b="0" i="0" u="none" strike="noStrike" cap="none">
                <a:solidFill>
                  <a:srgbClr val="B4B4B4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sz="1000" b="0" i="0" u="none" strike="noStrike" cap="none">
                <a:solidFill>
                  <a:srgbClr val="B4B4B4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sz="1000" b="0" i="0" u="none" strike="noStrike" cap="none">
                <a:solidFill>
                  <a:srgbClr val="B4B4B4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sz="1000" b="0" i="0" u="none" strike="noStrike" cap="none">
                <a:solidFill>
                  <a:srgbClr val="B4B4B4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sz="1000" b="0" i="0" u="none" strike="noStrike" cap="none">
                <a:solidFill>
                  <a:srgbClr val="B4B4B4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sz="1000" b="0" i="0" u="none" strike="noStrike" cap="none">
                <a:solidFill>
                  <a:srgbClr val="B4B4B4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sz="1000" b="0" i="0" u="none" strike="noStrike" cap="none">
                <a:solidFill>
                  <a:srgbClr val="B4B4B4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sz="1000" b="0" i="0" u="none" strike="noStrike" cap="none">
                <a:solidFill>
                  <a:srgbClr val="B4B4B4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sz="1000" b="0" i="0" u="none" strike="noStrike" cap="none">
                <a:solidFill>
                  <a:srgbClr val="B4B4B4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r>
              <a:rPr dirty="0"/>
              <a:t>Not for public release. Course training material. Copyright [schoolhouse TBD]. Do not copy or redistribute outside the assigned course.</a:t>
            </a:r>
          </a:p>
        </p:txBody>
      </p:sp>
    </p:spTree>
  </p:cSld>
  <p:clrMapOvr>
    <a:masterClrMapping/>
  </p:clrMapOvr>
</p:sld>
</file>

<file path=ppt/slides/slide2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363362" y="952052"/>
            <a:ext cx="10142837" cy="567883"/>
          </a:xfrm>
        </p:spPr>
        <p:txBody>
          <a:bodyPr wrap="square" anchor="t">
            <a:normAutofit/>
          </a:bodyPr>
          <a:lstStyle/>
          <a:p>
            <a:pPr/>
            <a:r>
              <a:rPr sz="2600"/>
              <a:t>Nmap Deep Dive</a:t>
            </a:r>
          </a:p>
        </p:txBody>
      </p:sp>
      <p:pic>
        <p:nvPicPr>
          <p:cNvPr id="5" name="Picture 4" descr="c889b55cff9a04457b0821afbfd3a854c1e28371a7efcc8235c11cb0305634f1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875784" y="1574799"/>
            <a:ext cx="4781253" cy="4781253"/>
          </a:xfrm>
          <a:prstGeom prst="rect">
            <a:avLst/>
          </a:prstGeom>
        </p:spPr>
      </p:pic>
      <p:sp>
        <p:nvSpPr>
          <p:cNvPr id="6" name="Disclaimer">
            <a:extLst>
              <a:ext uri="{FF2B5EF4-FFF2-40B4-BE49-F238E27FC236}">
                <a16:creationId xmlns:a16="http://schemas.microsoft.com/office/drawing/2014/main" id="{AF066B48-BBCB-D243-DA16-4C1CF9825479}"/>
              </a:ext>
            </a:extLst>
          </p:cNvPr>
          <p:cNvSpPr txBox="1">
            <a:spLocks noGrp="1"/>
          </p:cNvSpPr>
          <p:nvPr>
            <p:ph type="ftr" idx="11"/>
          </p:nvPr>
        </p:nvSpPr>
        <p:spPr>
          <a:xfrm>
            <a:off x="0" y="6627376"/>
            <a:ext cx="7873550" cy="23062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sz="1000" b="0" i="0" u="none" strike="noStrike" cap="none">
                <a:solidFill>
                  <a:srgbClr val="B4B4B4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sz="1000" b="0" i="0" u="none" strike="noStrike" cap="none">
                <a:solidFill>
                  <a:srgbClr val="B4B4B4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sz="1000" b="0" i="0" u="none" strike="noStrike" cap="none">
                <a:solidFill>
                  <a:srgbClr val="B4B4B4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sz="1000" b="0" i="0" u="none" strike="noStrike" cap="none">
                <a:solidFill>
                  <a:srgbClr val="B4B4B4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sz="1000" b="0" i="0" u="none" strike="noStrike" cap="none">
                <a:solidFill>
                  <a:srgbClr val="B4B4B4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sz="1000" b="0" i="0" u="none" strike="noStrike" cap="none">
                <a:solidFill>
                  <a:srgbClr val="B4B4B4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sz="1000" b="0" i="0" u="none" strike="noStrike" cap="none">
                <a:solidFill>
                  <a:srgbClr val="B4B4B4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sz="1000" b="0" i="0" u="none" strike="noStrike" cap="none">
                <a:solidFill>
                  <a:srgbClr val="B4B4B4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sz="1000" b="0" i="0" u="none" strike="noStrike" cap="none">
                <a:solidFill>
                  <a:srgbClr val="B4B4B4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r>
              <a:rPr dirty="0"/>
              <a:t>Not for public release. Course training material. Copyright [schoolhouse TBD]. Do not copy or redistribute outside the assigned course.</a:t>
            </a:r>
          </a:p>
        </p:txBody>
      </p:sp>
    </p:spTree>
  </p:cSld>
  <p:clrMapOvr>
    <a:masterClrMapping/>
  </p:clrMapOvr>
</p:sld>
</file>

<file path=ppt/slides/slide3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363362" y="952052"/>
            <a:ext cx="10142837" cy="567883"/>
          </a:xfrm>
        </p:spPr>
        <p:txBody>
          <a:bodyPr wrap="square" anchor="t">
            <a:normAutofit/>
          </a:bodyPr>
          <a:lstStyle/>
          <a:p>
            <a:pPr/>
            <a:r>
              <a:rPr sz="2600"/>
              <a:t>Nmap as a Collection Platform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idx="2"/>
          </p:nvPr>
        </p:nvSpPr>
        <p:spPr>
          <a:xfrm>
            <a:off x="1363363" y="1666240"/>
            <a:ext cx="4420981" cy="4505960"/>
          </a:xfrm>
        </p:spPr>
        <p:txBody>
          <a:bodyPr wrap="square" anchor="t">
            <a:normAutofit/>
          </a:bodyPr>
          <a:lstStyle/>
          <a:p>
            <a:pPr/>
            <a:r>
              <a:rPr b="1" sz="1800"/>
              <a:t>Nmap:</a:t>
            </a:r>
            <a:r>
              <a:rPr sz="1800"/>
              <a:t> open-source scanner for host and network discovery</a:t>
            </a:r>
          </a:p>
          <a:p>
            <a:pPr/>
            <a:r>
              <a:rPr sz="1800"/>
              <a:t>Core capabilities: ports, service/version, OS fingerprint, NSE scripts</a:t>
            </a:r>
          </a:p>
          <a:p>
            <a:pPr/>
            <a:r>
              <a:rPr sz="1800"/>
              <a:t>Treat every flag as a yield-versus-visibility choice</a:t>
            </a:r>
          </a:p>
          <a:p>
            <a:pPr/>
            <a:r>
              <a:rPr sz="1800"/>
              <a:t>Primary active collection tool for this hour</a:t>
            </a:r>
          </a:p>
        </p:txBody>
      </p:sp>
      <p:pic>
        <p:nvPicPr>
          <p:cNvPr id="5" name="Picture 4" descr="26cf7762bd0fccae85aee0a8603cc9a08d23c2598bb6ed512e79b151a8e68dc9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875784" y="1574799"/>
            <a:ext cx="4781253" cy="4781253"/>
          </a:xfrm>
          <a:prstGeom prst="rect">
            <a:avLst/>
          </a:prstGeom>
        </p:spPr>
      </p:pic>
      <p:sp>
        <p:nvSpPr>
          <p:cNvPr id="6" name="Disclaimer">
            <a:extLst>
              <a:ext uri="{FF2B5EF4-FFF2-40B4-BE49-F238E27FC236}">
                <a16:creationId xmlns:a16="http://schemas.microsoft.com/office/drawing/2014/main" id="{AF066B48-BBCB-D243-DA16-4C1CF9825479}"/>
              </a:ext>
            </a:extLst>
          </p:cNvPr>
          <p:cNvSpPr txBox="1">
            <a:spLocks noGrp="1"/>
          </p:cNvSpPr>
          <p:nvPr>
            <p:ph type="ftr" idx="11"/>
          </p:nvPr>
        </p:nvSpPr>
        <p:spPr>
          <a:xfrm>
            <a:off x="0" y="6627376"/>
            <a:ext cx="7873550" cy="23062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sz="1000" b="0" i="0" u="none" strike="noStrike" cap="none">
                <a:solidFill>
                  <a:srgbClr val="B4B4B4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sz="1000" b="0" i="0" u="none" strike="noStrike" cap="none">
                <a:solidFill>
                  <a:srgbClr val="B4B4B4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sz="1000" b="0" i="0" u="none" strike="noStrike" cap="none">
                <a:solidFill>
                  <a:srgbClr val="B4B4B4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sz="1000" b="0" i="0" u="none" strike="noStrike" cap="none">
                <a:solidFill>
                  <a:srgbClr val="B4B4B4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sz="1000" b="0" i="0" u="none" strike="noStrike" cap="none">
                <a:solidFill>
                  <a:srgbClr val="B4B4B4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sz="1000" b="0" i="0" u="none" strike="noStrike" cap="none">
                <a:solidFill>
                  <a:srgbClr val="B4B4B4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sz="1000" b="0" i="0" u="none" strike="noStrike" cap="none">
                <a:solidFill>
                  <a:srgbClr val="B4B4B4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sz="1000" b="0" i="0" u="none" strike="noStrike" cap="none">
                <a:solidFill>
                  <a:srgbClr val="B4B4B4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sz="1000" b="0" i="0" u="none" strike="noStrike" cap="none">
                <a:solidFill>
                  <a:srgbClr val="B4B4B4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r>
              <a:rPr dirty="0"/>
              <a:t>Not for public release. Course training material. Copyright [schoolhouse TBD]. Do not copy or redistribute outside the assigned course.</a:t>
            </a:r>
          </a:p>
        </p:txBody>
      </p:sp>
    </p:spTree>
  </p:cSld>
  <p:clrMapOvr>
    <a:masterClrMapping/>
  </p:clrMapOvr>
</p:sld>
</file>

<file path=ppt/slides/slide3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363362" y="952052"/>
            <a:ext cx="10142837" cy="567883"/>
          </a:xfrm>
        </p:spPr>
        <p:txBody>
          <a:bodyPr wrap="square" anchor="t">
            <a:normAutofit/>
          </a:bodyPr>
          <a:lstStyle/>
          <a:p>
            <a:pPr/>
            <a:r>
              <a:rPr sz="2600"/>
              <a:t>Scope, Ports, Scan Types, Timing, Archive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idx="2"/>
          </p:nvPr>
        </p:nvSpPr>
        <p:spPr>
          <a:xfrm>
            <a:off x="1363363" y="1666240"/>
            <a:ext cx="4420981" cy="4505960"/>
          </a:xfrm>
        </p:spPr>
        <p:txBody>
          <a:bodyPr wrap="square" anchor="t">
            <a:normAutofit/>
          </a:bodyPr>
          <a:lstStyle/>
          <a:p>
            <a:pPr/>
            <a:r>
              <a:rPr b="1" sz="1800"/>
              <a:t>Target:</a:t>
            </a:r>
            <a:r>
              <a:rPr sz="1800"/>
              <a:t> single host, CIDR, or name—size scope to the intelligence need</a:t>
            </a:r>
          </a:p>
          <a:p>
            <a:pPr/>
            <a:r>
              <a:rPr b="1" sz="1800"/>
              <a:t>Ports:</a:t>
            </a:r>
            <a:r>
              <a:rPr sz="1800"/>
              <a:t> </a:t>
            </a:r>
            <a:r>
              <a:rPr sz="1800">
                <a:latin typeface="Courier New"/>
              </a:rPr>
              <a:t>-p 22,80</a:t>
            </a:r>
            <a:r>
              <a:rPr sz="1800"/>
              <a:t> focused; </a:t>
            </a:r>
            <a:r>
              <a:rPr sz="1800">
                <a:latin typeface="Courier New"/>
              </a:rPr>
              <a:t>-p-</a:t>
            </a:r>
            <a:r>
              <a:rPr sz="1800"/>
              <a:t> full TCP</a:t>
            </a:r>
          </a:p>
          <a:p>
            <a:pPr/>
            <a:r>
              <a:rPr b="1" sz="1800"/>
              <a:t>Types:</a:t>
            </a:r>
            <a:r>
              <a:rPr sz="1800"/>
              <a:t> </a:t>
            </a:r>
            <a:r>
              <a:rPr sz="1800">
                <a:latin typeface="Courier New"/>
              </a:rPr>
              <a:t>-sS</a:t>
            </a:r>
            <a:r>
              <a:rPr sz="1800"/>
              <a:t> SYN; </a:t>
            </a:r>
            <a:r>
              <a:rPr sz="1800">
                <a:latin typeface="Courier New"/>
              </a:rPr>
              <a:t>-sT</a:t>
            </a:r>
            <a:r>
              <a:rPr sz="1800"/>
              <a:t> connect; </a:t>
            </a:r>
            <a:r>
              <a:rPr sz="1800">
                <a:latin typeface="Courier New"/>
              </a:rPr>
              <a:t>-sU</a:t>
            </a:r>
            <a:r>
              <a:rPr sz="1800"/>
              <a:t> UDP</a:t>
            </a:r>
          </a:p>
          <a:p>
            <a:pPr/>
            <a:r>
              <a:rPr b="1" sz="1800"/>
              <a:t>Timing:</a:t>
            </a:r>
            <a:r>
              <a:rPr sz="1800"/>
              <a:t> </a:t>
            </a:r>
            <a:r>
              <a:rPr sz="1800">
                <a:latin typeface="Courier New"/>
              </a:rPr>
              <a:t>-T0</a:t>
            </a:r>
            <a:r>
              <a:rPr sz="1800"/>
              <a:t> … </a:t>
            </a:r>
            <a:r>
              <a:rPr sz="1800">
                <a:latin typeface="Courier New"/>
              </a:rPr>
              <a:t>-T5</a:t>
            </a:r>
            <a:r>
              <a:rPr sz="1800"/>
              <a:t>; prefer </a:t>
            </a:r>
            <a:r>
              <a:rPr b="1" sz="1800"/>
              <a:t>T3–T4</a:t>
            </a:r>
            <a:r>
              <a:rPr sz="1800"/>
              <a:t> for most recon</a:t>
            </a:r>
          </a:p>
          <a:p>
            <a:pPr/>
            <a:r>
              <a:rPr b="1" sz="1800"/>
              <a:t>Output:</a:t>
            </a:r>
            <a:r>
              <a:rPr sz="1800"/>
              <a:t> </a:t>
            </a:r>
            <a:r>
              <a:rPr sz="1800">
                <a:latin typeface="Courier New"/>
              </a:rPr>
              <a:t>-oA</a:t>
            </a:r>
            <a:r>
              <a:rPr sz="1800"/>
              <a:t> so you do not rescan to recover notes</a:t>
            </a:r>
          </a:p>
        </p:txBody>
      </p:sp>
      <p:pic>
        <p:nvPicPr>
          <p:cNvPr id="5" name="Picture 4" descr="b293ff34ae74377b63e3cdbce3bb62b33cf9f8cd584b0bdc4b4b2e3f31f4f733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875784" y="1574799"/>
            <a:ext cx="4781253" cy="4781253"/>
          </a:xfrm>
          <a:prstGeom prst="rect">
            <a:avLst/>
          </a:prstGeom>
        </p:spPr>
      </p:pic>
      <p:sp>
        <p:nvSpPr>
          <p:cNvPr id="6" name="Disclaimer">
            <a:extLst>
              <a:ext uri="{FF2B5EF4-FFF2-40B4-BE49-F238E27FC236}">
                <a16:creationId xmlns:a16="http://schemas.microsoft.com/office/drawing/2014/main" id="{AF066B48-BBCB-D243-DA16-4C1CF9825479}"/>
              </a:ext>
            </a:extLst>
          </p:cNvPr>
          <p:cNvSpPr txBox="1">
            <a:spLocks noGrp="1"/>
          </p:cNvSpPr>
          <p:nvPr>
            <p:ph type="ftr" idx="11"/>
          </p:nvPr>
        </p:nvSpPr>
        <p:spPr>
          <a:xfrm>
            <a:off x="0" y="6627376"/>
            <a:ext cx="7873550" cy="23062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sz="1000" b="0" i="0" u="none" strike="noStrike" cap="none">
                <a:solidFill>
                  <a:srgbClr val="B4B4B4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sz="1000" b="0" i="0" u="none" strike="noStrike" cap="none">
                <a:solidFill>
                  <a:srgbClr val="B4B4B4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sz="1000" b="0" i="0" u="none" strike="noStrike" cap="none">
                <a:solidFill>
                  <a:srgbClr val="B4B4B4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sz="1000" b="0" i="0" u="none" strike="noStrike" cap="none">
                <a:solidFill>
                  <a:srgbClr val="B4B4B4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sz="1000" b="0" i="0" u="none" strike="noStrike" cap="none">
                <a:solidFill>
                  <a:srgbClr val="B4B4B4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sz="1000" b="0" i="0" u="none" strike="noStrike" cap="none">
                <a:solidFill>
                  <a:srgbClr val="B4B4B4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sz="1000" b="0" i="0" u="none" strike="noStrike" cap="none">
                <a:solidFill>
                  <a:srgbClr val="B4B4B4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sz="1000" b="0" i="0" u="none" strike="noStrike" cap="none">
                <a:solidFill>
                  <a:srgbClr val="B4B4B4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sz="1000" b="0" i="0" u="none" strike="noStrike" cap="none">
                <a:solidFill>
                  <a:srgbClr val="B4B4B4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r>
              <a:rPr dirty="0"/>
              <a:t>Not for public release. Course training material. Copyright [schoolhouse TBD]. Do not copy or redistribute outside the assigned course.</a:t>
            </a:r>
          </a:p>
        </p:txBody>
      </p:sp>
    </p:spTree>
  </p:cSld>
  <p:clrMapOvr>
    <a:masterClrMapping/>
  </p:clrMapOvr>
</p:sld>
</file>

<file path=ppt/slides/slide3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363362" y="952052"/>
            <a:ext cx="10142837" cy="567883"/>
          </a:xfrm>
        </p:spPr>
        <p:txBody>
          <a:bodyPr wrap="square" anchor="t">
            <a:normAutofit/>
          </a:bodyPr>
          <a:lstStyle/>
          <a:p>
            <a:pPr/>
            <a:r>
              <a:rPr sz="2600"/>
              <a:t>Versions, OS Fingerprint, and </a:t>
            </a:r>
            <a:r>
              <a:rPr sz="2600">
                <a:latin typeface="Courier New"/>
              </a:rPr>
              <a:t>-A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idx="2"/>
          </p:nvPr>
        </p:nvSpPr>
        <p:spPr>
          <a:xfrm>
            <a:off x="1363363" y="1666240"/>
            <a:ext cx="4420981" cy="4505960"/>
          </a:xfrm>
        </p:spPr>
        <p:txBody>
          <a:bodyPr wrap="square" anchor="t">
            <a:normAutofit/>
          </a:bodyPr>
          <a:lstStyle/>
          <a:p>
            <a:pPr/>
            <a:r>
              <a:rPr b="1" sz="1800"/>
              <a:t>`-sV`:</a:t>
            </a:r>
            <a:r>
              <a:rPr sz="1800"/>
              <a:t> protocol probes → banners → name and version for CVE matching</a:t>
            </a:r>
          </a:p>
          <a:p>
            <a:pPr/>
            <a:r>
              <a:rPr b="1" sz="1800"/>
              <a:t>`-O`:</a:t>
            </a:r>
            <a:r>
              <a:rPr sz="1800"/>
              <a:t> stack quirks vs </a:t>
            </a:r>
            <a:r>
              <a:rPr sz="1800">
                <a:latin typeface="Courier New"/>
              </a:rPr>
              <a:t>nmap-os-db</a:t>
            </a:r>
            <a:r>
              <a:rPr sz="1800"/>
              <a:t>—worth it on high-value nodes</a:t>
            </a:r>
          </a:p>
          <a:p>
            <a:pPr/>
            <a:r>
              <a:rPr b="1" sz="1800"/>
              <a:t>`-A`:</a:t>
            </a:r>
            <a:r>
              <a:rPr sz="1800"/>
              <a:t> bundles </a:t>
            </a:r>
            <a:r>
              <a:rPr sz="1800">
                <a:latin typeface="Courier New"/>
              </a:rPr>
              <a:t>-sV</a:t>
            </a:r>
            <a:r>
              <a:rPr sz="1800"/>
              <a:t>, </a:t>
            </a:r>
            <a:r>
              <a:rPr sz="1800">
                <a:latin typeface="Courier New"/>
              </a:rPr>
              <a:t>-O</a:t>
            </a:r>
            <a:r>
              <a:rPr sz="1800"/>
              <a:t>, script scan, traceroute—high yield, high volume</a:t>
            </a:r>
          </a:p>
          <a:p>
            <a:pPr/>
            <a:r>
              <a:rPr sz="1800"/>
              <a:t>Stage collection: ports first; deepen where the profile justifies noise</a:t>
            </a:r>
          </a:p>
        </p:txBody>
      </p:sp>
      <p:pic>
        <p:nvPicPr>
          <p:cNvPr id="5" name="Picture 4" descr="bbc81bce3dead047003bcf6c1e68e5d9cb0d6bb716cca5cd8b852e053494f235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875784" y="1574799"/>
            <a:ext cx="4781253" cy="4781253"/>
          </a:xfrm>
          <a:prstGeom prst="rect">
            <a:avLst/>
          </a:prstGeom>
        </p:spPr>
      </p:pic>
      <p:sp>
        <p:nvSpPr>
          <p:cNvPr id="6" name="Disclaimer">
            <a:extLst>
              <a:ext uri="{FF2B5EF4-FFF2-40B4-BE49-F238E27FC236}">
                <a16:creationId xmlns:a16="http://schemas.microsoft.com/office/drawing/2014/main" id="{AF066B48-BBCB-D243-DA16-4C1CF9825479}"/>
              </a:ext>
            </a:extLst>
          </p:cNvPr>
          <p:cNvSpPr txBox="1">
            <a:spLocks noGrp="1"/>
          </p:cNvSpPr>
          <p:nvPr>
            <p:ph type="ftr" idx="11"/>
          </p:nvPr>
        </p:nvSpPr>
        <p:spPr>
          <a:xfrm>
            <a:off x="0" y="6627376"/>
            <a:ext cx="7873550" cy="23062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sz="1000" b="0" i="0" u="none" strike="noStrike" cap="none">
                <a:solidFill>
                  <a:srgbClr val="B4B4B4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sz="1000" b="0" i="0" u="none" strike="noStrike" cap="none">
                <a:solidFill>
                  <a:srgbClr val="B4B4B4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sz="1000" b="0" i="0" u="none" strike="noStrike" cap="none">
                <a:solidFill>
                  <a:srgbClr val="B4B4B4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sz="1000" b="0" i="0" u="none" strike="noStrike" cap="none">
                <a:solidFill>
                  <a:srgbClr val="B4B4B4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sz="1000" b="0" i="0" u="none" strike="noStrike" cap="none">
                <a:solidFill>
                  <a:srgbClr val="B4B4B4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sz="1000" b="0" i="0" u="none" strike="noStrike" cap="none">
                <a:solidFill>
                  <a:srgbClr val="B4B4B4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sz="1000" b="0" i="0" u="none" strike="noStrike" cap="none">
                <a:solidFill>
                  <a:srgbClr val="B4B4B4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sz="1000" b="0" i="0" u="none" strike="noStrike" cap="none">
                <a:solidFill>
                  <a:srgbClr val="B4B4B4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sz="1000" b="0" i="0" u="none" strike="noStrike" cap="none">
                <a:solidFill>
                  <a:srgbClr val="B4B4B4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r>
              <a:rPr dirty="0"/>
              <a:t>Not for public release. Course training material. Copyright [schoolhouse TBD]. Do not copy or redistribute outside the assigned course.</a:t>
            </a:r>
          </a:p>
        </p:txBody>
      </p:sp>
    </p:spTree>
  </p:cSld>
  <p:clrMapOvr>
    <a:masterClrMapping/>
  </p:clrMapOvr>
</p:sld>
</file>

<file path=ppt/slides/slide3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363362" y="952052"/>
            <a:ext cx="10142837" cy="567883"/>
          </a:xfrm>
        </p:spPr>
        <p:txBody>
          <a:bodyPr wrap="square" anchor="t">
            <a:normAutofit/>
          </a:bodyPr>
          <a:lstStyle/>
          <a:p>
            <a:pPr/>
            <a:r>
              <a:rPr sz="2600"/>
              <a:t>NSE — Defaults, Categories, and Recon Scripts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idx="2"/>
          </p:nvPr>
        </p:nvSpPr>
        <p:spPr>
          <a:xfrm>
            <a:off x="1363363" y="1666240"/>
            <a:ext cx="4420981" cy="4505960"/>
          </a:xfrm>
        </p:spPr>
        <p:txBody>
          <a:bodyPr wrap="square" anchor="t">
            <a:normAutofit/>
          </a:bodyPr>
          <a:lstStyle/>
          <a:p>
            <a:pPr/>
            <a:r>
              <a:rPr b="1" sz="1800"/>
              <a:t>`-sC`:</a:t>
            </a:r>
            <a:r>
              <a:rPr sz="1800"/>
              <a:t> default script set—common enumeration after open ports</a:t>
            </a:r>
          </a:p>
          <a:p>
            <a:pPr/>
            <a:r>
              <a:rPr b="1" sz="1800"/>
              <a:t>`--script`:</a:t>
            </a:r>
            <a:r>
              <a:rPr sz="1800"/>
              <a:t> categories or names (</a:t>
            </a:r>
            <a:r>
              <a:rPr sz="1800">
                <a:latin typeface="Courier New"/>
              </a:rPr>
              <a:t>discovery</a:t>
            </a:r>
            <a:r>
              <a:rPr sz="1800"/>
              <a:t>, </a:t>
            </a:r>
            <a:r>
              <a:rPr sz="1800">
                <a:latin typeface="Courier New"/>
              </a:rPr>
              <a:t>vuln</a:t>
            </a:r>
            <a:r>
              <a:rPr sz="1800"/>
              <a:t>, </a:t>
            </a:r>
            <a:r>
              <a:rPr sz="1800">
                <a:latin typeface="Courier New"/>
              </a:rPr>
              <a:t>http-enum</a:t>
            </a:r>
            <a:r>
              <a:rPr sz="1800"/>
              <a:t>)</a:t>
            </a:r>
          </a:p>
          <a:p>
            <a:pPr/>
            <a:r>
              <a:rPr sz="1800"/>
              <a:t>Lead with </a:t>
            </a:r>
            <a:r>
              <a:rPr b="1" sz="1800"/>
              <a:t>discovery</a:t>
            </a:r>
            <a:r>
              <a:rPr sz="1800"/>
              <a:t> and </a:t>
            </a:r>
            <a:r>
              <a:rPr b="1" sz="1800"/>
              <a:t>vulnerability</a:t>
            </a:r>
            <a:r>
              <a:rPr sz="1800"/>
              <a:t>; </a:t>
            </a:r>
            <a:r>
              <a:rPr b="1" sz="1800"/>
              <a:t>brute</a:t>
            </a:r>
            <a:r>
              <a:rPr sz="1800"/>
              <a:t> only when planned</a:t>
            </a:r>
          </a:p>
          <a:p>
            <a:pPr/>
            <a:r>
              <a:rPr sz="1800"/>
              <a:t>Example: </a:t>
            </a:r>
            <a:r>
              <a:rPr sz="1800">
                <a:latin typeface="Courier New"/>
              </a:rPr>
              <a:t>nmap --script http-enum,smb-os-discovery -p 80,445 target</a:t>
            </a:r>
          </a:p>
        </p:txBody>
      </p:sp>
      <p:pic>
        <p:nvPicPr>
          <p:cNvPr id="5" name="Picture 4" descr="d2635df5fa9abca221f9048feaa4676771777c8a9aa3f4c9d29b0c5491b8f359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875784" y="1574799"/>
            <a:ext cx="4781253" cy="4781253"/>
          </a:xfrm>
          <a:prstGeom prst="rect">
            <a:avLst/>
          </a:prstGeom>
        </p:spPr>
      </p:pic>
      <p:sp>
        <p:nvSpPr>
          <p:cNvPr id="6" name="Disclaimer">
            <a:extLst>
              <a:ext uri="{FF2B5EF4-FFF2-40B4-BE49-F238E27FC236}">
                <a16:creationId xmlns:a16="http://schemas.microsoft.com/office/drawing/2014/main" id="{AF066B48-BBCB-D243-DA16-4C1CF9825479}"/>
              </a:ext>
            </a:extLst>
          </p:cNvPr>
          <p:cNvSpPr txBox="1">
            <a:spLocks noGrp="1"/>
          </p:cNvSpPr>
          <p:nvPr>
            <p:ph type="ftr" idx="11"/>
          </p:nvPr>
        </p:nvSpPr>
        <p:spPr>
          <a:xfrm>
            <a:off x="0" y="6627376"/>
            <a:ext cx="7873550" cy="23062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sz="1000" b="0" i="0" u="none" strike="noStrike" cap="none">
                <a:solidFill>
                  <a:srgbClr val="B4B4B4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sz="1000" b="0" i="0" u="none" strike="noStrike" cap="none">
                <a:solidFill>
                  <a:srgbClr val="B4B4B4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sz="1000" b="0" i="0" u="none" strike="noStrike" cap="none">
                <a:solidFill>
                  <a:srgbClr val="B4B4B4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sz="1000" b="0" i="0" u="none" strike="noStrike" cap="none">
                <a:solidFill>
                  <a:srgbClr val="B4B4B4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sz="1000" b="0" i="0" u="none" strike="noStrike" cap="none">
                <a:solidFill>
                  <a:srgbClr val="B4B4B4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sz="1000" b="0" i="0" u="none" strike="noStrike" cap="none">
                <a:solidFill>
                  <a:srgbClr val="B4B4B4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sz="1000" b="0" i="0" u="none" strike="noStrike" cap="none">
                <a:solidFill>
                  <a:srgbClr val="B4B4B4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sz="1000" b="0" i="0" u="none" strike="noStrike" cap="none">
                <a:solidFill>
                  <a:srgbClr val="B4B4B4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sz="1000" b="0" i="0" u="none" strike="noStrike" cap="none">
                <a:solidFill>
                  <a:srgbClr val="B4B4B4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r>
              <a:rPr dirty="0"/>
              <a:t>Not for public release. Course training material. Copyright [schoolhouse TBD]. Do not copy or redistribute outside the assigned course.</a:t>
            </a:r>
          </a:p>
        </p:txBody>
      </p:sp>
    </p:spTree>
  </p:cSld>
  <p:clrMapOvr>
    <a:masterClrMapping/>
  </p:clrMapOvr>
</p:sld>
</file>

<file path=ppt/slides/slide3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363362" y="952052"/>
            <a:ext cx="10142837" cy="567883"/>
          </a:xfrm>
        </p:spPr>
        <p:txBody>
          <a:bodyPr wrap="square" anchor="t">
            <a:normAutofit/>
          </a:bodyPr>
          <a:lstStyle/>
          <a:p>
            <a:pPr/>
            <a:r>
              <a:rPr sz="2600"/>
              <a:t>Example — Ports, Versions, Profile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idx="2"/>
          </p:nvPr>
        </p:nvSpPr>
        <p:spPr>
          <a:xfrm>
            <a:off x="1363363" y="1666240"/>
            <a:ext cx="4420981" cy="4505960"/>
          </a:xfrm>
        </p:spPr>
        <p:txBody>
          <a:bodyPr wrap="square" anchor="t">
            <a:normAutofit/>
          </a:bodyPr>
          <a:lstStyle/>
          <a:p>
            <a:pPr/>
            <a:r>
              <a:rPr sz="1800"/>
              <a:t>Example sequence: </a:t>
            </a:r>
            <a:r>
              <a:rPr sz="1800">
                <a:latin typeface="Courier New"/>
              </a:rPr>
              <a:t>nmap -sS -p- target</a:t>
            </a:r>
            <a:r>
              <a:rPr sz="1800"/>
              <a:t> → candidate listeners</a:t>
            </a:r>
          </a:p>
          <a:p>
            <a:pPr/>
            <a:r>
              <a:rPr sz="1800"/>
              <a:t>Then: </a:t>
            </a:r>
            <a:r>
              <a:rPr sz="1800">
                <a:latin typeface="Courier New"/>
              </a:rPr>
              <a:t>nmap -sV -p 22,80,443 target</a:t>
            </a:r>
            <a:r>
              <a:rPr sz="1800"/>
              <a:t> → name and version</a:t>
            </a:r>
          </a:p>
          <a:p>
            <a:pPr/>
            <a:r>
              <a:rPr sz="1800"/>
              <a:t>Then: </a:t>
            </a:r>
            <a:r>
              <a:rPr sz="1800">
                <a:latin typeface="Courier New"/>
              </a:rPr>
              <a:t>nmap -sC -sV target</a:t>
            </a:r>
            <a:r>
              <a:rPr sz="1800"/>
              <a:t> → enum details on top of banners</a:t>
            </a:r>
          </a:p>
          <a:p>
            <a:pPr/>
            <a:r>
              <a:rPr sz="1800"/>
              <a:t>Save output; unknown remaining work is part of the profile</a:t>
            </a:r>
          </a:p>
        </p:txBody>
      </p:sp>
      <p:pic>
        <p:nvPicPr>
          <p:cNvPr id="5" name="Picture 4" descr="0a6ffd3c0b295ed9a3825e8569a9284a849f0b934ad850184161eb1690d8b0ec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875784" y="1574799"/>
            <a:ext cx="4781253" cy="4781253"/>
          </a:xfrm>
          <a:prstGeom prst="rect">
            <a:avLst/>
          </a:prstGeom>
        </p:spPr>
      </p:pic>
      <p:sp>
        <p:nvSpPr>
          <p:cNvPr id="6" name="Disclaimer">
            <a:extLst>
              <a:ext uri="{FF2B5EF4-FFF2-40B4-BE49-F238E27FC236}">
                <a16:creationId xmlns:a16="http://schemas.microsoft.com/office/drawing/2014/main" id="{AF066B48-BBCB-D243-DA16-4C1CF9825479}"/>
              </a:ext>
            </a:extLst>
          </p:cNvPr>
          <p:cNvSpPr txBox="1">
            <a:spLocks noGrp="1"/>
          </p:cNvSpPr>
          <p:nvPr>
            <p:ph type="ftr" idx="11"/>
          </p:nvPr>
        </p:nvSpPr>
        <p:spPr>
          <a:xfrm>
            <a:off x="0" y="6627376"/>
            <a:ext cx="7873550" cy="23062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sz="1000" b="0" i="0" u="none" strike="noStrike" cap="none">
                <a:solidFill>
                  <a:srgbClr val="B4B4B4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sz="1000" b="0" i="0" u="none" strike="noStrike" cap="none">
                <a:solidFill>
                  <a:srgbClr val="B4B4B4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sz="1000" b="0" i="0" u="none" strike="noStrike" cap="none">
                <a:solidFill>
                  <a:srgbClr val="B4B4B4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sz="1000" b="0" i="0" u="none" strike="noStrike" cap="none">
                <a:solidFill>
                  <a:srgbClr val="B4B4B4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sz="1000" b="0" i="0" u="none" strike="noStrike" cap="none">
                <a:solidFill>
                  <a:srgbClr val="B4B4B4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sz="1000" b="0" i="0" u="none" strike="noStrike" cap="none">
                <a:solidFill>
                  <a:srgbClr val="B4B4B4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sz="1000" b="0" i="0" u="none" strike="noStrike" cap="none">
                <a:solidFill>
                  <a:srgbClr val="B4B4B4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sz="1000" b="0" i="0" u="none" strike="noStrike" cap="none">
                <a:solidFill>
                  <a:srgbClr val="B4B4B4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sz="1000" b="0" i="0" u="none" strike="noStrike" cap="none">
                <a:solidFill>
                  <a:srgbClr val="B4B4B4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r>
              <a:rPr dirty="0"/>
              <a:t>Not for public release. Course training material. Copyright [schoolhouse TBD]. Do not copy or redistribute outside the assigned course.</a:t>
            </a:r>
          </a:p>
        </p:txBody>
      </p:sp>
    </p:spTree>
  </p:cSld>
  <p:clrMapOvr>
    <a:masterClrMapping/>
  </p:clrMapOvr>
</p:sld>
</file>

<file path=ppt/slides/slide3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363362" y="952052"/>
            <a:ext cx="10142837" cy="567883"/>
          </a:xfrm>
        </p:spPr>
        <p:txBody>
          <a:bodyPr wrap="square" anchor="t">
            <a:normAutofit/>
          </a:bodyPr>
          <a:lstStyle/>
          <a:p>
            <a:pPr/>
            <a:r>
              <a:rPr sz="2600"/>
              <a:t>Service Enumeration Beyond Nmap</a:t>
            </a:r>
          </a:p>
        </p:txBody>
      </p:sp>
      <p:pic>
        <p:nvPicPr>
          <p:cNvPr id="5" name="Picture 4" descr="f030d18489f45bdee331a7b6f9bd5b27c9224e4ec498dec435bf454ad9087d28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875784" y="1574799"/>
            <a:ext cx="4781253" cy="4781253"/>
          </a:xfrm>
          <a:prstGeom prst="rect">
            <a:avLst/>
          </a:prstGeom>
        </p:spPr>
      </p:pic>
      <p:sp>
        <p:nvSpPr>
          <p:cNvPr id="6" name="Disclaimer">
            <a:extLst>
              <a:ext uri="{FF2B5EF4-FFF2-40B4-BE49-F238E27FC236}">
                <a16:creationId xmlns:a16="http://schemas.microsoft.com/office/drawing/2014/main" id="{AF066B48-BBCB-D243-DA16-4C1CF9825479}"/>
              </a:ext>
            </a:extLst>
          </p:cNvPr>
          <p:cNvSpPr txBox="1">
            <a:spLocks noGrp="1"/>
          </p:cNvSpPr>
          <p:nvPr>
            <p:ph type="ftr" idx="11"/>
          </p:nvPr>
        </p:nvSpPr>
        <p:spPr>
          <a:xfrm>
            <a:off x="0" y="6627376"/>
            <a:ext cx="7873550" cy="23062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sz="1000" b="0" i="0" u="none" strike="noStrike" cap="none">
                <a:solidFill>
                  <a:srgbClr val="B4B4B4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sz="1000" b="0" i="0" u="none" strike="noStrike" cap="none">
                <a:solidFill>
                  <a:srgbClr val="B4B4B4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sz="1000" b="0" i="0" u="none" strike="noStrike" cap="none">
                <a:solidFill>
                  <a:srgbClr val="B4B4B4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sz="1000" b="0" i="0" u="none" strike="noStrike" cap="none">
                <a:solidFill>
                  <a:srgbClr val="B4B4B4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sz="1000" b="0" i="0" u="none" strike="noStrike" cap="none">
                <a:solidFill>
                  <a:srgbClr val="B4B4B4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sz="1000" b="0" i="0" u="none" strike="noStrike" cap="none">
                <a:solidFill>
                  <a:srgbClr val="B4B4B4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sz="1000" b="0" i="0" u="none" strike="noStrike" cap="none">
                <a:solidFill>
                  <a:srgbClr val="B4B4B4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sz="1000" b="0" i="0" u="none" strike="noStrike" cap="none">
                <a:solidFill>
                  <a:srgbClr val="B4B4B4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sz="1000" b="0" i="0" u="none" strike="noStrike" cap="none">
                <a:solidFill>
                  <a:srgbClr val="B4B4B4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r>
              <a:rPr dirty="0"/>
              <a:t>Not for public release. Course training material. Copyright [schoolhouse TBD]. Do not copy or redistribute outside the assigned course.</a:t>
            </a:r>
          </a:p>
        </p:txBody>
      </p:sp>
    </p:spTree>
  </p:cSld>
  <p:clrMapOvr>
    <a:masterClrMapping/>
  </p:clrMapOvr>
</p:sld>
</file>

<file path=ppt/slides/slide3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363362" y="952052"/>
            <a:ext cx="10142837" cy="567883"/>
          </a:xfrm>
        </p:spPr>
        <p:txBody>
          <a:bodyPr wrap="square" anchor="t">
            <a:normAutofit/>
          </a:bodyPr>
          <a:lstStyle/>
          <a:p>
            <a:pPr/>
            <a:r>
              <a:rPr sz="2600"/>
              <a:t>Protocol-Specific Enumeration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idx="2"/>
          </p:nvPr>
        </p:nvSpPr>
        <p:spPr>
          <a:xfrm>
            <a:off x="1363363" y="1666240"/>
            <a:ext cx="4420981" cy="4505960"/>
          </a:xfrm>
        </p:spPr>
        <p:txBody>
          <a:bodyPr wrap="square" anchor="t">
            <a:normAutofit/>
          </a:bodyPr>
          <a:lstStyle/>
          <a:p>
            <a:pPr/>
            <a:r>
              <a:rPr b="1" sz="1800"/>
              <a:t>HTTP/HTTPS:</a:t>
            </a:r>
            <a:r>
              <a:rPr sz="1800"/>
              <a:t> WhatWeb (stack), Nikto (issues), gobuster (paths)</a:t>
            </a:r>
          </a:p>
          <a:p>
            <a:pPr/>
            <a:r>
              <a:rPr b="1" sz="1800"/>
              <a:t>SMB (445):</a:t>
            </a:r>
            <a:r>
              <a:rPr sz="1800"/>
              <a:t> enum4linux, smbclient, smbmap</a:t>
            </a:r>
          </a:p>
          <a:p>
            <a:pPr/>
            <a:r>
              <a:rPr b="1" sz="1800"/>
              <a:t>SNMP (UDP 161):</a:t>
            </a:r>
            <a:r>
              <a:rPr sz="1800"/>
              <a:t> snmpwalk / snmp-check—often missed by TCP-only scans</a:t>
            </a:r>
          </a:p>
          <a:p>
            <a:pPr/>
            <a:r>
              <a:rPr b="1" sz="1800"/>
              <a:t>DNS:</a:t>
            </a:r>
            <a:r>
              <a:rPr sz="1800"/>
              <a:t> AXFR and record enum → names that IP scans never show</a:t>
            </a:r>
          </a:p>
          <a:p>
            <a:pPr/>
            <a:r>
              <a:rPr b="1" sz="1800"/>
              <a:t>Banners:</a:t>
            </a:r>
            <a:r>
              <a:rPr sz="1800"/>
              <a:t> nc/telnet on FTP/SSH; RDP with care</a:t>
            </a:r>
          </a:p>
        </p:txBody>
      </p:sp>
      <p:pic>
        <p:nvPicPr>
          <p:cNvPr id="5" name="Picture 4" descr="71a783bb63724a2d9c2d09da55f87e0b7a8e9f860d33de3085bf861fff308765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875784" y="1574799"/>
            <a:ext cx="4781253" cy="4781253"/>
          </a:xfrm>
          <a:prstGeom prst="rect">
            <a:avLst/>
          </a:prstGeom>
        </p:spPr>
      </p:pic>
      <p:sp>
        <p:nvSpPr>
          <p:cNvPr id="6" name="Disclaimer">
            <a:extLst>
              <a:ext uri="{FF2B5EF4-FFF2-40B4-BE49-F238E27FC236}">
                <a16:creationId xmlns:a16="http://schemas.microsoft.com/office/drawing/2014/main" id="{AF066B48-BBCB-D243-DA16-4C1CF9825479}"/>
              </a:ext>
            </a:extLst>
          </p:cNvPr>
          <p:cNvSpPr txBox="1">
            <a:spLocks noGrp="1"/>
          </p:cNvSpPr>
          <p:nvPr>
            <p:ph type="ftr" idx="11"/>
          </p:nvPr>
        </p:nvSpPr>
        <p:spPr>
          <a:xfrm>
            <a:off x="0" y="6627376"/>
            <a:ext cx="7873550" cy="23062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sz="1000" b="0" i="0" u="none" strike="noStrike" cap="none">
                <a:solidFill>
                  <a:srgbClr val="B4B4B4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sz="1000" b="0" i="0" u="none" strike="noStrike" cap="none">
                <a:solidFill>
                  <a:srgbClr val="B4B4B4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sz="1000" b="0" i="0" u="none" strike="noStrike" cap="none">
                <a:solidFill>
                  <a:srgbClr val="B4B4B4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sz="1000" b="0" i="0" u="none" strike="noStrike" cap="none">
                <a:solidFill>
                  <a:srgbClr val="B4B4B4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sz="1000" b="0" i="0" u="none" strike="noStrike" cap="none">
                <a:solidFill>
                  <a:srgbClr val="B4B4B4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sz="1000" b="0" i="0" u="none" strike="noStrike" cap="none">
                <a:solidFill>
                  <a:srgbClr val="B4B4B4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sz="1000" b="0" i="0" u="none" strike="noStrike" cap="none">
                <a:solidFill>
                  <a:srgbClr val="B4B4B4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sz="1000" b="0" i="0" u="none" strike="noStrike" cap="none">
                <a:solidFill>
                  <a:srgbClr val="B4B4B4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sz="1000" b="0" i="0" u="none" strike="noStrike" cap="none">
                <a:solidFill>
                  <a:srgbClr val="B4B4B4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r>
              <a:rPr dirty="0"/>
              <a:t>Not for public release. Course training material. Copyright [schoolhouse TBD]. Do not copy or redistribute outside the assigned course.</a:t>
            </a:r>
          </a:p>
        </p:txBody>
      </p:sp>
    </p:spTree>
  </p:cSld>
  <p:clrMapOvr>
    <a:masterClrMapping/>
  </p:clrMapOvr>
</p:sld>
</file>

<file path=ppt/slides/slide3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363362" y="952052"/>
            <a:ext cx="10142837" cy="567883"/>
          </a:xfrm>
        </p:spPr>
        <p:txBody>
          <a:bodyPr wrap="square" anchor="t">
            <a:normAutofit/>
          </a:bodyPr>
          <a:lstStyle/>
          <a:p>
            <a:pPr/>
            <a:r>
              <a:rPr sz="2600"/>
              <a:t>Example — HTTP Enum and the Target Profile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idx="2"/>
          </p:nvPr>
        </p:nvSpPr>
        <p:spPr>
          <a:xfrm>
            <a:off x="1363363" y="1666240"/>
            <a:ext cx="4420981" cy="4505960"/>
          </a:xfrm>
        </p:spPr>
        <p:txBody>
          <a:bodyPr wrap="square" anchor="t">
            <a:normAutofit/>
          </a:bodyPr>
          <a:lstStyle/>
          <a:p>
            <a:pPr/>
            <a:r>
              <a:rPr sz="1800"/>
              <a:t>Example: </a:t>
            </a:r>
            <a:r>
              <a:rPr sz="1800">
                <a:latin typeface="Courier New"/>
              </a:rPr>
              <a:t>whatweb target</a:t>
            </a:r>
            <a:r>
              <a:rPr sz="1800"/>
              <a:t>; </a:t>
            </a:r>
            <a:r>
              <a:rPr sz="1800">
                <a:latin typeface="Courier New"/>
              </a:rPr>
              <a:t>nikto -h target</a:t>
            </a:r>
            <a:r>
              <a:rPr sz="1800"/>
              <a:t> on an open web listener</a:t>
            </a:r>
          </a:p>
          <a:p>
            <a:pPr/>
            <a:r>
              <a:rPr sz="1800"/>
              <a:t>Compile: ports → services → versions → paths / vuln candidates</a:t>
            </a:r>
          </a:p>
          <a:p>
            <a:pPr/>
            <a:r>
              <a:rPr sz="1800"/>
              <a:t>Example profile: Linux; aged SSH; Apache with </a:t>
            </a:r>
            <a:r>
              <a:rPr sz="1800">
                <a:latin typeface="Courier New"/>
              </a:rPr>
              <a:t>/admin</a:t>
            </a:r>
          </a:p>
          <a:p>
            <a:pPr/>
            <a:r>
              <a:rPr sz="1800"/>
              <a:t>A usable profile is more than open ports on screen</a:t>
            </a:r>
          </a:p>
        </p:txBody>
      </p:sp>
      <p:pic>
        <p:nvPicPr>
          <p:cNvPr id="5" name="Picture 4" descr="9f2c4450c4c059c037a3970e77b729813fc5fbabe6d64c0fea1c11164ae2eed6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875784" y="1574799"/>
            <a:ext cx="4781253" cy="4781253"/>
          </a:xfrm>
          <a:prstGeom prst="rect">
            <a:avLst/>
          </a:prstGeom>
        </p:spPr>
      </p:pic>
      <p:sp>
        <p:nvSpPr>
          <p:cNvPr id="6" name="Disclaimer">
            <a:extLst>
              <a:ext uri="{FF2B5EF4-FFF2-40B4-BE49-F238E27FC236}">
                <a16:creationId xmlns:a16="http://schemas.microsoft.com/office/drawing/2014/main" id="{AF066B48-BBCB-D243-DA16-4C1CF9825479}"/>
              </a:ext>
            </a:extLst>
          </p:cNvPr>
          <p:cNvSpPr txBox="1">
            <a:spLocks noGrp="1"/>
          </p:cNvSpPr>
          <p:nvPr>
            <p:ph type="ftr" idx="11"/>
          </p:nvPr>
        </p:nvSpPr>
        <p:spPr>
          <a:xfrm>
            <a:off x="0" y="6627376"/>
            <a:ext cx="7873550" cy="23062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sz="1000" b="0" i="0" u="none" strike="noStrike" cap="none">
                <a:solidFill>
                  <a:srgbClr val="B4B4B4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sz="1000" b="0" i="0" u="none" strike="noStrike" cap="none">
                <a:solidFill>
                  <a:srgbClr val="B4B4B4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sz="1000" b="0" i="0" u="none" strike="noStrike" cap="none">
                <a:solidFill>
                  <a:srgbClr val="B4B4B4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sz="1000" b="0" i="0" u="none" strike="noStrike" cap="none">
                <a:solidFill>
                  <a:srgbClr val="B4B4B4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sz="1000" b="0" i="0" u="none" strike="noStrike" cap="none">
                <a:solidFill>
                  <a:srgbClr val="B4B4B4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sz="1000" b="0" i="0" u="none" strike="noStrike" cap="none">
                <a:solidFill>
                  <a:srgbClr val="B4B4B4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sz="1000" b="0" i="0" u="none" strike="noStrike" cap="none">
                <a:solidFill>
                  <a:srgbClr val="B4B4B4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sz="1000" b="0" i="0" u="none" strike="noStrike" cap="none">
                <a:solidFill>
                  <a:srgbClr val="B4B4B4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sz="1000" b="0" i="0" u="none" strike="noStrike" cap="none">
                <a:solidFill>
                  <a:srgbClr val="B4B4B4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r>
              <a:rPr dirty="0"/>
              <a:t>Not for public release. Course training material. Copyright [schoolhouse TBD]. Do not copy or redistribute outside the assigned course.</a:t>
            </a:r>
          </a:p>
        </p:txBody>
      </p:sp>
    </p:spTree>
  </p:cSld>
  <p:clrMapOvr>
    <a:masterClrMapping/>
  </p:clrMapOvr>
</p:sld>
</file>

<file path=ppt/slides/slide3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363362" y="952052"/>
            <a:ext cx="10142837" cy="567883"/>
          </a:xfrm>
        </p:spPr>
        <p:txBody>
          <a:bodyPr wrap="square" anchor="t">
            <a:normAutofit/>
          </a:bodyPr>
          <a:lstStyle/>
          <a:p>
            <a:pPr/>
            <a:r>
              <a:rPr sz="2600"/>
              <a:t>OPSEC and Detection Considerations</a:t>
            </a:r>
          </a:p>
        </p:txBody>
      </p:sp>
      <p:pic>
        <p:nvPicPr>
          <p:cNvPr id="5" name="Picture 4" descr="05ae8a36003d539a1f585e3dbd88a7c7cf11a3a19cf1b990a499386402901f7b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875784" y="1574799"/>
            <a:ext cx="4781253" cy="4781253"/>
          </a:xfrm>
          <a:prstGeom prst="rect">
            <a:avLst/>
          </a:prstGeom>
        </p:spPr>
      </p:pic>
      <p:sp>
        <p:nvSpPr>
          <p:cNvPr id="6" name="Disclaimer">
            <a:extLst>
              <a:ext uri="{FF2B5EF4-FFF2-40B4-BE49-F238E27FC236}">
                <a16:creationId xmlns:a16="http://schemas.microsoft.com/office/drawing/2014/main" id="{AF066B48-BBCB-D243-DA16-4C1CF9825479}"/>
              </a:ext>
            </a:extLst>
          </p:cNvPr>
          <p:cNvSpPr txBox="1">
            <a:spLocks noGrp="1"/>
          </p:cNvSpPr>
          <p:nvPr>
            <p:ph type="ftr" idx="11"/>
          </p:nvPr>
        </p:nvSpPr>
        <p:spPr>
          <a:xfrm>
            <a:off x="0" y="6627376"/>
            <a:ext cx="7873550" cy="23062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sz="1000" b="0" i="0" u="none" strike="noStrike" cap="none">
                <a:solidFill>
                  <a:srgbClr val="B4B4B4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sz="1000" b="0" i="0" u="none" strike="noStrike" cap="none">
                <a:solidFill>
                  <a:srgbClr val="B4B4B4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sz="1000" b="0" i="0" u="none" strike="noStrike" cap="none">
                <a:solidFill>
                  <a:srgbClr val="B4B4B4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sz="1000" b="0" i="0" u="none" strike="noStrike" cap="none">
                <a:solidFill>
                  <a:srgbClr val="B4B4B4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sz="1000" b="0" i="0" u="none" strike="noStrike" cap="none">
                <a:solidFill>
                  <a:srgbClr val="B4B4B4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sz="1000" b="0" i="0" u="none" strike="noStrike" cap="none">
                <a:solidFill>
                  <a:srgbClr val="B4B4B4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sz="1000" b="0" i="0" u="none" strike="noStrike" cap="none">
                <a:solidFill>
                  <a:srgbClr val="B4B4B4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sz="1000" b="0" i="0" u="none" strike="noStrike" cap="none">
                <a:solidFill>
                  <a:srgbClr val="B4B4B4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sz="1000" b="0" i="0" u="none" strike="noStrike" cap="none">
                <a:solidFill>
                  <a:srgbClr val="B4B4B4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r>
              <a:rPr dirty="0"/>
              <a:t>Not for public release. Course training material. Copyright [schoolhouse TBD]. Do not copy or redistribute outside the assigned course.</a:t>
            </a:r>
          </a:p>
        </p:txBody>
      </p:sp>
    </p:spTree>
  </p:cSld>
  <p:clrMapOvr>
    <a:masterClrMapping/>
  </p:clrMapOvr>
</p:sld>
</file>

<file path=ppt/slides/slide3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363362" y="952052"/>
            <a:ext cx="10142837" cy="567883"/>
          </a:xfrm>
        </p:spPr>
        <p:txBody>
          <a:bodyPr wrap="square" anchor="t">
            <a:normAutofit/>
          </a:bodyPr>
          <a:lstStyle/>
          <a:p>
            <a:pPr/>
            <a:r>
              <a:rPr sz="2600"/>
              <a:t>How the Scan Looks to Their Defenders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idx="2"/>
          </p:nvPr>
        </p:nvSpPr>
        <p:spPr>
          <a:xfrm>
            <a:off x="1363363" y="1666240"/>
            <a:ext cx="4420981" cy="4505960"/>
          </a:xfrm>
        </p:spPr>
        <p:txBody>
          <a:bodyPr wrap="square" anchor="t">
            <a:normAutofit/>
          </a:bodyPr>
          <a:lstStyle/>
          <a:p>
            <a:pPr/>
            <a:r>
              <a:rPr sz="1800"/>
              <a:t>Same patterns you hunt in blue space: SYN volume, sequential probes, odd sources</a:t>
            </a:r>
          </a:p>
          <a:p>
            <a:pPr/>
            <a:r>
              <a:rPr sz="1800"/>
              <a:t>Firewall drops, IDS signatures (including Nmap patterns), app logs, SIEM correlation</a:t>
            </a:r>
          </a:p>
          <a:p>
            <a:pPr/>
            <a:r>
              <a:rPr sz="1800"/>
              <a:t>Filtered is still intelligence—perimeter behavior is a finding</a:t>
            </a:r>
          </a:p>
          <a:p>
            <a:pPr/>
            <a:r>
              <a:rPr sz="1800"/>
              <a:t>Mitigate: randomize timing/sources; fragment; decoys—on a justified scan</a:t>
            </a:r>
          </a:p>
        </p:txBody>
      </p:sp>
      <p:pic>
        <p:nvPicPr>
          <p:cNvPr id="5" name="Picture 4" descr="cab39341eb18fcb52a7bbec2958e76f373e8b3c2c71323385484d245696c1b19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875784" y="1574799"/>
            <a:ext cx="4781253" cy="4781253"/>
          </a:xfrm>
          <a:prstGeom prst="rect">
            <a:avLst/>
          </a:prstGeom>
        </p:spPr>
      </p:pic>
      <p:sp>
        <p:nvSpPr>
          <p:cNvPr id="6" name="Disclaimer">
            <a:extLst>
              <a:ext uri="{FF2B5EF4-FFF2-40B4-BE49-F238E27FC236}">
                <a16:creationId xmlns:a16="http://schemas.microsoft.com/office/drawing/2014/main" id="{AF066B48-BBCB-D243-DA16-4C1CF9825479}"/>
              </a:ext>
            </a:extLst>
          </p:cNvPr>
          <p:cNvSpPr txBox="1">
            <a:spLocks noGrp="1"/>
          </p:cNvSpPr>
          <p:nvPr>
            <p:ph type="ftr" idx="11"/>
          </p:nvPr>
        </p:nvSpPr>
        <p:spPr>
          <a:xfrm>
            <a:off x="0" y="6627376"/>
            <a:ext cx="7873550" cy="23062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sz="1000" b="0" i="0" u="none" strike="noStrike" cap="none">
                <a:solidFill>
                  <a:srgbClr val="B4B4B4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sz="1000" b="0" i="0" u="none" strike="noStrike" cap="none">
                <a:solidFill>
                  <a:srgbClr val="B4B4B4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sz="1000" b="0" i="0" u="none" strike="noStrike" cap="none">
                <a:solidFill>
                  <a:srgbClr val="B4B4B4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sz="1000" b="0" i="0" u="none" strike="noStrike" cap="none">
                <a:solidFill>
                  <a:srgbClr val="B4B4B4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sz="1000" b="0" i="0" u="none" strike="noStrike" cap="none">
                <a:solidFill>
                  <a:srgbClr val="B4B4B4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sz="1000" b="0" i="0" u="none" strike="noStrike" cap="none">
                <a:solidFill>
                  <a:srgbClr val="B4B4B4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sz="1000" b="0" i="0" u="none" strike="noStrike" cap="none">
                <a:solidFill>
                  <a:srgbClr val="B4B4B4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sz="1000" b="0" i="0" u="none" strike="noStrike" cap="none">
                <a:solidFill>
                  <a:srgbClr val="B4B4B4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sz="1000" b="0" i="0" u="none" strike="noStrike" cap="none">
                <a:solidFill>
                  <a:srgbClr val="B4B4B4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r>
              <a:rPr dirty="0"/>
              <a:t>Not for public release. Course training material. Copyright [schoolhouse TBD]. Do not copy or redistribute outside the assigned course.</a:t>
            </a:r>
          </a:p>
        </p:txBody>
      </p:sp>
    </p:spTree>
  </p:cSld>
  <p:clrMapOvr>
    <a:masterClrMapping/>
  </p:clrMapOvr>
</p:sld>
</file>

<file path=ppt/slides/slide4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363362" y="952052"/>
            <a:ext cx="10142837" cy="567883"/>
          </a:xfrm>
        </p:spPr>
        <p:txBody>
          <a:bodyPr wrap="square" anchor="t">
            <a:normAutofit/>
          </a:bodyPr>
          <a:lstStyle/>
          <a:p>
            <a:pPr/>
            <a:r>
              <a:rPr sz="2600"/>
              <a:t>Blend, Pace, and Operational Infrastructure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idx="2"/>
          </p:nvPr>
        </p:nvSpPr>
        <p:spPr>
          <a:xfrm>
            <a:off x="1363363" y="1666240"/>
            <a:ext cx="4420981" cy="4505960"/>
          </a:xfrm>
        </p:spPr>
        <p:txBody>
          <a:bodyPr wrap="square" anchor="t">
            <a:normAutofit/>
          </a:bodyPr>
          <a:lstStyle/>
          <a:p>
            <a:pPr/>
            <a:r>
              <a:rPr sz="1800"/>
              <a:t>Mimic expected user-agents and common source ports when tools allow</a:t>
            </a:r>
          </a:p>
          <a:p>
            <a:pPr/>
            <a:r>
              <a:rPr sz="1800"/>
              <a:t>Distribute probes over time and multiple egress IPs</a:t>
            </a:r>
          </a:p>
          <a:p>
            <a:pPr/>
            <a:r>
              <a:rPr sz="1800"/>
              <a:t>Pace: intervals and volume caps; T0–T2 when stealth outweighs speed</a:t>
            </a:r>
          </a:p>
          <a:p>
            <a:pPr/>
            <a:r>
              <a:rPr sz="1800"/>
              <a:t>Emit from blue-space paths the adversary already expects</a:t>
            </a:r>
          </a:p>
        </p:txBody>
      </p:sp>
      <p:pic>
        <p:nvPicPr>
          <p:cNvPr id="5" name="Picture 4" descr="a3b5ec9f9f54a3ae8bb6115937eba2999f2a88615b955bef3527ab01c922410c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875784" y="1574799"/>
            <a:ext cx="4781253" cy="4781253"/>
          </a:xfrm>
          <a:prstGeom prst="rect">
            <a:avLst/>
          </a:prstGeom>
        </p:spPr>
      </p:pic>
      <p:sp>
        <p:nvSpPr>
          <p:cNvPr id="6" name="Disclaimer">
            <a:extLst>
              <a:ext uri="{FF2B5EF4-FFF2-40B4-BE49-F238E27FC236}">
                <a16:creationId xmlns:a16="http://schemas.microsoft.com/office/drawing/2014/main" id="{AF066B48-BBCB-D243-DA16-4C1CF9825479}"/>
              </a:ext>
            </a:extLst>
          </p:cNvPr>
          <p:cNvSpPr txBox="1">
            <a:spLocks noGrp="1"/>
          </p:cNvSpPr>
          <p:nvPr>
            <p:ph type="ftr" idx="11"/>
          </p:nvPr>
        </p:nvSpPr>
        <p:spPr>
          <a:xfrm>
            <a:off x="0" y="6627376"/>
            <a:ext cx="7873550" cy="23062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sz="1000" b="0" i="0" u="none" strike="noStrike" cap="none">
                <a:solidFill>
                  <a:srgbClr val="B4B4B4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sz="1000" b="0" i="0" u="none" strike="noStrike" cap="none">
                <a:solidFill>
                  <a:srgbClr val="B4B4B4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sz="1000" b="0" i="0" u="none" strike="noStrike" cap="none">
                <a:solidFill>
                  <a:srgbClr val="B4B4B4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sz="1000" b="0" i="0" u="none" strike="noStrike" cap="none">
                <a:solidFill>
                  <a:srgbClr val="B4B4B4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sz="1000" b="0" i="0" u="none" strike="noStrike" cap="none">
                <a:solidFill>
                  <a:srgbClr val="B4B4B4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sz="1000" b="0" i="0" u="none" strike="noStrike" cap="none">
                <a:solidFill>
                  <a:srgbClr val="B4B4B4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sz="1000" b="0" i="0" u="none" strike="noStrike" cap="none">
                <a:solidFill>
                  <a:srgbClr val="B4B4B4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sz="1000" b="0" i="0" u="none" strike="noStrike" cap="none">
                <a:solidFill>
                  <a:srgbClr val="B4B4B4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sz="1000" b="0" i="0" u="none" strike="noStrike" cap="none">
                <a:solidFill>
                  <a:srgbClr val="B4B4B4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r>
              <a:rPr dirty="0"/>
              <a:t>Not for public release. Course training material. Copyright [schoolhouse TBD]. Do not copy or redistribute outside the assigned course.</a:t>
            </a:r>
          </a:p>
        </p:txBody>
      </p:sp>
    </p:spTree>
  </p:cSld>
  <p:clrMapOvr>
    <a:masterClrMapping/>
  </p:clrMapOvr>
</p:sld>
</file>

<file path=ppt/slides/slide4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363362" y="952052"/>
            <a:ext cx="10142837" cy="567883"/>
          </a:xfrm>
        </p:spPr>
        <p:txBody>
          <a:bodyPr wrap="square" anchor="t">
            <a:normAutofit/>
          </a:bodyPr>
          <a:lstStyle/>
          <a:p>
            <a:pPr/>
            <a:r>
              <a:rPr sz="2600"/>
              <a:t>Document the Noise You Accepted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idx="2"/>
          </p:nvPr>
        </p:nvSpPr>
        <p:spPr>
          <a:xfrm>
            <a:off x="1363363" y="1666240"/>
            <a:ext cx="4420981" cy="4505960"/>
          </a:xfrm>
        </p:spPr>
        <p:txBody>
          <a:bodyPr wrap="square" anchor="t">
            <a:normAutofit/>
          </a:bodyPr>
          <a:lstStyle/>
          <a:p>
            <a:pPr/>
            <a:r>
              <a:rPr sz="1800"/>
              <a:t>High risk: aggressive scans → faster vulns, louder alerts</a:t>
            </a:r>
          </a:p>
          <a:p>
            <a:pPr/>
            <a:r>
              <a:rPr sz="1800"/>
              <a:t>Low risk: slower / passive follow-up → thinner confirmation</a:t>
            </a:r>
          </a:p>
          <a:p>
            <a:pPr/>
            <a:r>
              <a:rPr sz="1800"/>
              <a:t>Decide per mission: effects need vs footprint cost</a:t>
            </a:r>
          </a:p>
          <a:p>
            <a:pPr/>
            <a:r>
              <a:rPr sz="1800"/>
              <a:t>Write the rationale in the profile so the next operator understands it</a:t>
            </a:r>
          </a:p>
        </p:txBody>
      </p:sp>
      <p:pic>
        <p:nvPicPr>
          <p:cNvPr id="5" name="Picture 4" descr="1531f027e951f607d4a9fd3bb6e3741964589070eaa7571d1230e3ad31847898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875784" y="1574799"/>
            <a:ext cx="4781253" cy="4781253"/>
          </a:xfrm>
          <a:prstGeom prst="rect">
            <a:avLst/>
          </a:prstGeom>
        </p:spPr>
      </p:pic>
      <p:sp>
        <p:nvSpPr>
          <p:cNvPr id="6" name="Disclaimer">
            <a:extLst>
              <a:ext uri="{FF2B5EF4-FFF2-40B4-BE49-F238E27FC236}">
                <a16:creationId xmlns:a16="http://schemas.microsoft.com/office/drawing/2014/main" id="{AF066B48-BBCB-D243-DA16-4C1CF9825479}"/>
              </a:ext>
            </a:extLst>
          </p:cNvPr>
          <p:cNvSpPr txBox="1">
            <a:spLocks noGrp="1"/>
          </p:cNvSpPr>
          <p:nvPr>
            <p:ph type="ftr" idx="11"/>
          </p:nvPr>
        </p:nvSpPr>
        <p:spPr>
          <a:xfrm>
            <a:off x="0" y="6627376"/>
            <a:ext cx="7873550" cy="23062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sz="1000" b="0" i="0" u="none" strike="noStrike" cap="none">
                <a:solidFill>
                  <a:srgbClr val="B4B4B4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sz="1000" b="0" i="0" u="none" strike="noStrike" cap="none">
                <a:solidFill>
                  <a:srgbClr val="B4B4B4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sz="1000" b="0" i="0" u="none" strike="noStrike" cap="none">
                <a:solidFill>
                  <a:srgbClr val="B4B4B4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sz="1000" b="0" i="0" u="none" strike="noStrike" cap="none">
                <a:solidFill>
                  <a:srgbClr val="B4B4B4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sz="1000" b="0" i="0" u="none" strike="noStrike" cap="none">
                <a:solidFill>
                  <a:srgbClr val="B4B4B4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sz="1000" b="0" i="0" u="none" strike="noStrike" cap="none">
                <a:solidFill>
                  <a:srgbClr val="B4B4B4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sz="1000" b="0" i="0" u="none" strike="noStrike" cap="none">
                <a:solidFill>
                  <a:srgbClr val="B4B4B4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sz="1000" b="0" i="0" u="none" strike="noStrike" cap="none">
                <a:solidFill>
                  <a:srgbClr val="B4B4B4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sz="1000" b="0" i="0" u="none" strike="noStrike" cap="none">
                <a:solidFill>
                  <a:srgbClr val="B4B4B4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r>
              <a:rPr dirty="0"/>
              <a:t>Not for public release. Course training material. Copyright [schoolhouse TBD]. Do not copy or redistribute outside the assigned course.</a:t>
            </a:r>
          </a:p>
        </p:txBody>
      </p:sp>
    </p:spTree>
  </p:cSld>
  <p:clrMapOvr>
    <a:masterClrMapping/>
  </p:clrMapOvr>
</p:sld>
</file>

<file path=ppt/slides/slide4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363362" y="952052"/>
            <a:ext cx="10142837" cy="567883"/>
          </a:xfrm>
        </p:spPr>
        <p:txBody>
          <a:bodyPr wrap="square" anchor="t">
            <a:normAutofit/>
          </a:bodyPr>
          <a:lstStyle/>
          <a:p>
            <a:pPr/>
            <a:r>
              <a:rPr sz="2600"/>
              <a:t>Mapping to MITRE ATT&amp;CK®</a:t>
            </a:r>
          </a:p>
        </p:txBody>
      </p:sp>
      <p:pic>
        <p:nvPicPr>
          <p:cNvPr id="5" name="Picture 4" descr="c4e63f1925922fe5b8f4b040a75a7c2656da20f4f7858edcd9deb43f219de837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875784" y="1574799"/>
            <a:ext cx="4781253" cy="4781253"/>
          </a:xfrm>
          <a:prstGeom prst="rect">
            <a:avLst/>
          </a:prstGeom>
        </p:spPr>
      </p:pic>
      <p:sp>
        <p:nvSpPr>
          <p:cNvPr id="6" name="Disclaimer">
            <a:extLst>
              <a:ext uri="{FF2B5EF4-FFF2-40B4-BE49-F238E27FC236}">
                <a16:creationId xmlns:a16="http://schemas.microsoft.com/office/drawing/2014/main" id="{AF066B48-BBCB-D243-DA16-4C1CF9825479}"/>
              </a:ext>
            </a:extLst>
          </p:cNvPr>
          <p:cNvSpPr txBox="1">
            <a:spLocks noGrp="1"/>
          </p:cNvSpPr>
          <p:nvPr>
            <p:ph type="ftr" idx="11"/>
          </p:nvPr>
        </p:nvSpPr>
        <p:spPr>
          <a:xfrm>
            <a:off x="0" y="6627376"/>
            <a:ext cx="7873550" cy="23062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sz="1000" b="0" i="0" u="none" strike="noStrike" cap="none">
                <a:solidFill>
                  <a:srgbClr val="B4B4B4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sz="1000" b="0" i="0" u="none" strike="noStrike" cap="none">
                <a:solidFill>
                  <a:srgbClr val="B4B4B4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sz="1000" b="0" i="0" u="none" strike="noStrike" cap="none">
                <a:solidFill>
                  <a:srgbClr val="B4B4B4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sz="1000" b="0" i="0" u="none" strike="noStrike" cap="none">
                <a:solidFill>
                  <a:srgbClr val="B4B4B4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sz="1000" b="0" i="0" u="none" strike="noStrike" cap="none">
                <a:solidFill>
                  <a:srgbClr val="B4B4B4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sz="1000" b="0" i="0" u="none" strike="noStrike" cap="none">
                <a:solidFill>
                  <a:srgbClr val="B4B4B4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sz="1000" b="0" i="0" u="none" strike="noStrike" cap="none">
                <a:solidFill>
                  <a:srgbClr val="B4B4B4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sz="1000" b="0" i="0" u="none" strike="noStrike" cap="none">
                <a:solidFill>
                  <a:srgbClr val="B4B4B4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sz="1000" b="0" i="0" u="none" strike="noStrike" cap="none">
                <a:solidFill>
                  <a:srgbClr val="B4B4B4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r>
              <a:rPr dirty="0"/>
              <a:t>Not for public release. Course training material. Copyright [schoolhouse TBD]. Do not copy or redistribute outside the assigned course.</a:t>
            </a:r>
          </a:p>
        </p:txBody>
      </p:sp>
    </p:spTree>
  </p:cSld>
  <p:clrMapOvr>
    <a:masterClrMapping/>
  </p:clrMapOvr>
</p:sld>
</file>

<file path=ppt/slides/slide4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363362" y="952052"/>
            <a:ext cx="10142837" cy="567883"/>
          </a:xfrm>
        </p:spPr>
        <p:txBody>
          <a:bodyPr wrap="square" anchor="t">
            <a:normAutofit/>
          </a:bodyPr>
          <a:lstStyle/>
          <a:p>
            <a:pPr/>
            <a:r>
              <a:rPr sz="2600"/>
              <a:t>T1595 — Active Scanning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idx="2"/>
          </p:nvPr>
        </p:nvSpPr>
        <p:spPr>
          <a:xfrm>
            <a:off x="1363363" y="1666240"/>
            <a:ext cx="4420981" cy="4505960"/>
          </a:xfrm>
        </p:spPr>
        <p:txBody>
          <a:bodyPr wrap="square" anchor="t">
            <a:normAutofit/>
          </a:bodyPr>
          <a:lstStyle/>
          <a:p>
            <a:pPr/>
            <a:r>
              <a:rPr sz="1800"/>
              <a:t>Technique </a:t>
            </a:r>
            <a:r>
              <a:rPr b="1" sz="1800"/>
              <a:t>T1595</a:t>
            </a:r>
            <a:r>
              <a:rPr sz="1800"/>
              <a:t> Active Scanning under </a:t>
            </a:r>
            <a:r>
              <a:rPr b="1" sz="1800"/>
              <a:t>TA0043</a:t>
            </a:r>
          </a:p>
          <a:p>
            <a:pPr/>
            <a:r>
              <a:rPr sz="1800"/>
              <a:t>Flip the technique: scan </a:t>
            </a:r>
            <a:r>
              <a:rPr i="1" sz="1800"/>
              <a:t>their</a:t>
            </a:r>
            <a:r>
              <a:rPr sz="1800"/>
              <a:t> infrastructure for counterops</a:t>
            </a:r>
          </a:p>
          <a:p>
            <a:pPr/>
            <a:r>
              <a:rPr b="1" sz="1800"/>
              <a:t>T1595.001</a:t>
            </a:r>
            <a:r>
              <a:rPr sz="1800"/>
              <a:t> Scanning IP Blocks — CIDR / range sweeps</a:t>
            </a:r>
          </a:p>
          <a:p>
            <a:pPr/>
            <a:r>
              <a:rPr b="1" sz="1800"/>
              <a:t>T1595.002</a:t>
            </a:r>
            <a:r>
              <a:rPr sz="1800"/>
              <a:t> Vulnerability Scanning — </a:t>
            </a:r>
            <a:r>
              <a:rPr sz="1800">
                <a:latin typeface="Courier New"/>
              </a:rPr>
              <a:t>-sV</a:t>
            </a:r>
            <a:r>
              <a:rPr sz="1800"/>
              <a:t> and vuln-oriented scripts</a:t>
            </a:r>
          </a:p>
          <a:p>
            <a:pPr/>
            <a:r>
              <a:rPr sz="1800"/>
              <a:t>Report the sub-technique you actually ran</a:t>
            </a:r>
          </a:p>
        </p:txBody>
      </p:sp>
      <p:pic>
        <p:nvPicPr>
          <p:cNvPr id="5" name="Picture 4" descr="f61661a60873740a5a364ea7693928e3a953050c27d54d675a487bf89080494b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875784" y="1574799"/>
            <a:ext cx="4781253" cy="4781253"/>
          </a:xfrm>
          <a:prstGeom prst="rect">
            <a:avLst/>
          </a:prstGeom>
        </p:spPr>
      </p:pic>
      <p:sp>
        <p:nvSpPr>
          <p:cNvPr id="6" name="Disclaimer">
            <a:extLst>
              <a:ext uri="{FF2B5EF4-FFF2-40B4-BE49-F238E27FC236}">
                <a16:creationId xmlns:a16="http://schemas.microsoft.com/office/drawing/2014/main" id="{AF066B48-BBCB-D243-DA16-4C1CF9825479}"/>
              </a:ext>
            </a:extLst>
          </p:cNvPr>
          <p:cNvSpPr txBox="1">
            <a:spLocks noGrp="1"/>
          </p:cNvSpPr>
          <p:nvPr>
            <p:ph type="ftr" idx="11"/>
          </p:nvPr>
        </p:nvSpPr>
        <p:spPr>
          <a:xfrm>
            <a:off x="0" y="6627376"/>
            <a:ext cx="7873550" cy="23062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sz="1000" b="0" i="0" u="none" strike="noStrike" cap="none">
                <a:solidFill>
                  <a:srgbClr val="B4B4B4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sz="1000" b="0" i="0" u="none" strike="noStrike" cap="none">
                <a:solidFill>
                  <a:srgbClr val="B4B4B4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sz="1000" b="0" i="0" u="none" strike="noStrike" cap="none">
                <a:solidFill>
                  <a:srgbClr val="B4B4B4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sz="1000" b="0" i="0" u="none" strike="noStrike" cap="none">
                <a:solidFill>
                  <a:srgbClr val="B4B4B4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sz="1000" b="0" i="0" u="none" strike="noStrike" cap="none">
                <a:solidFill>
                  <a:srgbClr val="B4B4B4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sz="1000" b="0" i="0" u="none" strike="noStrike" cap="none">
                <a:solidFill>
                  <a:srgbClr val="B4B4B4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sz="1000" b="0" i="0" u="none" strike="noStrike" cap="none">
                <a:solidFill>
                  <a:srgbClr val="B4B4B4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sz="1000" b="0" i="0" u="none" strike="noStrike" cap="none">
                <a:solidFill>
                  <a:srgbClr val="B4B4B4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sz="1000" b="0" i="0" u="none" strike="noStrike" cap="none">
                <a:solidFill>
                  <a:srgbClr val="B4B4B4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r>
              <a:rPr dirty="0"/>
              <a:t>Not for public release. Course training material. Copyright [schoolhouse TBD]. Do not copy or redistribute outside the assigned course.</a:t>
            </a:r>
          </a:p>
        </p:txBody>
      </p:sp>
    </p:spTree>
  </p:cSld>
  <p:clrMapOvr>
    <a:masterClrMapping/>
  </p:clrMapOvr>
</p:sld>
</file>

<file path=ppt/slides/slide4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363362" y="952052"/>
            <a:ext cx="10142837" cy="567883"/>
          </a:xfrm>
        </p:spPr>
        <p:txBody>
          <a:bodyPr wrap="square" anchor="t">
            <a:normAutofit/>
          </a:bodyPr>
          <a:lstStyle/>
          <a:p>
            <a:pPr/>
            <a:r>
              <a:rPr sz="2600"/>
              <a:t>Recon Feeds Initial Access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idx="2"/>
          </p:nvPr>
        </p:nvSpPr>
        <p:spPr>
          <a:xfrm>
            <a:off x="1363363" y="1666240"/>
            <a:ext cx="4420981" cy="4505960"/>
          </a:xfrm>
        </p:spPr>
        <p:txBody>
          <a:bodyPr wrap="square" anchor="t">
            <a:normAutofit/>
          </a:bodyPr>
          <a:lstStyle/>
          <a:p>
            <a:pPr/>
            <a:r>
              <a:rPr sz="1800"/>
              <a:t>Active recon → </a:t>
            </a:r>
            <a:r>
              <a:rPr b="1" sz="1800"/>
              <a:t>TA0001 Initial Access</a:t>
            </a:r>
          </a:p>
          <a:p>
            <a:pPr/>
            <a:r>
              <a:rPr sz="1800"/>
              <a:t>Example path: scan finds vuln → </a:t>
            </a:r>
            <a:r>
              <a:rPr b="1" sz="1800"/>
              <a:t>T1190</a:t>
            </a:r>
            <a:r>
              <a:rPr sz="1800"/>
              <a:t> exploit public-facing app</a:t>
            </a:r>
          </a:p>
          <a:p>
            <a:pPr/>
            <a:r>
              <a:rPr sz="1800"/>
              <a:t>Campaign: recon yield becomes the effects-chain input</a:t>
            </a:r>
          </a:p>
          <a:p>
            <a:pPr/>
            <a:r>
              <a:rPr sz="1800"/>
              <a:t>Own the quality of the recon handoff; access comes later</a:t>
            </a:r>
          </a:p>
        </p:txBody>
      </p:sp>
      <p:pic>
        <p:nvPicPr>
          <p:cNvPr id="5" name="Picture 4" descr="367beea459194b1e6ebab31615d35a47b44e19dba19185ff4ec238cd5609a347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875784" y="1574799"/>
            <a:ext cx="4781253" cy="4781253"/>
          </a:xfrm>
          <a:prstGeom prst="rect">
            <a:avLst/>
          </a:prstGeom>
        </p:spPr>
      </p:pic>
      <p:sp>
        <p:nvSpPr>
          <p:cNvPr id="6" name="Disclaimer">
            <a:extLst>
              <a:ext uri="{FF2B5EF4-FFF2-40B4-BE49-F238E27FC236}">
                <a16:creationId xmlns:a16="http://schemas.microsoft.com/office/drawing/2014/main" id="{AF066B48-BBCB-D243-DA16-4C1CF9825479}"/>
              </a:ext>
            </a:extLst>
          </p:cNvPr>
          <p:cNvSpPr txBox="1">
            <a:spLocks noGrp="1"/>
          </p:cNvSpPr>
          <p:nvPr>
            <p:ph type="ftr" idx="11"/>
          </p:nvPr>
        </p:nvSpPr>
        <p:spPr>
          <a:xfrm>
            <a:off x="0" y="6627376"/>
            <a:ext cx="7873550" cy="23062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sz="1000" b="0" i="0" u="none" strike="noStrike" cap="none">
                <a:solidFill>
                  <a:srgbClr val="B4B4B4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sz="1000" b="0" i="0" u="none" strike="noStrike" cap="none">
                <a:solidFill>
                  <a:srgbClr val="B4B4B4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sz="1000" b="0" i="0" u="none" strike="noStrike" cap="none">
                <a:solidFill>
                  <a:srgbClr val="B4B4B4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sz="1000" b="0" i="0" u="none" strike="noStrike" cap="none">
                <a:solidFill>
                  <a:srgbClr val="B4B4B4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sz="1000" b="0" i="0" u="none" strike="noStrike" cap="none">
                <a:solidFill>
                  <a:srgbClr val="B4B4B4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sz="1000" b="0" i="0" u="none" strike="noStrike" cap="none">
                <a:solidFill>
                  <a:srgbClr val="B4B4B4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sz="1000" b="0" i="0" u="none" strike="noStrike" cap="none">
                <a:solidFill>
                  <a:srgbClr val="B4B4B4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sz="1000" b="0" i="0" u="none" strike="noStrike" cap="none">
                <a:solidFill>
                  <a:srgbClr val="B4B4B4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sz="1000" b="0" i="0" u="none" strike="noStrike" cap="none">
                <a:solidFill>
                  <a:srgbClr val="B4B4B4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r>
              <a:rPr dirty="0"/>
              <a:t>Not for public release. Course training material. Copyright [schoolhouse TBD]. Do not copy or redistribute outside the assigned course.</a:t>
            </a:r>
          </a:p>
        </p:txBody>
      </p:sp>
    </p:spTree>
  </p:cSld>
  <p:clrMapOvr>
    <a:masterClrMapping/>
  </p:clrMapOvr>
</p:sld>
</file>

<file path=ppt/slides/slide4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363362" y="952052"/>
            <a:ext cx="10142837" cy="567883"/>
          </a:xfrm>
        </p:spPr>
        <p:txBody>
          <a:bodyPr wrap="square" anchor="t">
            <a:normAutofit/>
          </a:bodyPr>
          <a:lstStyle/>
          <a:p>
            <a:pPr/>
            <a:r>
              <a:rPr sz="2600"/>
              <a:t>Lesson Summary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idx="2"/>
          </p:nvPr>
        </p:nvSpPr>
        <p:spPr>
          <a:xfrm>
            <a:off x="1363363" y="1666240"/>
            <a:ext cx="4420981" cy="4505960"/>
          </a:xfrm>
        </p:spPr>
        <p:txBody>
          <a:bodyPr wrap="square" anchor="t">
            <a:normAutofit/>
          </a:bodyPr>
          <a:lstStyle/>
          <a:p>
            <a:pPr/>
            <a:r>
              <a:rPr sz="1700"/>
              <a:t>Recon as a whole: </a:t>
            </a:r>
            <a:r>
              <a:rPr b="1" sz="1700"/>
              <a:t>reconnoiter</a:t>
            </a:r>
            <a:r>
              <a:rPr sz="1700"/>
              <a:t> / </a:t>
            </a:r>
            <a:r>
              <a:rPr b="1" sz="1700"/>
              <a:t>TA0043</a:t>
            </a:r>
            <a:r>
              <a:rPr sz="1700"/>
              <a:t> against adversary infra from blue space</a:t>
            </a:r>
          </a:p>
          <a:p>
            <a:pPr/>
            <a:r>
              <a:rPr sz="1700"/>
              <a:t>Passive = observe → </a:t>
            </a:r>
            <a:r>
              <a:rPr b="1" sz="1700"/>
              <a:t>leads</a:t>
            </a:r>
            <a:r>
              <a:rPr sz="1700"/>
              <a:t>; active = reveal/verify → live profile</a:t>
            </a:r>
          </a:p>
          <a:p>
            <a:pPr/>
            <a:r>
              <a:rPr sz="1700"/>
              <a:t>Sequence: </a:t>
            </a:r>
            <a:r>
              <a:rPr b="1" sz="1700"/>
              <a:t>observe → reveal/verify → act</a:t>
            </a:r>
          </a:p>
          <a:p>
            <a:pPr/>
            <a:r>
              <a:rPr sz="1700"/>
              <a:t>Building blocks: artifacts/OSINT for leads; Nmap/enum/OPSEC for confirmation</a:t>
            </a:r>
          </a:p>
          <a:p>
            <a:pPr/>
            <a:r>
              <a:rPr sz="1700"/>
              <a:t>Report active scanning as </a:t>
            </a:r>
            <a:r>
              <a:rPr b="1" sz="1700"/>
              <a:t>T1595</a:t>
            </a:r>
            <a:r>
              <a:rPr sz="1700"/>
              <a:t> (and the sub-technique you ran)</a:t>
            </a:r>
          </a:p>
        </p:txBody>
      </p:sp>
      <p:pic>
        <p:nvPicPr>
          <p:cNvPr id="5" name="Picture 4" descr="58ba2e4c6475ba5c917b52accd1d459b63056ca274203c75801cdf429926b1f1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875784" y="1574799"/>
            <a:ext cx="4781253" cy="4781253"/>
          </a:xfrm>
          <a:prstGeom prst="rect">
            <a:avLst/>
          </a:prstGeom>
        </p:spPr>
      </p:pic>
      <p:sp>
        <p:nvSpPr>
          <p:cNvPr id="6" name="Disclaimer">
            <a:extLst>
              <a:ext uri="{FF2B5EF4-FFF2-40B4-BE49-F238E27FC236}">
                <a16:creationId xmlns:a16="http://schemas.microsoft.com/office/drawing/2014/main" id="{AF066B48-BBCB-D243-DA16-4C1CF9825479}"/>
              </a:ext>
            </a:extLst>
          </p:cNvPr>
          <p:cNvSpPr txBox="1">
            <a:spLocks noGrp="1"/>
          </p:cNvSpPr>
          <p:nvPr>
            <p:ph type="ftr" idx="11"/>
          </p:nvPr>
        </p:nvSpPr>
        <p:spPr>
          <a:xfrm>
            <a:off x="0" y="6627376"/>
            <a:ext cx="7873550" cy="23062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sz="1000" b="0" i="0" u="none" strike="noStrike" cap="none">
                <a:solidFill>
                  <a:srgbClr val="B4B4B4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sz="1000" b="0" i="0" u="none" strike="noStrike" cap="none">
                <a:solidFill>
                  <a:srgbClr val="B4B4B4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sz="1000" b="0" i="0" u="none" strike="noStrike" cap="none">
                <a:solidFill>
                  <a:srgbClr val="B4B4B4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sz="1000" b="0" i="0" u="none" strike="noStrike" cap="none">
                <a:solidFill>
                  <a:srgbClr val="B4B4B4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sz="1000" b="0" i="0" u="none" strike="noStrike" cap="none">
                <a:solidFill>
                  <a:srgbClr val="B4B4B4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sz="1000" b="0" i="0" u="none" strike="noStrike" cap="none">
                <a:solidFill>
                  <a:srgbClr val="B4B4B4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sz="1000" b="0" i="0" u="none" strike="noStrike" cap="none">
                <a:solidFill>
                  <a:srgbClr val="B4B4B4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sz="1000" b="0" i="0" u="none" strike="noStrike" cap="none">
                <a:solidFill>
                  <a:srgbClr val="B4B4B4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sz="1000" b="0" i="0" u="none" strike="noStrike" cap="none">
                <a:solidFill>
                  <a:srgbClr val="B4B4B4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r>
              <a:rPr dirty="0"/>
              <a:t>Not for public release. Course training material. Copyright [schoolhouse TBD]. Do not copy or redistribute outside the assigned course.</a:t>
            </a:r>
          </a:p>
        </p:txBody>
      </p:sp>
    </p:spTree>
  </p:cSld>
  <p:clrMapOvr>
    <a:masterClrMapping/>
  </p:clrMapOvr>
</p:sld>
</file>

<file path=ppt/slides/slide4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363362" y="952052"/>
            <a:ext cx="10142837" cy="567883"/>
          </a:xfrm>
        </p:spPr>
        <p:txBody>
          <a:bodyPr wrap="square" anchor="t">
            <a:normAutofit/>
          </a:bodyPr>
          <a:lstStyle/>
          <a:p>
            <a:pPr/>
            <a:r>
              <a:rPr sz="2600"/>
              <a:t>The Decision Loop You Leave With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idx="2"/>
          </p:nvPr>
        </p:nvSpPr>
        <p:spPr>
          <a:xfrm>
            <a:off x="1363363" y="1666240"/>
            <a:ext cx="4420981" cy="4505960"/>
          </a:xfrm>
        </p:spPr>
        <p:txBody>
          <a:bodyPr wrap="square" anchor="t">
            <a:normAutofit/>
          </a:bodyPr>
          <a:lstStyle/>
          <a:p>
            <a:pPr/>
            <a:r>
              <a:rPr b="1" sz="1800"/>
              <a:t>OSINT:</a:t>
            </a:r>
            <a:r>
              <a:rPr sz="1800"/>
              <a:t> seed IOC → public pivots → lead package (passive)</a:t>
            </a:r>
          </a:p>
          <a:p>
            <a:pPr/>
            <a:r>
              <a:rPr b="1" sz="1800"/>
              <a:t>Nmap:</a:t>
            </a:r>
            <a:r>
              <a:rPr sz="1800"/>
              <a:t> scoped scan → versions/scripts → handoff-ready profile (active)</a:t>
            </a:r>
          </a:p>
          <a:p>
            <a:pPr/>
            <a:r>
              <a:rPr sz="1800"/>
              <a:t>Take today's sequence and OPSEC discipline onto the keyboard</a:t>
            </a:r>
          </a:p>
        </p:txBody>
      </p:sp>
      <p:pic>
        <p:nvPicPr>
          <p:cNvPr id="5" name="Picture 4" descr="c3e2025863b4160a455f1275940169f28535c3091724eac8bb188e029fecdab2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875784" y="1574799"/>
            <a:ext cx="4781253" cy="4781253"/>
          </a:xfrm>
          <a:prstGeom prst="rect">
            <a:avLst/>
          </a:prstGeom>
        </p:spPr>
      </p:pic>
      <p:sp>
        <p:nvSpPr>
          <p:cNvPr id="6" name="Disclaimer">
            <a:extLst>
              <a:ext uri="{FF2B5EF4-FFF2-40B4-BE49-F238E27FC236}">
                <a16:creationId xmlns:a16="http://schemas.microsoft.com/office/drawing/2014/main" id="{AF066B48-BBCB-D243-DA16-4C1CF9825479}"/>
              </a:ext>
            </a:extLst>
          </p:cNvPr>
          <p:cNvSpPr txBox="1">
            <a:spLocks noGrp="1"/>
          </p:cNvSpPr>
          <p:nvPr>
            <p:ph type="ftr" idx="11"/>
          </p:nvPr>
        </p:nvSpPr>
        <p:spPr>
          <a:xfrm>
            <a:off x="0" y="6627376"/>
            <a:ext cx="7873550" cy="23062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sz="1000" b="0" i="0" u="none" strike="noStrike" cap="none">
                <a:solidFill>
                  <a:srgbClr val="B4B4B4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sz="1000" b="0" i="0" u="none" strike="noStrike" cap="none">
                <a:solidFill>
                  <a:srgbClr val="B4B4B4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sz="1000" b="0" i="0" u="none" strike="noStrike" cap="none">
                <a:solidFill>
                  <a:srgbClr val="B4B4B4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sz="1000" b="0" i="0" u="none" strike="noStrike" cap="none">
                <a:solidFill>
                  <a:srgbClr val="B4B4B4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sz="1000" b="0" i="0" u="none" strike="noStrike" cap="none">
                <a:solidFill>
                  <a:srgbClr val="B4B4B4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sz="1000" b="0" i="0" u="none" strike="noStrike" cap="none">
                <a:solidFill>
                  <a:srgbClr val="B4B4B4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sz="1000" b="0" i="0" u="none" strike="noStrike" cap="none">
                <a:solidFill>
                  <a:srgbClr val="B4B4B4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sz="1000" b="0" i="0" u="none" strike="noStrike" cap="none">
                <a:solidFill>
                  <a:srgbClr val="B4B4B4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sz="1000" b="0" i="0" u="none" strike="noStrike" cap="none">
                <a:solidFill>
                  <a:srgbClr val="B4B4B4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r>
              <a:rPr dirty="0"/>
              <a:t>Not for public release. Course training material. Copyright [schoolhouse TBD]. Do not copy or redistribute outside the assigned course.</a:t>
            </a:r>
          </a:p>
        </p:txBody>
      </p:sp>
    </p:spTree>
  </p:cSld>
  <p:clrMapOvr>
    <a:masterClrMapping/>
  </p:clrMapOvr>
</p:sld>
</file>

<file path=ppt/slides/slide4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363362" y="952052"/>
            <a:ext cx="10142837" cy="567883"/>
          </a:xfrm>
        </p:spPr>
        <p:txBody>
          <a:bodyPr wrap="square" anchor="t">
            <a:normAutofit/>
          </a:bodyPr>
          <a:lstStyle/>
          <a:p>
            <a:pPr/>
            <a:r>
              <a:rPr sz="2600"/>
              <a:t>Questions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idx="2"/>
          </p:nvPr>
        </p:nvSpPr>
        <p:spPr>
          <a:xfrm>
            <a:off x="1363363" y="1666240"/>
            <a:ext cx="4420981" cy="4505960"/>
          </a:xfrm>
        </p:spPr>
        <p:txBody>
          <a:bodyPr wrap="square" anchor="t">
            <a:normAutofit/>
          </a:bodyPr>
          <a:lstStyle/>
          <a:p>
            <a:pPr/>
            <a:r>
              <a:rPr sz="1800"/>
              <a:t>Open floor</a:t>
            </a:r>
          </a:p>
          <a:p>
            <a:pPr/>
            <a:r>
              <a:rPr sz="1800"/>
              <a:t>Leave with a lead package and a scan plan</a:t>
            </a:r>
          </a:p>
        </p:txBody>
      </p:sp>
      <p:pic>
        <p:nvPicPr>
          <p:cNvPr id="5" name="Picture 4" descr="3594cb7a9ec0c7e6714914072ce347853ade1234bf3476070114e39ab9712a21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875784" y="1574799"/>
            <a:ext cx="4781253" cy="4781253"/>
          </a:xfrm>
          <a:prstGeom prst="rect">
            <a:avLst/>
          </a:prstGeom>
        </p:spPr>
      </p:pic>
      <p:sp>
        <p:nvSpPr>
          <p:cNvPr id="6" name="Disclaimer">
            <a:extLst>
              <a:ext uri="{FF2B5EF4-FFF2-40B4-BE49-F238E27FC236}">
                <a16:creationId xmlns:a16="http://schemas.microsoft.com/office/drawing/2014/main" id="{AF066B48-BBCB-D243-DA16-4C1CF9825479}"/>
              </a:ext>
            </a:extLst>
          </p:cNvPr>
          <p:cNvSpPr txBox="1">
            <a:spLocks noGrp="1"/>
          </p:cNvSpPr>
          <p:nvPr>
            <p:ph type="ftr" idx="11"/>
          </p:nvPr>
        </p:nvSpPr>
        <p:spPr>
          <a:xfrm>
            <a:off x="0" y="6627376"/>
            <a:ext cx="7873550" cy="23062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sz="1000" b="0" i="0" u="none" strike="noStrike" cap="none">
                <a:solidFill>
                  <a:srgbClr val="B4B4B4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sz="1000" b="0" i="0" u="none" strike="noStrike" cap="none">
                <a:solidFill>
                  <a:srgbClr val="B4B4B4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sz="1000" b="0" i="0" u="none" strike="noStrike" cap="none">
                <a:solidFill>
                  <a:srgbClr val="B4B4B4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sz="1000" b="0" i="0" u="none" strike="noStrike" cap="none">
                <a:solidFill>
                  <a:srgbClr val="B4B4B4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sz="1000" b="0" i="0" u="none" strike="noStrike" cap="none">
                <a:solidFill>
                  <a:srgbClr val="B4B4B4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sz="1000" b="0" i="0" u="none" strike="noStrike" cap="none">
                <a:solidFill>
                  <a:srgbClr val="B4B4B4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sz="1000" b="0" i="0" u="none" strike="noStrike" cap="none">
                <a:solidFill>
                  <a:srgbClr val="B4B4B4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sz="1000" b="0" i="0" u="none" strike="noStrike" cap="none">
                <a:solidFill>
                  <a:srgbClr val="B4B4B4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sz="1000" b="0" i="0" u="none" strike="noStrike" cap="none">
                <a:solidFill>
                  <a:srgbClr val="B4B4B4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r>
              <a:rPr dirty="0"/>
              <a:t>Not for public release. Course training material. Copyright [schoolhouse TBD]. Do not copy or redistribute outside the assigned course.</a:t>
            </a:r>
          </a:p>
        </p:txBody>
      </p:sp>
    </p:spTree>
  </p:cSld>
  <p:clrMapOvr>
    <a:masterClrMapping/>
  </p:clrMapOvr>
</p:sld>
</file>

<file path=ppt/slides/slide4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3" name="Title 2"/>
          <p:cNvSpPr>
            <a:spLocks noGrp="1"/>
          </p:cNvSpPr>
          <p:nvPr>
            <p:ph type="title"/>
          </p:nvPr>
        </p:nvSpPr>
        <p:spPr/>
        <p:txBody>
          <a:bodyPr wrap="square">
            <a:normAutofit/>
          </a:bodyPr>
          <a:lstStyle/>
          <a:p>
            <a:pPr/>
            <a:r>
              <a:rPr sz="2700"/>
              <a:t>Questions?</a:t>
            </a:r>
          </a:p>
        </p:txBody>
      </p:sp>
      <p:sp>
        <p:nvSpPr>
          <p:cNvPr id="4" name="Disclaimer">
            <a:extLst>
              <a:ext uri="{FF2B5EF4-FFF2-40B4-BE49-F238E27FC236}">
                <a16:creationId xmlns:a16="http://schemas.microsoft.com/office/drawing/2014/main" id="{AF066B48-BBCB-D243-DA16-4C1CF9825479}"/>
              </a:ext>
            </a:extLst>
          </p:cNvPr>
          <p:cNvSpPr txBox="1">
            <a:spLocks noGrp="1"/>
          </p:cNvSpPr>
          <p:nvPr>
            <p:ph type="ftr" idx="11"/>
          </p:nvPr>
        </p:nvSpPr>
        <p:spPr>
          <a:xfrm>
            <a:off x="0" y="6627376"/>
            <a:ext cx="7873550" cy="23062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sz="1000" b="0" i="0" u="none" strike="noStrike" cap="none">
                <a:solidFill>
                  <a:srgbClr val="B4B4B4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sz="1000" b="0" i="0" u="none" strike="noStrike" cap="none">
                <a:solidFill>
                  <a:srgbClr val="B4B4B4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sz="1000" b="0" i="0" u="none" strike="noStrike" cap="none">
                <a:solidFill>
                  <a:srgbClr val="B4B4B4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sz="1000" b="0" i="0" u="none" strike="noStrike" cap="none">
                <a:solidFill>
                  <a:srgbClr val="B4B4B4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sz="1000" b="0" i="0" u="none" strike="noStrike" cap="none">
                <a:solidFill>
                  <a:srgbClr val="B4B4B4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sz="1000" b="0" i="0" u="none" strike="noStrike" cap="none">
                <a:solidFill>
                  <a:srgbClr val="B4B4B4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sz="1000" b="0" i="0" u="none" strike="noStrike" cap="none">
                <a:solidFill>
                  <a:srgbClr val="B4B4B4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sz="1000" b="0" i="0" u="none" strike="noStrike" cap="none">
                <a:solidFill>
                  <a:srgbClr val="B4B4B4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sz="1000" b="0" i="0" u="none" strike="noStrike" cap="none">
                <a:solidFill>
                  <a:srgbClr val="B4B4B4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r>
              <a:rPr dirty="0"/>
              <a:t>Not for public release. Course training material. Copyright [schoolhouse TBD]. Do not copy or redistribute outside the assigned course.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CyberTemplateL_Green Unclass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420</Words>
  <Application>Microsoft Office PowerPoint</Application>
  <PresentationFormat>Widescreen</PresentationFormat>
  <Paragraphs>45</Paragraphs>
  <Slides>7</Slides>
  <Notes>7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7</vt:i4>
      </vt:variant>
    </vt:vector>
  </HeadingPairs>
  <TitlesOfParts>
    <vt:vector size="12" baseType="lpstr">
      <vt:lpstr>Calibri</vt:lpstr>
      <vt:lpstr>Arial</vt:lpstr>
      <vt:lpstr>Noto Sans Symbols</vt:lpstr>
      <vt:lpstr>Google Sans</vt:lpstr>
      <vt:lpstr>CyberTemplateL_Green Unclass</vt:lpstr>
      <vt:lpstr>Lesson title</vt:lpstr>
      <vt:lpstr>Intro Video</vt:lpstr>
      <vt:lpstr>Lesson Objectives</vt:lpstr>
      <vt:lpstr>What is a Learning Management System?</vt:lpstr>
      <vt:lpstr>Lets log in to Moodle</vt:lpstr>
      <vt:lpstr>Lesson Summary</vt:lpstr>
      <vt:lpstr>PowerPoint Presentation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creator>Houston, Joshua T</dc:creator>
  <cp:lastModifiedBy>Cross, Clay</cp:lastModifiedBy>
  <cp:revision>1</cp:revision>
  <dcterms:modified xsi:type="dcterms:W3CDTF">2026-10-12T17:41:16Z</dcterms:modified>
</cp:coreProperties>
</file>
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ppt/theme/theme13.xml" ContentType="application/vnd.openxmlformats-officedocument.theme+xml"/>
  <Override PartName="/ppt/theme/theme1.xml" ContentType="application/vnd.openxmlformats-officedocument.theme+xml"/>
  <Override PartName="/ppt/presentation.xml" ContentType="application/vnd.openxmlformats-officedocument.presentationml.presentation.main+xml"/>
  <Override PartName="/ppt/slides/slide45.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46.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47.xml" ContentType="application/vnd.openxmlformats-officedocument.presentationml.slide+xml"/>
  <Override PartName="/ppt/slides/slide3.xml" ContentType="application/vnd.openxmlformats-officedocument.presentationml.slide+xml"/>
  <Override PartName="/ppt/slides/slide40.xml" ContentType="application/vnd.openxmlformats-officedocument.presentationml.slide+xml"/>
  <Override PartName="/ppt/slides/slide4.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22.xml" ContentType="application/vnd.openxmlformats-officedocument.presentationml.slide+xml"/>
  <Override PartName="/ppt/slides/slide42.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4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5.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26.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49.xml" ContentType="application/vnd.openxmlformats-officedocument.presentationml.slide+xml"/>
  <Override PartName="/ppt/slides/slide14.xml" ContentType="application/vnd.openxmlformats-officedocument.presentationml.slide+xml"/>
  <Override PartName="/ppt/slides/slide48.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44.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64.xml" ContentType="application/vnd.openxmlformats-officedocument.presentationml.slide+xml"/>
  <Override PartName="/ppt/slides/slide3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media/image10.gif" ContentType="image/gif"/>
  <Override PartName="/ppt/slideMasters/slideMaster1.xml" ContentType="application/vnd.openxmlformats-officedocument.presentationml.slideMaster+xml"/>
  <Override PartName="/ppt/notesSlides/notesSlide23.xml" ContentType="application/vnd.openxmlformats-officedocument.presentationml.notesSlide+xml"/>
  <Override PartName="/ppt/notesSlides/notesSlide28.xml" ContentType="application/vnd.openxmlformats-officedocument.presentationml.notesSlide+xml"/>
  <Override PartName="/ppt/notesSlides/notesSlide2.xml" ContentType="application/vnd.openxmlformats-officedocument.presentationml.notesSlide+xml"/>
  <Override PartName="/ppt/notesSlides/notesSlide7.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8.xml" ContentType="application/vnd.openxmlformats-officedocument.presentationml.notesSlide+xml"/>
  <Override PartName="/ppt/notesSlides/notesSlide27.xml" ContentType="application/vnd.openxmlformats-officedocument.presentationml.notesSlide+xml"/>
  <Override PartName="/ppt/notesSlides/notesSlide29.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embedTrueTypeFonts="1">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Lst>
  <p:sldSz cx="12192000" cy="6858000"/>
  <p:notesSz cx="6858000" cy="9144000"/>
  <p:embeddedFontLst>
    <p:embeddedFont>
      <p:font typeface="Google Sans"/>
      <p:regular r:id="rId79"/>
      <p:bold r:id="rId80"/>
      <p:italic r:id="rId81"/>
      <p:boldItalic r:id="rId82"/>
    </p:embeddedFont>
  </p:embeddedFontLst>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font" Target="fonts/Font_1_Google_Sans_Regular.fntdata"/><Relationship Id="rId80" Type="http://schemas.openxmlformats.org/officeDocument/2006/relationships/font" Target="fonts/Font_2_Google_Sans_Bold.fntdata"/><Relationship Id="rId81" Type="http://schemas.openxmlformats.org/officeDocument/2006/relationships/font" Target="fonts/Font_3_Google_Sans_Italic.fntdata"/><Relationship Id="rId82" Type="http://schemas.openxmlformats.org/officeDocument/2006/relationships/font" Target="fonts/Font_4_Google_Sans_BoldItalic.fntdata"/><Relationship Id="rId8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3" name="PlaceHolder 1"/>
          <p:cNvSpPr>
            <a:spLocks noGrp="1"/>
          </p:cNvSpPr>
          <p:nvPr>
            <p:ph type="sldImg"/>
          </p:nvPr>
        </p:nvSpPr>
        <p:spPr>
          <a:xfrm>
            <a:off x="0" y="764280"/>
            <a:ext cx="0" cy="0"/>
          </a:xfrm>
          <a:prstGeom prst="rect">
            <a:avLst/>
          </a:prstGeom>
          <a:noFill/>
          <a:ln w="0">
            <a:noFill/>
          </a:ln>
        </p:spPr>
        <p:txBody>
          <a:bodyPr lIns="0" tIns="0" rIns="0" bIns="0" anchor="ctr">
            <a:noAutofit/>
          </a:bodyPr>
          <a:p>
            <a:r>
              <a:rPr lang="en-US" sz="1400" b="0" u="none" strike="noStrike">
                <a:solidFill>
                  <a:srgbClr val="000000"/>
                </a:solidFill>
                <a:effectLst/>
                <a:uFillTx/>
                <a:latin typeface="Arial"/>
              </a:rPr>
              <a:t>Click to move the slide</a:t>
            </a:r>
            <a:endParaRPr lang="en-US" sz="1400" b="0" u="none" strike="noStrike">
              <a:solidFill>
                <a:srgbClr val="000000"/>
              </a:solidFill>
              <a:effectLst/>
              <a:uFillTx/>
              <a:latin typeface="Arial"/>
            </a:endParaRPr>
          </a:p>
        </p:txBody>
      </p:sp>
      <p:sp>
        <p:nvSpPr>
          <p:cNvPr id="414"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415"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416" name="PlaceHolder 4"/>
          <p:cNvSpPr>
            <a:spLocks noGrp="1"/>
          </p:cNvSpPr>
          <p:nvPr>
            <p:ph type="dt" idx="3"/>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417" name="PlaceHolder 5"/>
          <p:cNvSpPr>
            <a:spLocks noGrp="1"/>
          </p:cNvSpPr>
          <p:nvPr>
            <p:ph type="ftr" idx="4"/>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18" name="PlaceHolder 6"/>
          <p:cNvSpPr>
            <a:spLocks noGrp="1"/>
          </p:cNvSpPr>
          <p:nvPr>
            <p:ph type="sldNum" idx="5"/>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D26C45A1-E58B-4945-8FC1-B54B81E03041}"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1" name="PlaceHolder 1"/>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marL="457200" indent="-228600" algn="l">
              <a:lnSpc>
                <a:spcPct val="100000"/>
              </a:lnSpc>
              <a:buNone/>
              <a:tabLst>
                <a:tab pos="0" algn="l"/>
              </a:tabLst>
            </a:pPr>
            <a:r>
              <a:rPr lang="en-US" sz="1200" b="0" u="none" strike="noStrike">
                <a:solidFill>
                  <a:schemeClr val="dk1"/>
                </a:solidFill>
                <a:effectLst/>
                <a:uFillTx/>
                <a:latin typeface="Arial"/>
              </a:rPr>
              <a:t>Monty Python and the Holy Grail – the beast of caerbanog</a:t>
            </a:r>
            <a:endParaRPr lang="en-US" sz="1200" b="0" u="none" strike="noStrike">
              <a:solidFill>
                <a:schemeClr val="dk1"/>
              </a:solidFill>
              <a:effectLst/>
              <a:uFillTx/>
              <a:latin typeface="Arial"/>
            </a:endParaRPr>
          </a:p>
        </p:txBody>
      </p:sp>
      <p:sp>
        <p:nvSpPr>
          <p:cNvPr id="582" name="PlaceHolder 2"/>
          <p:cNvSpPr>
            <a:spLocks noGrp="1"/>
          </p:cNvSpPr>
          <p:nvPr>
            <p:ph type="sldImg"/>
          </p:nvPr>
        </p:nvSpPr>
        <p:spPr>
          <a:xfrm>
            <a:off x="685800" y="1143000"/>
            <a:ext cx="5486040" cy="3085920"/>
          </a:xfrm>
          <a:prstGeom prst="rect">
            <a:avLst/>
          </a:prstGeom>
          <a:ln w="0">
            <a:noFill/>
          </a:ln>
        </p:spPr>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3" name="PlaceHolder 1"/>
          <p:cNvSpPr>
            <a:spLocks noGrp="1"/>
          </p:cNvSpPr>
          <p:nvPr>
            <p:ph type="sldImg"/>
          </p:nvPr>
        </p:nvSpPr>
        <p:spPr>
          <a:xfrm>
            <a:off x="685800" y="1143000"/>
            <a:ext cx="5486040" cy="3085920"/>
          </a:xfrm>
          <a:prstGeom prst="rect">
            <a:avLst/>
          </a:prstGeom>
          <a:ln w="0">
            <a:noFill/>
          </a:ln>
        </p:spPr>
      </p:sp>
      <p:sp>
        <p:nvSpPr>
          <p:cNvPr id="58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tabLst>
                <a:tab pos="0" algn="l"/>
              </a:tabLst>
            </a:pPr>
            <a:endParaRPr lang="en-US" sz="1200" b="0" u="none" strike="noStrike">
              <a:solidFill>
                <a:srgbClr val="000000"/>
              </a:solidFill>
              <a:effectLst/>
              <a:uFillTx/>
              <a:latin typeface="Arial"/>
            </a:endParaRPr>
          </a:p>
          <a:p>
            <a:pPr indent="0" algn="l">
              <a:lnSpc>
                <a:spcPct val="100000"/>
              </a:lnSpc>
              <a:buNone/>
              <a:tabLst>
                <a:tab pos="0" algn="l"/>
              </a:tabLst>
            </a:pPr>
            <a:endParaRPr lang="en-US" sz="1200" b="0" u="none" strike="noStrike">
              <a:solidFill>
                <a:srgbClr val="000000"/>
              </a:solidFill>
              <a:effectLst/>
              <a:uFillTx/>
              <a:latin typeface="Arial"/>
            </a:endParaRPr>
          </a:p>
          <a:p>
            <a:pPr indent="0" algn="l">
              <a:lnSpc>
                <a:spcPct val="100000"/>
              </a:lnSpc>
              <a:buNone/>
              <a:tabLst>
                <a:tab pos="0" algn="l"/>
              </a:tabLst>
            </a:pPr>
            <a:r>
              <a:rPr lang="en-US" sz="1200" b="0" u="none" strike="noStrike">
                <a:solidFill>
                  <a:schemeClr val="dk1"/>
                </a:solidFill>
                <a:effectLst/>
                <a:uFillTx/>
                <a:latin typeface="Arial"/>
                <a:ea typeface="Arial"/>
              </a:rPr>
              <a:t>Additional Details:</a:t>
            </a:r>
            <a:endParaRPr lang="en-US" sz="1200" b="0" u="none" strike="noStrike">
              <a:solidFill>
                <a:srgbClr val="000000"/>
              </a:solidFill>
              <a:effectLst/>
              <a:uFillTx/>
              <a:latin typeface="Arial"/>
            </a:endParaRPr>
          </a:p>
          <a:p>
            <a:pPr indent="0" algn="l">
              <a:lnSpc>
                <a:spcPct val="100000"/>
              </a:lnSpc>
              <a:buNone/>
              <a:tabLst>
                <a:tab pos="0" algn="l"/>
              </a:tabLst>
            </a:pPr>
            <a:r>
              <a:rPr lang="en-US" sz="1200" b="0" u="none" strike="noStrike">
                <a:solidFill>
                  <a:schemeClr val="dk1"/>
                </a:solidFill>
                <a:effectLst/>
                <a:uFillTx/>
                <a:latin typeface="Arial"/>
                <a:ea typeface="Arial"/>
              </a:rPr>
              <a:t>What we're not going to do is we're not going to lean on industry digital forensics and incident response models and ways of doing things, there's definitely going to be some overlap but we're going to steal from them only when it's applicable. In other words, when we can't find an answer within the military mindset.</a:t>
            </a:r>
            <a:endParaRPr lang="en-US" sz="1200" b="0" u="none" strike="noStrike">
              <a:solidFill>
                <a:srgbClr val="000000"/>
              </a:solidFill>
              <a:effectLst/>
              <a:uFillTx/>
              <a:latin typeface="Arial"/>
            </a:endParaRPr>
          </a:p>
        </p:txBody>
      </p:sp>
      <p:sp>
        <p:nvSpPr>
          <p:cNvPr id="585"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800" b="0" u="none" strike="noStrike">
                <a:solidFill>
                  <a:srgbClr val="000000"/>
                </a:solidFill>
                <a:effectLst/>
                <a:uFillTx/>
                <a:latin typeface="Times New Roman"/>
              </a:defRPr>
            </a:lvl1pPr>
          </a:lstStyle>
          <a:p>
            <a:pPr indent="0" algn="r">
              <a:lnSpc>
                <a:spcPct val="100000"/>
              </a:lnSpc>
              <a:buNone/>
              <a:tabLst>
                <a:tab pos="0" algn="l"/>
              </a:tabLst>
            </a:pPr>
            <a:fld id="{C5434B46-7F47-49DC-8A04-3DA1BA8099DA}" type="slidenum">
              <a:rPr lang="en-US" sz="1800" b="0" u="none" strike="noStrike">
                <a:solidFill>
                  <a:srgbClr val="000000"/>
                </a:solidFill>
                <a:effectLst/>
                <a:uFillTx/>
                <a:latin typeface="Times New Roman"/>
              </a:rPr>
              <a:t>&lt;number&gt;</a:t>
            </a:fld>
            <a:endParaRPr lang="en-US" sz="18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6" name="PlaceHolder 1"/>
          <p:cNvSpPr>
            <a:spLocks noGrp="1"/>
          </p:cNvSpPr>
          <p:nvPr>
            <p:ph type="sldImg"/>
          </p:nvPr>
        </p:nvSpPr>
        <p:spPr>
          <a:xfrm>
            <a:off x="685800" y="1143000"/>
            <a:ext cx="5486040" cy="3085920"/>
          </a:xfrm>
          <a:prstGeom prst="rect">
            <a:avLst/>
          </a:prstGeom>
          <a:ln w="0">
            <a:noFill/>
          </a:ln>
        </p:spPr>
      </p:sp>
      <p:sp>
        <p:nvSpPr>
          <p:cNvPr id="587" name="PlaceHolder 2"/>
          <p:cNvSpPr>
            <a:spLocks noGrp="1"/>
          </p:cNvSpPr>
          <p:nvPr>
            <p:ph type="body"/>
          </p:nvPr>
        </p:nvSpPr>
        <p:spPr>
          <a:xfrm>
            <a:off x="685800" y="4400640"/>
            <a:ext cx="5486040" cy="3600360"/>
          </a:xfrm>
          <a:prstGeom prst="rect">
            <a:avLst/>
          </a:prstGeom>
          <a:noFill/>
          <a:ln w="0">
            <a:noFill/>
          </a:ln>
        </p:spPr>
        <p:txBody>
          <a:bodyPr lIns="91440" tIns="45720" rIns="91440" bIns="45720" anchor="t">
            <a:noAutofit/>
          </a:bodyPr>
          <a:p>
            <a:pPr indent="0" algn="l">
              <a:lnSpc>
                <a:spcPct val="100000"/>
              </a:lnSpc>
              <a:buNone/>
              <a:tabLst>
                <a:tab pos="0" algn="l"/>
              </a:tabLst>
            </a:pPr>
            <a:endParaRPr lang="en-US" sz="1200" b="0" u="none" strike="noStrike">
              <a:solidFill>
                <a:srgbClr val="000000"/>
              </a:solidFill>
              <a:effectLst/>
              <a:uFillTx/>
              <a:latin typeface="Arial"/>
            </a:endParaRPr>
          </a:p>
          <a:p>
            <a:pPr indent="0" algn="l">
              <a:lnSpc>
                <a:spcPct val="100000"/>
              </a:lnSpc>
              <a:buNone/>
              <a:tabLst>
                <a:tab pos="0" algn="l"/>
              </a:tabLst>
            </a:pPr>
            <a:endParaRPr lang="en-US" sz="1200" b="0" u="none" strike="noStrike">
              <a:solidFill>
                <a:srgbClr val="000000"/>
              </a:solidFill>
              <a:effectLst/>
              <a:uFillTx/>
              <a:latin typeface="Arial"/>
            </a:endParaRPr>
          </a:p>
          <a:p>
            <a:pPr indent="0" algn="l">
              <a:lnSpc>
                <a:spcPct val="100000"/>
              </a:lnSpc>
              <a:buNone/>
              <a:tabLst>
                <a:tab pos="0" algn="l"/>
              </a:tabLst>
            </a:pPr>
            <a:r>
              <a:rPr lang="en-US" sz="1200" b="0" u="none" strike="noStrike">
                <a:solidFill>
                  <a:schemeClr val="dk1"/>
                </a:solidFill>
                <a:effectLst/>
                <a:uFillTx/>
                <a:latin typeface="Arial"/>
                <a:ea typeface="Arial"/>
              </a:rPr>
              <a:t>Additional Details:</a:t>
            </a:r>
            <a:endParaRPr lang="en-US" sz="1200" b="0" u="none" strike="noStrike">
              <a:solidFill>
                <a:srgbClr val="000000"/>
              </a:solidFill>
              <a:effectLst/>
              <a:uFillTx/>
              <a:latin typeface="Arial"/>
            </a:endParaRPr>
          </a:p>
          <a:p>
            <a:pPr indent="0" algn="l">
              <a:lnSpc>
                <a:spcPct val="100000"/>
              </a:lnSpc>
              <a:buNone/>
              <a:tabLst>
                <a:tab pos="0" algn="l"/>
              </a:tabLst>
            </a:pPr>
            <a:r>
              <a:rPr lang="en-US" sz="1200" b="0" u="none" strike="noStrike">
                <a:solidFill>
                  <a:schemeClr val="dk1"/>
                </a:solidFill>
                <a:effectLst/>
                <a:uFillTx/>
                <a:latin typeface="Arial"/>
                <a:ea typeface="Arial"/>
              </a:rPr>
              <a:t>What we're not going to do is we're not going to lean on industry digital forensics and incident response models and ways of doing things, there's definitely going to be some overlap but we're going to steal from them only when it's applicable. In other words, when we can't find an answer within the military mindset.</a:t>
            </a:r>
            <a:endParaRPr lang="en-US" sz="1200" b="0" u="none" strike="noStrike">
              <a:solidFill>
                <a:srgbClr val="000000"/>
              </a:solidFill>
              <a:effectLst/>
              <a:uFillTx/>
              <a:latin typeface="Arial"/>
            </a:endParaRPr>
          </a:p>
        </p:txBody>
      </p:sp>
      <p:sp>
        <p:nvSpPr>
          <p:cNvPr id="588"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800" b="0" u="none" strike="noStrike">
                <a:solidFill>
                  <a:srgbClr val="000000"/>
                </a:solidFill>
                <a:effectLst/>
                <a:uFillTx/>
                <a:latin typeface="Times New Roman"/>
              </a:defRPr>
            </a:lvl1pPr>
          </a:lstStyle>
          <a:p>
            <a:pPr indent="0" algn="r">
              <a:lnSpc>
                <a:spcPct val="100000"/>
              </a:lnSpc>
              <a:buNone/>
              <a:tabLst>
                <a:tab pos="0" algn="l"/>
              </a:tabLst>
            </a:pPr>
            <a:fld id="{D190EAAF-5893-4256-B554-180C1C03227A}" type="slidenum">
              <a:rPr lang="en-US" sz="1800" b="0" u="none" strike="noStrike">
                <a:solidFill>
                  <a:srgbClr val="000000"/>
                </a:solidFill>
                <a:effectLst/>
                <a:uFillTx/>
                <a:latin typeface="Times New Roman"/>
              </a:rPr>
              <a:t>&lt;number&gt;</a:t>
            </a:fld>
            <a:endParaRPr lang="en-US" sz="18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9" name="PlaceHolder 1"/>
          <p:cNvSpPr>
            <a:spLocks noGrp="1"/>
          </p:cNvSpPr>
          <p:nvPr>
            <p:ph type="sldImg"/>
          </p:nvPr>
        </p:nvSpPr>
        <p:spPr>
          <a:xfrm>
            <a:off x="685800" y="1143000"/>
            <a:ext cx="5486040" cy="3085920"/>
          </a:xfrm>
          <a:prstGeom prst="rect">
            <a:avLst/>
          </a:prstGeom>
          <a:ln w="0">
            <a:noFill/>
          </a:ln>
        </p:spPr>
      </p:sp>
      <p:sp>
        <p:nvSpPr>
          <p:cNvPr id="59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tabLst>
                <a:tab pos="0" algn="l"/>
              </a:tabLst>
            </a:pPr>
            <a:r>
              <a:rPr lang="en-US" sz="1200" b="1" u="none" strike="noStrike">
                <a:solidFill>
                  <a:schemeClr val="dk1"/>
                </a:solidFill>
                <a:effectLst/>
                <a:uFillTx/>
                <a:latin typeface="Arial"/>
                <a:ea typeface="Arial"/>
              </a:rPr>
              <a:t>Instructor Talking Points: </a:t>
            </a:r>
            <a:r>
              <a:rPr lang="en-US" sz="1800" b="0" u="none" strike="noStrike">
                <a:solidFill>
                  <a:schemeClr val="dk1"/>
                </a:solidFill>
                <a:effectLst/>
                <a:uFillTx/>
                <a:latin typeface="Courier New"/>
                <a:ea typeface="Courier New"/>
              </a:rPr>
              <a:t>Diving right into the first part of METT-TC is where we conduct our mission analysis: what are we doing here? You’re going to presumably receive a mission from somebody. From a tasking statement issued to you from a higher echelon, and that's going to include hopefully one or more of those tactical tasks we discussed. We can usually extrapolate the tactical task even if the tasking statement doesn’t include them. </a:t>
            </a:r>
            <a:endParaRPr lang="en-US" sz="1800" b="0" u="none" strike="noStrike">
              <a:solidFill>
                <a:srgbClr val="000000"/>
              </a:solidFill>
              <a:effectLst/>
              <a:uFillTx/>
              <a:latin typeface="Arial"/>
            </a:endParaRPr>
          </a:p>
          <a:p>
            <a:pPr indent="0" algn="l">
              <a:lnSpc>
                <a:spcPct val="100000"/>
              </a:lnSpc>
              <a:buNone/>
              <a:tabLst>
                <a:tab pos="0" algn="l"/>
              </a:tabLst>
            </a:pPr>
            <a:endParaRPr lang="en-US" sz="1800" b="0" u="none" strike="noStrike">
              <a:solidFill>
                <a:srgbClr val="000000"/>
              </a:solidFill>
              <a:effectLst/>
              <a:uFillTx/>
              <a:latin typeface="Arial"/>
            </a:endParaRPr>
          </a:p>
          <a:p>
            <a:pPr indent="0" algn="l">
              <a:lnSpc>
                <a:spcPct val="100000"/>
              </a:lnSpc>
              <a:buNone/>
              <a:tabLst>
                <a:tab pos="0" algn="l"/>
              </a:tabLst>
            </a:pPr>
            <a:r>
              <a:rPr lang="en-US" sz="1800" b="0" u="none" strike="noStrike">
                <a:solidFill>
                  <a:schemeClr val="dk1"/>
                </a:solidFill>
                <a:effectLst/>
                <a:uFillTx/>
                <a:latin typeface="Courier New"/>
                <a:ea typeface="Courier New"/>
              </a:rPr>
              <a:t>There's going to be explicit tasks and implied tasks and your goal here in mission analysis is just to make sure you understand what the task is, and then also to conduct purpose analysis. Understand the why. Why am I doing this? What is the commander's intent? And in our context here, we're really focusing on cost imposition of the adversary as well as generating options for pursuit. Our adversaries have gone unopposed for too long in cyberspace. Its time to start making this risky business for them and forcing them to have to burn time, money, and manpower.</a:t>
            </a:r>
            <a:endParaRPr lang="en-US" sz="1800" b="0" u="none" strike="noStrike">
              <a:solidFill>
                <a:srgbClr val="000000"/>
              </a:solidFill>
              <a:effectLst/>
              <a:uFillTx/>
              <a:latin typeface="Arial"/>
            </a:endParaRPr>
          </a:p>
          <a:p>
            <a:pPr indent="0" algn="l">
              <a:lnSpc>
                <a:spcPct val="100000"/>
              </a:lnSpc>
              <a:buNone/>
              <a:tabLst>
                <a:tab pos="0" algn="l"/>
              </a:tabLst>
            </a:pPr>
            <a:endParaRPr lang="en-US" sz="1200" b="0" u="none" strike="noStrike">
              <a:solidFill>
                <a:srgbClr val="000000"/>
              </a:solidFill>
              <a:effectLst/>
              <a:uFillTx/>
              <a:latin typeface="Arial"/>
            </a:endParaRPr>
          </a:p>
        </p:txBody>
      </p:sp>
      <p:sp>
        <p:nvSpPr>
          <p:cNvPr id="591"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800" b="0" u="none" strike="noStrike">
                <a:solidFill>
                  <a:srgbClr val="000000"/>
                </a:solidFill>
                <a:effectLst/>
                <a:uFillTx/>
                <a:latin typeface="Times New Roman"/>
              </a:defRPr>
            </a:lvl1pPr>
          </a:lstStyle>
          <a:p>
            <a:pPr indent="0" algn="r">
              <a:lnSpc>
                <a:spcPct val="100000"/>
              </a:lnSpc>
              <a:buNone/>
              <a:tabLst>
                <a:tab pos="0" algn="l"/>
              </a:tabLst>
            </a:pPr>
            <a:fld id="{445F8243-FFC6-4169-8272-213DA9F85691}" type="slidenum">
              <a:rPr lang="en-US" sz="1800" b="0" u="none" strike="noStrike">
                <a:solidFill>
                  <a:srgbClr val="000000"/>
                </a:solidFill>
                <a:effectLst/>
                <a:uFillTx/>
                <a:latin typeface="Times New Roman"/>
              </a:rPr>
              <a:t>&lt;number&gt;</a:t>
            </a:fld>
            <a:endParaRPr lang="en-US" sz="18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2" name="PlaceHolder 1"/>
          <p:cNvSpPr>
            <a:spLocks noGrp="1"/>
          </p:cNvSpPr>
          <p:nvPr>
            <p:ph type="sldImg"/>
          </p:nvPr>
        </p:nvSpPr>
        <p:spPr>
          <a:xfrm>
            <a:off x="685800" y="1143000"/>
            <a:ext cx="5486040" cy="3085920"/>
          </a:xfrm>
          <a:prstGeom prst="rect">
            <a:avLst/>
          </a:prstGeom>
          <a:ln w="0">
            <a:noFill/>
          </a:ln>
        </p:spPr>
      </p:sp>
      <p:sp>
        <p:nvSpPr>
          <p:cNvPr id="59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tabLst>
                <a:tab pos="0" algn="l"/>
              </a:tabLst>
            </a:pPr>
            <a:r>
              <a:rPr lang="en-US" sz="1200" b="0" u="none" strike="noStrike">
                <a:solidFill>
                  <a:schemeClr val="dk1"/>
                </a:solidFill>
                <a:effectLst/>
                <a:uFillTx/>
                <a:latin typeface="Arial"/>
                <a:ea typeface="Arial"/>
              </a:rPr>
              <a:t>Note that not every tactical task will have a smooth transition into cyberspace. The point of this lesson is not to shoehorn each task into a cyberspace capacity, but to utilize the construct of the tactical task orientation as much as possible. </a:t>
            </a:r>
            <a:endParaRPr lang="en-US" sz="1200" b="0" u="none" strike="noStrike">
              <a:solidFill>
                <a:srgbClr val="000000"/>
              </a:solidFill>
              <a:effectLst/>
              <a:uFillTx/>
              <a:latin typeface="Arial"/>
            </a:endParaRPr>
          </a:p>
        </p:txBody>
      </p:sp>
      <p:sp>
        <p:nvSpPr>
          <p:cNvPr id="594"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800" b="0" u="none" strike="noStrike">
                <a:solidFill>
                  <a:srgbClr val="000000"/>
                </a:solidFill>
                <a:effectLst/>
                <a:uFillTx/>
                <a:latin typeface="Times New Roman"/>
              </a:defRPr>
            </a:lvl1pPr>
          </a:lstStyle>
          <a:p>
            <a:pPr indent="0" algn="r">
              <a:lnSpc>
                <a:spcPct val="100000"/>
              </a:lnSpc>
              <a:buNone/>
              <a:tabLst>
                <a:tab pos="0" algn="l"/>
              </a:tabLst>
            </a:pPr>
            <a:fld id="{5FB4E0EE-F848-4E7F-BF23-7D9B706105D1}" type="slidenum">
              <a:rPr lang="en-US" sz="1800" b="0" u="none" strike="noStrike">
                <a:solidFill>
                  <a:srgbClr val="000000"/>
                </a:solidFill>
                <a:effectLst/>
                <a:uFillTx/>
                <a:latin typeface="Times New Roman"/>
              </a:rPr>
              <a:t>&lt;number&gt;</a:t>
            </a:fld>
            <a:endParaRPr lang="en-US" sz="18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5" name="PlaceHolder 1"/>
          <p:cNvSpPr>
            <a:spLocks noGrp="1"/>
          </p:cNvSpPr>
          <p:nvPr>
            <p:ph type="sldImg"/>
          </p:nvPr>
        </p:nvSpPr>
        <p:spPr>
          <a:xfrm>
            <a:off x="685800" y="1143000"/>
            <a:ext cx="5486040" cy="3085920"/>
          </a:xfrm>
          <a:prstGeom prst="rect">
            <a:avLst/>
          </a:prstGeom>
          <a:ln w="0">
            <a:noFill/>
          </a:ln>
        </p:spPr>
      </p:sp>
      <p:sp>
        <p:nvSpPr>
          <p:cNvPr id="59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tabLst>
                <a:tab pos="0" algn="l"/>
              </a:tabLst>
            </a:pPr>
            <a:r>
              <a:rPr lang="en-US" sz="1200" b="0" u="none" strike="noStrike">
                <a:solidFill>
                  <a:schemeClr val="dk1"/>
                </a:solidFill>
                <a:effectLst/>
                <a:uFillTx/>
                <a:latin typeface="Arial"/>
                <a:ea typeface="Arial"/>
              </a:rPr>
              <a:t>Note that not every tactical task will have a smooth transition into cyberspace. The point of this lesson is not to shoehorn each task into a cyberspace capacity, but to utilize the construct of the tactical task orientation as much as possible. </a:t>
            </a:r>
            <a:endParaRPr lang="en-US" sz="1200" b="0" u="none" strike="noStrike">
              <a:solidFill>
                <a:srgbClr val="000000"/>
              </a:solidFill>
              <a:effectLst/>
              <a:uFillTx/>
              <a:latin typeface="Arial"/>
            </a:endParaRPr>
          </a:p>
        </p:txBody>
      </p:sp>
      <p:sp>
        <p:nvSpPr>
          <p:cNvPr id="597"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800" b="0" u="none" strike="noStrike">
                <a:solidFill>
                  <a:srgbClr val="000000"/>
                </a:solidFill>
                <a:effectLst/>
                <a:uFillTx/>
                <a:latin typeface="Times New Roman"/>
              </a:defRPr>
            </a:lvl1pPr>
          </a:lstStyle>
          <a:p>
            <a:pPr indent="0" algn="r">
              <a:lnSpc>
                <a:spcPct val="100000"/>
              </a:lnSpc>
              <a:buNone/>
              <a:tabLst>
                <a:tab pos="0" algn="l"/>
              </a:tabLst>
            </a:pPr>
            <a:fld id="{B8740910-F48E-47F2-BF9E-641538E01CF2}" type="slidenum">
              <a:rPr lang="en-US" sz="1800" b="0" u="none" strike="noStrike">
                <a:solidFill>
                  <a:srgbClr val="000000"/>
                </a:solidFill>
                <a:effectLst/>
                <a:uFillTx/>
                <a:latin typeface="Times New Roman"/>
              </a:rPr>
              <a:t>&lt;number&gt;</a:t>
            </a:fld>
            <a:endParaRPr lang="en-US" sz="18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8" name="PlaceHolder 1"/>
          <p:cNvSpPr>
            <a:spLocks noGrp="1"/>
          </p:cNvSpPr>
          <p:nvPr>
            <p:ph type="sldImg"/>
          </p:nvPr>
        </p:nvSpPr>
        <p:spPr>
          <a:xfrm>
            <a:off x="685800" y="1143000"/>
            <a:ext cx="5486040" cy="3085920"/>
          </a:xfrm>
          <a:prstGeom prst="rect">
            <a:avLst/>
          </a:prstGeom>
          <a:ln w="0">
            <a:noFill/>
          </a:ln>
        </p:spPr>
      </p:sp>
      <p:sp>
        <p:nvSpPr>
          <p:cNvPr id="59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200" b="0" u="none" strike="noStrike">
              <a:solidFill>
                <a:schemeClr val="dk1"/>
              </a:solidFill>
              <a:effectLst/>
              <a:uFillTx/>
              <a:latin typeface="Arial"/>
            </a:endParaRPr>
          </a:p>
        </p:txBody>
      </p:sp>
      <p:sp>
        <p:nvSpPr>
          <p:cNvPr id="600"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800" b="0" u="none" strike="noStrike">
                <a:solidFill>
                  <a:srgbClr val="000000"/>
                </a:solidFill>
                <a:effectLst/>
                <a:uFillTx/>
                <a:latin typeface="Times New Roman"/>
              </a:defRPr>
            </a:lvl1pPr>
          </a:lstStyle>
          <a:p>
            <a:pPr indent="0" algn="r">
              <a:lnSpc>
                <a:spcPct val="100000"/>
              </a:lnSpc>
              <a:buNone/>
              <a:tabLst>
                <a:tab pos="0" algn="l"/>
              </a:tabLst>
            </a:pPr>
            <a:fld id="{AA1F1D64-6287-4786-9FCF-8BD0E19C8E50}" type="slidenum">
              <a:rPr lang="en-US" sz="1800" b="0" u="none" strike="noStrike">
                <a:solidFill>
                  <a:srgbClr val="000000"/>
                </a:solidFill>
                <a:effectLst/>
                <a:uFillTx/>
                <a:latin typeface="Times New Roman"/>
              </a:rPr>
              <a:t>&lt;number&gt;</a:t>
            </a:fld>
            <a:endParaRPr lang="en-US" sz="18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1" name="PlaceHolder 1"/>
          <p:cNvSpPr>
            <a:spLocks noGrp="1"/>
          </p:cNvSpPr>
          <p:nvPr>
            <p:ph type="sldImg"/>
          </p:nvPr>
        </p:nvSpPr>
        <p:spPr>
          <a:xfrm>
            <a:off x="685800" y="1143000"/>
            <a:ext cx="5486040" cy="3085920"/>
          </a:xfrm>
          <a:prstGeom prst="rect">
            <a:avLst/>
          </a:prstGeom>
          <a:ln w="0">
            <a:noFill/>
          </a:ln>
        </p:spPr>
      </p:sp>
      <p:sp>
        <p:nvSpPr>
          <p:cNvPr id="602" name="PlaceHolder 2"/>
          <p:cNvSpPr>
            <a:spLocks noGrp="1"/>
          </p:cNvSpPr>
          <p:nvPr>
            <p:ph type="body"/>
          </p:nvPr>
        </p:nvSpPr>
        <p:spPr>
          <a:xfrm>
            <a:off x="685800" y="4400640"/>
            <a:ext cx="5486040" cy="3600360"/>
          </a:xfrm>
          <a:prstGeom prst="rect">
            <a:avLst/>
          </a:prstGeom>
          <a:noFill/>
          <a:ln w="0">
            <a:noFill/>
          </a:ln>
        </p:spPr>
        <p:txBody>
          <a:bodyPr lIns="91440" tIns="45720" rIns="91440" bIns="45720" anchor="t">
            <a:noAutofit/>
          </a:bodyPr>
          <a:p>
            <a:pPr indent="0" algn="l">
              <a:buNone/>
            </a:pPr>
            <a:endParaRPr lang="en-US" sz="1200" b="0" u="none" strike="noStrike">
              <a:solidFill>
                <a:schemeClr val="dk1"/>
              </a:solidFill>
              <a:effectLst/>
              <a:uFillTx/>
              <a:latin typeface="Arial"/>
            </a:endParaRPr>
          </a:p>
        </p:txBody>
      </p:sp>
      <p:sp>
        <p:nvSpPr>
          <p:cNvPr id="603"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800" b="0" u="none" strike="noStrike">
                <a:solidFill>
                  <a:srgbClr val="000000"/>
                </a:solidFill>
                <a:effectLst/>
                <a:uFillTx/>
                <a:latin typeface="Times New Roman"/>
              </a:defRPr>
            </a:lvl1pPr>
          </a:lstStyle>
          <a:p>
            <a:pPr indent="0" algn="r">
              <a:lnSpc>
                <a:spcPct val="100000"/>
              </a:lnSpc>
              <a:buNone/>
              <a:tabLst>
                <a:tab pos="0" algn="l"/>
              </a:tabLst>
            </a:pPr>
            <a:fld id="{7C73770A-5933-4374-BB1F-49A3FA3D21C2}" type="slidenum">
              <a:rPr lang="en-US" sz="1800" b="0" u="none" strike="noStrike">
                <a:solidFill>
                  <a:srgbClr val="000000"/>
                </a:solidFill>
                <a:effectLst/>
                <a:uFillTx/>
                <a:latin typeface="Times New Roman"/>
              </a:rPr>
              <a:t>&lt;number&gt;</a:t>
            </a:fld>
            <a:endParaRPr lang="en-US" sz="18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4" name="PlaceHolder 1"/>
          <p:cNvSpPr>
            <a:spLocks noGrp="1"/>
          </p:cNvSpPr>
          <p:nvPr>
            <p:ph type="sldImg"/>
          </p:nvPr>
        </p:nvSpPr>
        <p:spPr>
          <a:xfrm>
            <a:off x="685800" y="1143000"/>
            <a:ext cx="5486040" cy="3085920"/>
          </a:xfrm>
          <a:prstGeom prst="rect">
            <a:avLst/>
          </a:prstGeom>
          <a:ln w="0">
            <a:noFill/>
          </a:ln>
        </p:spPr>
      </p:sp>
      <p:sp>
        <p:nvSpPr>
          <p:cNvPr id="605" name="PlaceHolder 2"/>
          <p:cNvSpPr>
            <a:spLocks noGrp="1"/>
          </p:cNvSpPr>
          <p:nvPr>
            <p:ph type="body"/>
          </p:nvPr>
        </p:nvSpPr>
        <p:spPr>
          <a:xfrm>
            <a:off x="685800" y="4400640"/>
            <a:ext cx="5486040" cy="3600360"/>
          </a:xfrm>
          <a:prstGeom prst="rect">
            <a:avLst/>
          </a:prstGeom>
          <a:noFill/>
          <a:ln w="0">
            <a:noFill/>
          </a:ln>
        </p:spPr>
        <p:txBody>
          <a:bodyPr lIns="91440" tIns="45720" rIns="91440" bIns="45720" anchor="t">
            <a:noAutofit/>
          </a:bodyPr>
          <a:p>
            <a:pPr indent="0" algn="l">
              <a:buNone/>
            </a:pPr>
            <a:endParaRPr lang="en-US" sz="1200" b="0" u="none" strike="noStrike">
              <a:solidFill>
                <a:schemeClr val="dk1"/>
              </a:solidFill>
              <a:effectLst/>
              <a:uFillTx/>
              <a:latin typeface="Arial"/>
            </a:endParaRPr>
          </a:p>
        </p:txBody>
      </p:sp>
      <p:sp>
        <p:nvSpPr>
          <p:cNvPr id="606"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800" b="0" u="none" strike="noStrike">
                <a:solidFill>
                  <a:srgbClr val="000000"/>
                </a:solidFill>
                <a:effectLst/>
                <a:uFillTx/>
                <a:latin typeface="Times New Roman"/>
              </a:defRPr>
            </a:lvl1pPr>
          </a:lstStyle>
          <a:p>
            <a:pPr indent="0" algn="r">
              <a:lnSpc>
                <a:spcPct val="100000"/>
              </a:lnSpc>
              <a:buNone/>
              <a:tabLst>
                <a:tab pos="0" algn="l"/>
              </a:tabLst>
            </a:pPr>
            <a:fld id="{E51EAFA4-D654-4235-BECC-E03C7A1F2A49}" type="slidenum">
              <a:rPr lang="en-US" sz="1800" b="0" u="none" strike="noStrike">
                <a:solidFill>
                  <a:srgbClr val="000000"/>
                </a:solidFill>
                <a:effectLst/>
                <a:uFillTx/>
                <a:latin typeface="Times New Roman"/>
              </a:rPr>
              <a:t>&lt;number&gt;</a:t>
            </a:fld>
            <a:endParaRPr lang="en-US" sz="18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7" name="PlaceHolder 1"/>
          <p:cNvSpPr>
            <a:spLocks noGrp="1"/>
          </p:cNvSpPr>
          <p:nvPr>
            <p:ph type="sldImg"/>
          </p:nvPr>
        </p:nvSpPr>
        <p:spPr>
          <a:xfrm>
            <a:off x="685800" y="1143000"/>
            <a:ext cx="5486040" cy="3085920"/>
          </a:xfrm>
          <a:prstGeom prst="rect">
            <a:avLst/>
          </a:prstGeom>
          <a:ln w="0">
            <a:noFill/>
          </a:ln>
        </p:spPr>
      </p:sp>
      <p:sp>
        <p:nvSpPr>
          <p:cNvPr id="60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tabLst>
                <a:tab pos="0" algn="l"/>
              </a:tabLst>
            </a:pPr>
            <a:r>
              <a:rPr lang="en-US" sz="1200" b="1" u="none" strike="noStrike">
                <a:solidFill>
                  <a:schemeClr val="dk1"/>
                </a:solidFill>
                <a:effectLst/>
                <a:uFillTx/>
                <a:latin typeface="Arial"/>
                <a:ea typeface="Arial"/>
              </a:rPr>
              <a:t>Instructor Talking Points: </a:t>
            </a:r>
            <a:r>
              <a:rPr lang="en-US" sz="1800" b="0" u="none" strike="noStrike">
                <a:solidFill>
                  <a:schemeClr val="dk1"/>
                </a:solidFill>
                <a:effectLst/>
                <a:uFillTx/>
                <a:latin typeface="Courier New"/>
                <a:ea typeface="Courier New"/>
              </a:rPr>
              <a:t>Diving right into the first part of METT-TC is where we conduct our mission analysis: what are we doing here? You’re going to presumably receive a mission from somebody. From a tasking statement issued to you from a higher echelon, and that's going to include hopefully one or more of those tactical tasks we discussed. We can usually extrapolate the tactical task even if the tasking statement doesn’t include them. </a:t>
            </a:r>
            <a:endParaRPr lang="en-US" sz="1800" b="0" u="none" strike="noStrike">
              <a:solidFill>
                <a:srgbClr val="000000"/>
              </a:solidFill>
              <a:effectLst/>
              <a:uFillTx/>
              <a:latin typeface="Arial"/>
            </a:endParaRPr>
          </a:p>
          <a:p>
            <a:pPr indent="0" algn="l">
              <a:lnSpc>
                <a:spcPct val="100000"/>
              </a:lnSpc>
              <a:buNone/>
              <a:tabLst>
                <a:tab pos="0" algn="l"/>
              </a:tabLst>
            </a:pPr>
            <a:endParaRPr lang="en-US" sz="1800" b="0" u="none" strike="noStrike">
              <a:solidFill>
                <a:srgbClr val="000000"/>
              </a:solidFill>
              <a:effectLst/>
              <a:uFillTx/>
              <a:latin typeface="Arial"/>
            </a:endParaRPr>
          </a:p>
          <a:p>
            <a:pPr indent="0" algn="l">
              <a:lnSpc>
                <a:spcPct val="100000"/>
              </a:lnSpc>
              <a:buNone/>
              <a:tabLst>
                <a:tab pos="0" algn="l"/>
              </a:tabLst>
            </a:pPr>
            <a:r>
              <a:rPr lang="en-US" sz="1800" b="0" u="none" strike="noStrike">
                <a:solidFill>
                  <a:schemeClr val="dk1"/>
                </a:solidFill>
                <a:effectLst/>
                <a:uFillTx/>
                <a:latin typeface="Courier New"/>
                <a:ea typeface="Courier New"/>
              </a:rPr>
              <a:t>There's going to be explicit tasks and implied tasks and your goal here in mission analysis is just to make sure you understand what the task is, and then also to conduct purpose analysis. Understand the why. Why am I doing this? What is the commander's intent? And in our context here, we're really focusing on cost imposition of the adversary as well as generating options for pursuit. Our adversaries have gone unopposed for too long in cyberspace. Its time to start making this risky business for them and forcing them to have to burn time, money, and manpower.</a:t>
            </a:r>
            <a:endParaRPr lang="en-US" sz="1800" b="0" u="none" strike="noStrike">
              <a:solidFill>
                <a:srgbClr val="000000"/>
              </a:solidFill>
              <a:effectLst/>
              <a:uFillTx/>
              <a:latin typeface="Arial"/>
            </a:endParaRPr>
          </a:p>
          <a:p>
            <a:pPr indent="0" algn="l">
              <a:lnSpc>
                <a:spcPct val="100000"/>
              </a:lnSpc>
              <a:buNone/>
              <a:tabLst>
                <a:tab pos="0" algn="l"/>
              </a:tabLst>
            </a:pPr>
            <a:endParaRPr lang="en-US" sz="1200" b="0" u="none" strike="noStrike">
              <a:solidFill>
                <a:srgbClr val="000000"/>
              </a:solidFill>
              <a:effectLst/>
              <a:uFillTx/>
              <a:latin typeface="Arial"/>
            </a:endParaRPr>
          </a:p>
        </p:txBody>
      </p:sp>
      <p:sp>
        <p:nvSpPr>
          <p:cNvPr id="609"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800" b="0" u="none" strike="noStrike">
                <a:solidFill>
                  <a:srgbClr val="000000"/>
                </a:solidFill>
                <a:effectLst/>
                <a:uFillTx/>
                <a:latin typeface="Times New Roman"/>
              </a:defRPr>
            </a:lvl1pPr>
          </a:lstStyle>
          <a:p>
            <a:pPr indent="0" algn="r">
              <a:lnSpc>
                <a:spcPct val="100000"/>
              </a:lnSpc>
              <a:buNone/>
              <a:tabLst>
                <a:tab pos="0" algn="l"/>
              </a:tabLst>
            </a:pPr>
            <a:fld id="{CF9E783B-5C95-454C-B978-DC6AFB699C02}" type="slidenum">
              <a:rPr lang="en-US" sz="1800" b="0" u="none" strike="noStrike">
                <a:solidFill>
                  <a:srgbClr val="000000"/>
                </a:solidFill>
                <a:effectLst/>
                <a:uFillTx/>
                <a:latin typeface="Times New Roman"/>
              </a:rPr>
              <a:t>&lt;number&gt;</a:t>
            </a:fld>
            <a:endParaRPr lang="en-US" sz="18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0" name="PlaceHolder 1"/>
          <p:cNvSpPr>
            <a:spLocks noGrp="1"/>
          </p:cNvSpPr>
          <p:nvPr>
            <p:ph type="sldImg"/>
          </p:nvPr>
        </p:nvSpPr>
        <p:spPr>
          <a:xfrm>
            <a:off x="685800" y="1143000"/>
            <a:ext cx="5486040" cy="3085920"/>
          </a:xfrm>
          <a:prstGeom prst="rect">
            <a:avLst/>
          </a:prstGeom>
          <a:ln w="0">
            <a:noFill/>
          </a:ln>
        </p:spPr>
      </p:sp>
      <p:sp>
        <p:nvSpPr>
          <p:cNvPr id="611" name="PlaceHolder 2"/>
          <p:cNvSpPr>
            <a:spLocks noGrp="1"/>
          </p:cNvSpPr>
          <p:nvPr>
            <p:ph type="body"/>
          </p:nvPr>
        </p:nvSpPr>
        <p:spPr>
          <a:xfrm>
            <a:off x="685800" y="4400640"/>
            <a:ext cx="5486040" cy="3600360"/>
          </a:xfrm>
          <a:prstGeom prst="rect">
            <a:avLst/>
          </a:prstGeom>
          <a:noFill/>
          <a:ln w="0">
            <a:noFill/>
          </a:ln>
        </p:spPr>
        <p:txBody>
          <a:bodyPr lIns="91440" tIns="45720" rIns="91440" bIns="45720" anchor="t">
            <a:noAutofit/>
          </a:bodyPr>
          <a:p>
            <a:pPr indent="0" algn="l">
              <a:lnSpc>
                <a:spcPct val="100000"/>
              </a:lnSpc>
              <a:buNone/>
              <a:tabLst>
                <a:tab pos="0" algn="l"/>
              </a:tabLst>
            </a:pPr>
            <a:r>
              <a:rPr lang="en-US" sz="1200" b="1" u="none" strike="noStrike">
                <a:solidFill>
                  <a:schemeClr val="dk1"/>
                </a:solidFill>
                <a:effectLst/>
                <a:uFillTx/>
                <a:latin typeface="Arial"/>
                <a:ea typeface="Arial"/>
              </a:rPr>
              <a:t>Instructor Talking Points: </a:t>
            </a:r>
            <a:r>
              <a:rPr lang="en-US" sz="1800" b="0" u="none" strike="noStrike">
                <a:solidFill>
                  <a:schemeClr val="dk1"/>
                </a:solidFill>
                <a:effectLst/>
                <a:uFillTx/>
                <a:latin typeface="Courier New"/>
                <a:ea typeface="Courier New"/>
              </a:rPr>
              <a:t>Diving right into the first part of METT-TC is where we conduct our mission analysis: what are we doing here? You’re going to presumably receive a mission from somebody. From a tasking statement issued to you from a higher echelon, and that's going to include hopefully one or more of those tactical tasks we discussed. We can usually extrapolate the tactical task even if the tasking statement doesn’t include them. </a:t>
            </a:r>
            <a:endParaRPr lang="en-US" sz="1800" b="0" u="none" strike="noStrike">
              <a:solidFill>
                <a:srgbClr val="000000"/>
              </a:solidFill>
              <a:effectLst/>
              <a:uFillTx/>
              <a:latin typeface="Arial"/>
            </a:endParaRPr>
          </a:p>
          <a:p>
            <a:pPr indent="0" algn="l">
              <a:lnSpc>
                <a:spcPct val="100000"/>
              </a:lnSpc>
              <a:buNone/>
              <a:tabLst>
                <a:tab pos="0" algn="l"/>
              </a:tabLst>
            </a:pPr>
            <a:endParaRPr lang="en-US" sz="1800" b="0" u="none" strike="noStrike">
              <a:solidFill>
                <a:srgbClr val="000000"/>
              </a:solidFill>
              <a:effectLst/>
              <a:uFillTx/>
              <a:latin typeface="Arial"/>
            </a:endParaRPr>
          </a:p>
          <a:p>
            <a:pPr indent="0" algn="l">
              <a:lnSpc>
                <a:spcPct val="100000"/>
              </a:lnSpc>
              <a:buNone/>
              <a:tabLst>
                <a:tab pos="0" algn="l"/>
              </a:tabLst>
            </a:pPr>
            <a:r>
              <a:rPr lang="en-US" sz="1800" b="0" u="none" strike="noStrike">
                <a:solidFill>
                  <a:schemeClr val="dk1"/>
                </a:solidFill>
                <a:effectLst/>
                <a:uFillTx/>
                <a:latin typeface="Courier New"/>
                <a:ea typeface="Courier New"/>
              </a:rPr>
              <a:t>There's going to be explicit tasks and implied tasks and your goal here in mission analysis is just to make sure you understand what the task is, and then also to conduct purpose analysis. Understand the why. Why am I doing this? What is the commander's intent? And in our context here, we're really focusing on cost imposition of the adversary as well as generating options for pursuit. Our adversaries have gone unopposed for too long in cyberspace. Its time to start making this risky business for them and forcing them to have to burn time, money, and manpower.</a:t>
            </a:r>
            <a:endParaRPr lang="en-US" sz="1800" b="0" u="none" strike="noStrike">
              <a:solidFill>
                <a:srgbClr val="000000"/>
              </a:solidFill>
              <a:effectLst/>
              <a:uFillTx/>
              <a:latin typeface="Arial"/>
            </a:endParaRPr>
          </a:p>
          <a:p>
            <a:pPr indent="0" algn="l">
              <a:lnSpc>
                <a:spcPct val="100000"/>
              </a:lnSpc>
              <a:buNone/>
              <a:tabLst>
                <a:tab pos="0" algn="l"/>
              </a:tabLst>
            </a:pPr>
            <a:endParaRPr lang="en-US" sz="1200" b="0" u="none" strike="noStrike">
              <a:solidFill>
                <a:srgbClr val="000000"/>
              </a:solidFill>
              <a:effectLst/>
              <a:uFillTx/>
              <a:latin typeface="Arial"/>
            </a:endParaRPr>
          </a:p>
        </p:txBody>
      </p:sp>
      <p:sp>
        <p:nvSpPr>
          <p:cNvPr id="612"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800" b="0" u="none" strike="noStrike">
                <a:solidFill>
                  <a:srgbClr val="000000"/>
                </a:solidFill>
                <a:effectLst/>
                <a:uFillTx/>
                <a:latin typeface="Times New Roman"/>
              </a:defRPr>
            </a:lvl1pPr>
          </a:lstStyle>
          <a:p>
            <a:pPr indent="0" algn="r">
              <a:lnSpc>
                <a:spcPct val="100000"/>
              </a:lnSpc>
              <a:buNone/>
              <a:tabLst>
                <a:tab pos="0" algn="l"/>
              </a:tabLst>
            </a:pPr>
            <a:fld id="{6E2EB423-4DB0-4D7D-8E6D-D912F6E70406}" type="slidenum">
              <a:rPr lang="en-US" sz="1800" b="0" u="none" strike="noStrike">
                <a:solidFill>
                  <a:srgbClr val="000000"/>
                </a:solidFill>
                <a:effectLst/>
                <a:uFillTx/>
                <a:latin typeface="Times New Roman"/>
              </a:rPr>
              <a:t>&lt;number&gt;</a:t>
            </a:fld>
            <a:endParaRPr lang="en-US" sz="1800" b="0" u="none" strike="noStrik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3" name="PlaceHolder 1"/>
          <p:cNvSpPr>
            <a:spLocks noGrp="1"/>
          </p:cNvSpPr>
          <p:nvPr>
            <p:ph type="sldImg"/>
          </p:nvPr>
        </p:nvSpPr>
        <p:spPr>
          <a:xfrm>
            <a:off x="685800" y="1143000"/>
            <a:ext cx="5486040" cy="3085920"/>
          </a:xfrm>
          <a:prstGeom prst="rect">
            <a:avLst/>
          </a:prstGeom>
          <a:ln w="0">
            <a:noFill/>
          </a:ln>
        </p:spPr>
      </p:sp>
      <p:sp>
        <p:nvSpPr>
          <p:cNvPr id="61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200" b="0" u="none" strike="noStrike">
              <a:solidFill>
                <a:schemeClr val="dk1"/>
              </a:solidFill>
              <a:effectLst/>
              <a:uFillTx/>
              <a:latin typeface="Arial"/>
            </a:endParaRPr>
          </a:p>
        </p:txBody>
      </p:sp>
      <p:sp>
        <p:nvSpPr>
          <p:cNvPr id="615"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800" b="0" u="none" strike="noStrike">
                <a:solidFill>
                  <a:srgbClr val="000000"/>
                </a:solidFill>
                <a:effectLst/>
                <a:uFillTx/>
                <a:latin typeface="Times New Roman"/>
              </a:defRPr>
            </a:lvl1pPr>
          </a:lstStyle>
          <a:p>
            <a:pPr indent="0" algn="r">
              <a:lnSpc>
                <a:spcPct val="100000"/>
              </a:lnSpc>
              <a:buNone/>
              <a:tabLst>
                <a:tab pos="0" algn="l"/>
              </a:tabLst>
            </a:pPr>
            <a:fld id="{330E7354-2A71-4FE2-B440-D5E56EF0B1BC}" type="slidenum">
              <a:rPr lang="en-US" sz="1800" b="0" u="none" strike="noStrike">
                <a:solidFill>
                  <a:srgbClr val="000000"/>
                </a:solidFill>
                <a:effectLst/>
                <a:uFillTx/>
                <a:latin typeface="Times New Roman"/>
              </a:rPr>
              <a:t>&lt;number&gt;</a:t>
            </a:fld>
            <a:endParaRPr lang="en-US" sz="1800" b="0" u="none" strike="noStrik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6" name="PlaceHolder 1"/>
          <p:cNvSpPr>
            <a:spLocks noGrp="1"/>
          </p:cNvSpPr>
          <p:nvPr>
            <p:ph type="sldImg"/>
          </p:nvPr>
        </p:nvSpPr>
        <p:spPr>
          <a:xfrm>
            <a:off x="685800" y="1143000"/>
            <a:ext cx="5486040" cy="3085920"/>
          </a:xfrm>
          <a:prstGeom prst="rect">
            <a:avLst/>
          </a:prstGeom>
          <a:ln w="0">
            <a:noFill/>
          </a:ln>
        </p:spPr>
      </p:sp>
      <p:sp>
        <p:nvSpPr>
          <p:cNvPr id="617" name="PlaceHolder 2"/>
          <p:cNvSpPr>
            <a:spLocks noGrp="1"/>
          </p:cNvSpPr>
          <p:nvPr>
            <p:ph type="body"/>
          </p:nvPr>
        </p:nvSpPr>
        <p:spPr>
          <a:xfrm>
            <a:off x="685800" y="4400640"/>
            <a:ext cx="5486040" cy="3600360"/>
          </a:xfrm>
          <a:prstGeom prst="rect">
            <a:avLst/>
          </a:prstGeom>
          <a:noFill/>
          <a:ln w="0">
            <a:noFill/>
          </a:ln>
        </p:spPr>
        <p:txBody>
          <a:bodyPr lIns="91440" tIns="45720" rIns="91440" bIns="45720" anchor="t">
            <a:noAutofit/>
          </a:bodyPr>
          <a:p>
            <a:pPr indent="0" algn="l">
              <a:buNone/>
            </a:pPr>
            <a:endParaRPr lang="en-US" sz="1200" b="0" u="none" strike="noStrike">
              <a:solidFill>
                <a:schemeClr val="dk1"/>
              </a:solidFill>
              <a:effectLst/>
              <a:uFillTx/>
              <a:latin typeface="Arial"/>
            </a:endParaRPr>
          </a:p>
        </p:txBody>
      </p:sp>
      <p:sp>
        <p:nvSpPr>
          <p:cNvPr id="618" name="PlaceHolder 3"/>
          <p:cNvSpPr>
            <a:spLocks noGrp="1"/>
          </p:cNvSpPr>
          <p:nvPr>
            <p:ph type="sldNum" idx="1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800" b="0" u="none" strike="noStrike">
                <a:solidFill>
                  <a:srgbClr val="000000"/>
                </a:solidFill>
                <a:effectLst/>
                <a:uFillTx/>
                <a:latin typeface="Times New Roman"/>
              </a:defRPr>
            </a:lvl1pPr>
          </a:lstStyle>
          <a:p>
            <a:pPr indent="0" algn="r">
              <a:lnSpc>
                <a:spcPct val="100000"/>
              </a:lnSpc>
              <a:buNone/>
              <a:tabLst>
                <a:tab pos="0" algn="l"/>
              </a:tabLst>
            </a:pPr>
            <a:fld id="{D25603A9-3E34-49C9-B66B-AB56080145F2}" type="slidenum">
              <a:rPr lang="en-US" sz="1800" b="0" u="none" strike="noStrike">
                <a:solidFill>
                  <a:srgbClr val="000000"/>
                </a:solidFill>
                <a:effectLst/>
                <a:uFillTx/>
                <a:latin typeface="Times New Roman"/>
              </a:rPr>
              <a:t>&lt;number&gt;</a:t>
            </a:fld>
            <a:endParaRPr lang="en-US" sz="18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chemeClr val="lt1"/>
        </a:solidFill>
      </p:bgPr>
    </p:bg>
    <p:spTree>
      <p:nvGrpSpPr>
        <p:cNvPr id="1" name=""/>
        <p:cNvGrpSpPr/>
        <p:nvPr/>
      </p:nvGrpSpPr>
      <p:grpSpPr>
        <a:xfrm>
          <a:off x="0" y="0"/>
          <a:ext cx="0" cy="0"/>
          <a:chOff x="0" y="0"/>
          <a:chExt cx="0" cy="0"/>
        </a:xfrm>
      </p:grpSpPr>
      <p:sp>
        <p:nvSpPr>
          <p:cNvPr id="2" name="Google Shape;10;p78"/>
          <p:cNvSpPr/>
          <p:nvPr/>
        </p:nvSpPr>
        <p:spPr>
          <a:xfrm>
            <a:off x="0" y="-2016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 name="Google Shape;11;p78"/>
          <p:cNvSpPr/>
          <p:nvPr/>
        </p:nvSpPr>
        <p:spPr>
          <a:xfrm>
            <a:off x="0" y="243360"/>
            <a:ext cx="1127880" cy="6614280"/>
          </a:xfrm>
          <a:prstGeom prst="rect">
            <a:avLst/>
          </a:prstGeom>
          <a:solidFill>
            <a:schemeClr val="dk1"/>
          </a:soli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pic>
        <p:nvPicPr>
          <p:cNvPr id="4" name="Google Shape;14;p78"/>
          <p:cNvPicPr/>
          <p:nvPr/>
        </p:nvPicPr>
        <p:blipFill>
          <a:blip r:embed="rId2"/>
          <a:stretch/>
        </p:blipFill>
        <p:spPr>
          <a:xfrm>
            <a:off x="99720" y="231480"/>
            <a:ext cx="928440" cy="928440"/>
          </a:xfrm>
          <a:prstGeom prst="rect">
            <a:avLst/>
          </a:prstGeom>
          <a:noFill/>
          <a:ln w="0">
            <a:noFill/>
          </a:ln>
        </p:spPr>
      </p:pic>
      <p:sp>
        <p:nvSpPr>
          <p:cNvPr id="5" name="Google Shape;16;p78"/>
          <p:cNvSpPr/>
          <p:nvPr/>
        </p:nvSpPr>
        <p:spPr>
          <a:xfrm>
            <a:off x="0" y="659448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nvGrpSpPr>
          <p:cNvPr id="6" name="Google Shape;17;p78"/>
          <p:cNvGrpSpPr/>
          <p:nvPr/>
        </p:nvGrpSpPr>
        <p:grpSpPr>
          <a:xfrm>
            <a:off x="254520" y="37080"/>
            <a:ext cx="4123080" cy="140040"/>
            <a:chOff x="254520" y="37080"/>
            <a:chExt cx="4123080" cy="140040"/>
          </a:xfrm>
        </p:grpSpPr>
        <p:sp>
          <p:nvSpPr>
            <p:cNvPr id="7" name="Google Shape;18;p78"/>
            <p:cNvSpPr/>
            <p:nvPr/>
          </p:nvSpPr>
          <p:spPr>
            <a:xfrm>
              <a:off x="40053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8" name="Google Shape;19;p78"/>
            <p:cNvSpPr/>
            <p:nvPr/>
          </p:nvSpPr>
          <p:spPr>
            <a:xfrm>
              <a:off x="36327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9" name="Google Shape;20;p78"/>
            <p:cNvSpPr/>
            <p:nvPr/>
          </p:nvSpPr>
          <p:spPr>
            <a:xfrm>
              <a:off x="32518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0" name="Google Shape;21;p78"/>
            <p:cNvSpPr/>
            <p:nvPr/>
          </p:nvSpPr>
          <p:spPr>
            <a:xfrm>
              <a:off x="28792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1" name="Google Shape;22;p78"/>
            <p:cNvSpPr/>
            <p:nvPr/>
          </p:nvSpPr>
          <p:spPr>
            <a:xfrm>
              <a:off x="25066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2" name="Google Shape;23;p78"/>
            <p:cNvSpPr/>
            <p:nvPr/>
          </p:nvSpPr>
          <p:spPr>
            <a:xfrm>
              <a:off x="21258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3" name="Google Shape;24;p78"/>
            <p:cNvSpPr/>
            <p:nvPr/>
          </p:nvSpPr>
          <p:spPr>
            <a:xfrm>
              <a:off x="17532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4" name="Google Shape;25;p78"/>
            <p:cNvSpPr/>
            <p:nvPr/>
          </p:nvSpPr>
          <p:spPr>
            <a:xfrm>
              <a:off x="13806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5" name="Google Shape;26;p78"/>
            <p:cNvSpPr/>
            <p:nvPr/>
          </p:nvSpPr>
          <p:spPr>
            <a:xfrm>
              <a:off x="9997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6" name="Google Shape;27;p78"/>
            <p:cNvSpPr/>
            <p:nvPr/>
          </p:nvSpPr>
          <p:spPr>
            <a:xfrm>
              <a:off x="6271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7" name="Google Shape;28;p78"/>
            <p:cNvSpPr/>
            <p:nvPr/>
          </p:nvSpPr>
          <p:spPr>
            <a:xfrm>
              <a:off x="2545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18" name="Google Shape;29;p78"/>
          <p:cNvSpPr/>
          <p:nvPr/>
        </p:nvSpPr>
        <p:spPr>
          <a:xfrm flipH="1">
            <a:off x="1042920" y="6366960"/>
            <a:ext cx="4211640" cy="221400"/>
          </a:xfrm>
          <a:prstGeom prst="rect">
            <a:avLst/>
          </a:prstGeom>
          <a:noFill/>
          <a:ln w="0">
            <a:noFill/>
          </a:ln>
        </p:spPr>
        <p:style>
          <a:lnRef idx="0"/>
          <a:fillRef idx="0"/>
          <a:effectRef idx="0"/>
          <a:fontRef idx="minor"/>
        </p:style>
        <p:txBody>
          <a:bodyPr anchor="t">
            <a:noAutofit/>
          </a:bodyPr>
          <a:p>
            <a:pP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sp>
        <p:nvSpPr>
          <p:cNvPr id="19" name="Google Shape;30;p78"/>
          <p:cNvSpPr/>
          <p:nvPr/>
        </p:nvSpPr>
        <p:spPr>
          <a:xfrm>
            <a:off x="5482800" y="207000"/>
            <a:ext cx="6767280" cy="211680"/>
          </a:xfrm>
          <a:prstGeom prst="rect">
            <a:avLst/>
          </a:prstGeom>
          <a:noFill/>
          <a:ln w="0">
            <a:noFill/>
          </a:ln>
        </p:spPr>
        <p:style>
          <a:lnRef idx="0"/>
          <a:fillRef idx="0"/>
          <a:effectRef idx="0"/>
          <a:fontRef idx="minor"/>
        </p:style>
        <p:txBody>
          <a:bodyPr anchor="t">
            <a:noAutofit/>
          </a:bodyPr>
          <a:p>
            <a:pPr algn="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pic>
        <p:nvPicPr>
          <p:cNvPr id="20" name="Google Shape;31;p78"/>
          <p:cNvPicPr/>
          <p:nvPr/>
        </p:nvPicPr>
        <p:blipFill>
          <a:blip r:embed="rId3"/>
          <a:stretch/>
        </p:blipFill>
        <p:spPr>
          <a:xfrm rot="16200000">
            <a:off x="-2150640" y="3445920"/>
            <a:ext cx="5429520" cy="990720"/>
          </a:xfrm>
          <a:prstGeom prst="rect">
            <a:avLst/>
          </a:prstGeom>
          <a:noFill/>
          <a:ln w="0">
            <a:noFill/>
          </a:ln>
        </p:spPr>
      </p:pic>
      <p:grpSp>
        <p:nvGrpSpPr>
          <p:cNvPr id="21" name="Google Shape;32;p78"/>
          <p:cNvGrpSpPr/>
          <p:nvPr/>
        </p:nvGrpSpPr>
        <p:grpSpPr>
          <a:xfrm>
            <a:off x="7996680" y="6659640"/>
            <a:ext cx="4123080" cy="140040"/>
            <a:chOff x="7996680" y="6659640"/>
            <a:chExt cx="4123080" cy="140040"/>
          </a:xfrm>
        </p:grpSpPr>
        <p:sp>
          <p:nvSpPr>
            <p:cNvPr id="22" name="Google Shape;33;p78"/>
            <p:cNvSpPr/>
            <p:nvPr/>
          </p:nvSpPr>
          <p:spPr>
            <a:xfrm>
              <a:off x="117475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3" name="Google Shape;34;p78"/>
            <p:cNvSpPr/>
            <p:nvPr/>
          </p:nvSpPr>
          <p:spPr>
            <a:xfrm>
              <a:off x="113749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4" name="Google Shape;35;p78"/>
            <p:cNvSpPr/>
            <p:nvPr/>
          </p:nvSpPr>
          <p:spPr>
            <a:xfrm>
              <a:off x="109940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5" name="Google Shape;36;p78"/>
            <p:cNvSpPr/>
            <p:nvPr/>
          </p:nvSpPr>
          <p:spPr>
            <a:xfrm>
              <a:off x="106214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6" name="Google Shape;37;p78"/>
            <p:cNvSpPr/>
            <p:nvPr/>
          </p:nvSpPr>
          <p:spPr>
            <a:xfrm>
              <a:off x="102488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7" name="Google Shape;38;p78"/>
            <p:cNvSpPr/>
            <p:nvPr/>
          </p:nvSpPr>
          <p:spPr>
            <a:xfrm>
              <a:off x="98679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8" name="Google Shape;39;p78"/>
            <p:cNvSpPr/>
            <p:nvPr/>
          </p:nvSpPr>
          <p:spPr>
            <a:xfrm>
              <a:off x="94953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9" name="Google Shape;40;p78"/>
            <p:cNvSpPr/>
            <p:nvPr/>
          </p:nvSpPr>
          <p:spPr>
            <a:xfrm>
              <a:off x="91227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0" name="Google Shape;41;p78"/>
            <p:cNvSpPr/>
            <p:nvPr/>
          </p:nvSpPr>
          <p:spPr>
            <a:xfrm>
              <a:off x="87418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1" name="Google Shape;42;p78"/>
            <p:cNvSpPr/>
            <p:nvPr/>
          </p:nvSpPr>
          <p:spPr>
            <a:xfrm>
              <a:off x="83692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2" name="Google Shape;43;p78"/>
            <p:cNvSpPr/>
            <p:nvPr/>
          </p:nvSpPr>
          <p:spPr>
            <a:xfrm>
              <a:off x="79966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33" name="PlaceHolder 1"/>
          <p:cNvSpPr>
            <a:spLocks noGrp="1"/>
          </p:cNvSpPr>
          <p:nvPr>
            <p:ph type="body"/>
          </p:nvPr>
        </p:nvSpPr>
        <p:spPr>
          <a:xfrm>
            <a:off x="1141560" y="1000440"/>
            <a:ext cx="4873680" cy="476280"/>
          </a:xfrm>
          <a:prstGeom prst="rect">
            <a:avLst/>
          </a:prstGeom>
          <a:noFill/>
          <a:ln w="0">
            <a:noFill/>
          </a:ln>
        </p:spPr>
        <p:txBody>
          <a:bodyPr lIns="91440" tIns="91440" rIns="91440" bIns="91440" anchor="b">
            <a:noAutofit/>
          </a:bodyPr>
          <a:lstStyle>
            <a:lvl1pPr algn="l">
              <a:spcBef>
                <a:spcPts val="1417"/>
              </a:spcBef>
              <a:buClr>
                <a:srgbClr val="000000"/>
              </a:buClr>
              <a:buSzPct val="45000"/>
              <a:buFont typeface="Wingdings" charset="2"/>
              <a:buChar char=""/>
              <a:defRPr lang="en-US" sz="213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13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13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13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13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13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130" b="0" u="none" strike="noStrike">
                <a:solidFill>
                  <a:srgbClr val="000000"/>
                </a:solidFill>
                <a:effectLst/>
                <a:uFillTx/>
                <a:latin typeface="Arial"/>
              </a:defRPr>
            </a:lvl7pPr>
          </a:lstStyle>
          <a:p>
            <a:pPr marL="457200" indent="-228600" algn="l">
              <a:spcBef>
                <a:spcPts val="1417"/>
              </a:spcBef>
              <a:buClr>
                <a:srgbClr val="000000"/>
              </a:buClr>
              <a:buSzPct val="45000"/>
              <a:buFont typeface="Wingdings" charset="2"/>
              <a:buChar char=""/>
            </a:pPr>
            <a:r>
              <a:rPr lang="en-US" sz="2130" b="0" u="none" strike="noStrike">
                <a:solidFill>
                  <a:srgbClr val="000000"/>
                </a:solidFill>
                <a:effectLst/>
                <a:uFillTx/>
                <a:latin typeface="Arial"/>
              </a:rPr>
              <a:t>Click to edit the outline text format</a:t>
            </a:r>
            <a:endParaRPr lang="en-US" sz="2130" b="0" u="none" strike="noStrike">
              <a:solidFill>
                <a:srgbClr val="000000"/>
              </a:solidFill>
              <a:effectLst/>
              <a:uFillTx/>
              <a:latin typeface="Arial"/>
            </a:endParaRPr>
          </a:p>
          <a:p>
            <a:pPr marL="914400" lvl="1" indent="-228600" algn="l">
              <a:spcBef>
                <a:spcPts val="1134"/>
              </a:spcBef>
              <a:buClr>
                <a:srgbClr val="000000"/>
              </a:buClr>
              <a:buSzPct val="75000"/>
              <a:buFont typeface="Symbol" charset="2"/>
              <a:buChar char=""/>
            </a:pPr>
            <a:r>
              <a:rPr lang="en-US" sz="2130" b="0" u="none" strike="noStrike">
                <a:solidFill>
                  <a:srgbClr val="000000"/>
                </a:solidFill>
                <a:effectLst/>
                <a:uFillTx/>
                <a:latin typeface="Arial"/>
              </a:rPr>
              <a:t>Second Outline Level</a:t>
            </a:r>
            <a:endParaRPr lang="en-US" sz="2130" b="0" u="none" strike="noStrike">
              <a:solidFill>
                <a:srgbClr val="000000"/>
              </a:solidFill>
              <a:effectLst/>
              <a:uFillTx/>
              <a:latin typeface="Arial"/>
            </a:endParaRPr>
          </a:p>
          <a:p>
            <a:pPr marL="1371600" lvl="2" indent="-228600" algn="l">
              <a:spcBef>
                <a:spcPts val="850"/>
              </a:spcBef>
              <a:buClr>
                <a:srgbClr val="000000"/>
              </a:buClr>
              <a:buSzPct val="45000"/>
              <a:buFont typeface="Wingdings" charset="2"/>
              <a:buChar char=""/>
            </a:pPr>
            <a:r>
              <a:rPr lang="en-US" sz="2130" b="0" u="none" strike="noStrike">
                <a:solidFill>
                  <a:srgbClr val="000000"/>
                </a:solidFill>
                <a:effectLst/>
                <a:uFillTx/>
                <a:latin typeface="Arial"/>
              </a:rPr>
              <a:t>Third Outline Level</a:t>
            </a:r>
            <a:endParaRPr lang="en-US" sz="2130" b="0" u="none" strike="noStrike">
              <a:solidFill>
                <a:srgbClr val="000000"/>
              </a:solidFill>
              <a:effectLst/>
              <a:uFillTx/>
              <a:latin typeface="Arial"/>
            </a:endParaRPr>
          </a:p>
          <a:p>
            <a:pPr marL="1828800" lvl="3" indent="-228600" algn="l">
              <a:spcBef>
                <a:spcPts val="567"/>
              </a:spcBef>
              <a:buClr>
                <a:srgbClr val="000000"/>
              </a:buClr>
              <a:buSzPct val="75000"/>
              <a:buFont typeface="Symbol" charset="2"/>
              <a:buChar char=""/>
            </a:pPr>
            <a:r>
              <a:rPr lang="en-US" sz="2130" b="0" u="none" strike="noStrike">
                <a:solidFill>
                  <a:srgbClr val="000000"/>
                </a:solidFill>
                <a:effectLst/>
                <a:uFillTx/>
                <a:latin typeface="Arial"/>
              </a:rPr>
              <a:t>Fourth Outline Level</a:t>
            </a:r>
            <a:endParaRPr lang="en-US" sz="2130" b="0" u="none" strike="noStrike">
              <a:solidFill>
                <a:srgbClr val="000000"/>
              </a:solidFill>
              <a:effectLst/>
              <a:uFillTx/>
              <a:latin typeface="Arial"/>
            </a:endParaRPr>
          </a:p>
          <a:p>
            <a:pPr marL="2286000" lvl="4" indent="-228600" algn="l">
              <a:spcBef>
                <a:spcPts val="283"/>
              </a:spcBef>
              <a:buClr>
                <a:srgbClr val="000000"/>
              </a:buClr>
              <a:buSzPct val="45000"/>
              <a:buFont typeface="Wingdings" charset="2"/>
              <a:buChar char=""/>
            </a:pPr>
            <a:r>
              <a:rPr lang="en-US" sz="2130" b="0" u="none" strike="noStrike">
                <a:solidFill>
                  <a:srgbClr val="000000"/>
                </a:solidFill>
                <a:effectLst/>
                <a:uFillTx/>
                <a:latin typeface="Arial"/>
              </a:rPr>
              <a:t>Fifth Outline Level</a:t>
            </a:r>
            <a:endParaRPr lang="en-US" sz="2130" b="0" u="none" strike="noStrike">
              <a:solidFill>
                <a:srgbClr val="000000"/>
              </a:solidFill>
              <a:effectLst/>
              <a:uFillTx/>
              <a:latin typeface="Arial"/>
            </a:endParaRPr>
          </a:p>
          <a:p>
            <a:pPr marL="2743200" lvl="5" indent="-228600" algn="l">
              <a:spcBef>
                <a:spcPts val="283"/>
              </a:spcBef>
              <a:buClr>
                <a:srgbClr val="000000"/>
              </a:buClr>
              <a:buSzPct val="45000"/>
              <a:buFont typeface="Wingdings" charset="2"/>
              <a:buChar char=""/>
            </a:pPr>
            <a:r>
              <a:rPr lang="en-US" sz="2130" b="0" u="none" strike="noStrike">
                <a:solidFill>
                  <a:srgbClr val="000000"/>
                </a:solidFill>
                <a:effectLst/>
                <a:uFillTx/>
                <a:latin typeface="Arial"/>
              </a:rPr>
              <a:t>Sixth Outline Level</a:t>
            </a:r>
            <a:endParaRPr lang="en-US" sz="2130" b="0" u="none" strike="noStrike">
              <a:solidFill>
                <a:srgbClr val="000000"/>
              </a:solidFill>
              <a:effectLst/>
              <a:uFillTx/>
              <a:latin typeface="Arial"/>
            </a:endParaRPr>
          </a:p>
          <a:p>
            <a:pPr marL="3200400" lvl="6" indent="-228600" algn="l">
              <a:spcBef>
                <a:spcPts val="283"/>
              </a:spcBef>
              <a:buClr>
                <a:srgbClr val="000000"/>
              </a:buClr>
              <a:buSzPct val="45000"/>
              <a:buFont typeface="Wingdings" charset="2"/>
              <a:buChar char=""/>
            </a:pPr>
            <a:r>
              <a:rPr lang="en-US" sz="2130" b="0" u="none" strike="noStrike">
                <a:solidFill>
                  <a:srgbClr val="000000"/>
                </a:solidFill>
                <a:effectLst/>
                <a:uFillTx/>
                <a:latin typeface="Arial"/>
              </a:rPr>
              <a:t>Seventh Outline Level</a:t>
            </a:r>
            <a:endParaRPr lang="en-US" sz="2130" b="0" u="none" strike="noStrike">
              <a:solidFill>
                <a:srgbClr val="000000"/>
              </a:solidFill>
              <a:effectLst/>
              <a:uFillTx/>
              <a:latin typeface="Arial"/>
            </a:endParaRPr>
          </a:p>
        </p:txBody>
      </p:sp>
      <p:sp>
        <p:nvSpPr>
          <p:cNvPr id="34" name="PlaceHolder 2"/>
          <p:cNvSpPr>
            <a:spLocks noGrp="1"/>
          </p:cNvSpPr>
          <p:nvPr>
            <p:ph type="body"/>
          </p:nvPr>
        </p:nvSpPr>
        <p:spPr>
          <a:xfrm>
            <a:off x="1141560" y="1582200"/>
            <a:ext cx="4853880" cy="4825800"/>
          </a:xfrm>
          <a:prstGeom prst="rect">
            <a:avLst/>
          </a:prstGeom>
          <a:noFill/>
          <a:ln w="0">
            <a:noFill/>
          </a:ln>
        </p:spPr>
        <p:txBody>
          <a:bodyPr lIns="91440" tIns="91440" rIns="91440" bIns="91440" anchor="t">
            <a:noAutofit/>
          </a:bodyPr>
          <a:lstStyle>
            <a:lvl1pPr algn="l">
              <a:spcBef>
                <a:spcPts val="1417"/>
              </a:spcBef>
              <a:buClr>
                <a:srgbClr val="000000"/>
              </a:buClr>
              <a:buSzPct val="45000"/>
              <a:buFont typeface="Wingdings" charset="2"/>
              <a:buChar char=""/>
              <a:defRPr lang="en-US" sz="213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13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13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13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13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13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130" b="0" u="none" strike="noStrike">
                <a:solidFill>
                  <a:srgbClr val="000000"/>
                </a:solidFill>
                <a:effectLst/>
                <a:uFillTx/>
                <a:latin typeface="Arial"/>
              </a:defRPr>
            </a:lvl7pPr>
          </a:lstStyle>
          <a:p>
            <a:pPr marL="457200" indent="-330120" algn="l">
              <a:spcBef>
                <a:spcPts val="1417"/>
              </a:spcBef>
              <a:buClr>
                <a:srgbClr val="000000"/>
              </a:buClr>
              <a:buSzPct val="45000"/>
              <a:buFont typeface="Wingdings" charset="2"/>
              <a:buChar char=""/>
            </a:pPr>
            <a:r>
              <a:rPr lang="en-US" sz="2130" b="0" u="none" strike="noStrike">
                <a:solidFill>
                  <a:srgbClr val="000000"/>
                </a:solidFill>
                <a:effectLst/>
                <a:uFillTx/>
                <a:latin typeface="Arial"/>
              </a:rPr>
              <a:t>Click to edit the outline text format</a:t>
            </a:r>
            <a:endParaRPr lang="en-US" sz="2130" b="0" u="none" strike="noStrike">
              <a:solidFill>
                <a:srgbClr val="000000"/>
              </a:solidFill>
              <a:effectLst/>
              <a:uFillTx/>
              <a:latin typeface="Arial"/>
            </a:endParaRPr>
          </a:p>
          <a:p>
            <a:pPr marL="914400" lvl="1" indent="-317520" algn="l">
              <a:spcBef>
                <a:spcPts val="1134"/>
              </a:spcBef>
              <a:buClr>
                <a:srgbClr val="000000"/>
              </a:buClr>
              <a:buSzPct val="75000"/>
              <a:buFont typeface="Symbol" charset="2"/>
              <a:buChar char=""/>
            </a:pPr>
            <a:r>
              <a:rPr lang="en-US" sz="2130" b="0" u="none" strike="noStrike">
                <a:solidFill>
                  <a:srgbClr val="000000"/>
                </a:solidFill>
                <a:effectLst/>
                <a:uFillTx/>
                <a:latin typeface="Arial"/>
              </a:rPr>
              <a:t>Second Outline Level</a:t>
            </a:r>
            <a:endParaRPr lang="en-US" sz="2130" b="0" u="none" strike="noStrike">
              <a:solidFill>
                <a:srgbClr val="000000"/>
              </a:solidFill>
              <a:effectLst/>
              <a:uFillTx/>
              <a:latin typeface="Arial"/>
            </a:endParaRPr>
          </a:p>
          <a:p>
            <a:pPr marL="1371600" lvl="2" indent="-298440" algn="l">
              <a:spcBef>
                <a:spcPts val="850"/>
              </a:spcBef>
              <a:buClr>
                <a:srgbClr val="000000"/>
              </a:buClr>
              <a:buSzPct val="45000"/>
              <a:buFont typeface="Wingdings" charset="2"/>
              <a:buChar char=""/>
            </a:pPr>
            <a:r>
              <a:rPr lang="en-US" sz="2130" b="0" u="none" strike="noStrike">
                <a:solidFill>
                  <a:srgbClr val="000000"/>
                </a:solidFill>
                <a:effectLst/>
                <a:uFillTx/>
                <a:latin typeface="Arial"/>
              </a:rPr>
              <a:t>Third Outline Level</a:t>
            </a:r>
            <a:endParaRPr lang="en-US" sz="2130" b="0" u="none" strike="noStrike">
              <a:solidFill>
                <a:srgbClr val="000000"/>
              </a:solidFill>
              <a:effectLst/>
              <a:uFillTx/>
              <a:latin typeface="Arial"/>
            </a:endParaRPr>
          </a:p>
          <a:p>
            <a:pPr marL="1828800" lvl="3" indent="-291960" algn="l">
              <a:spcBef>
                <a:spcPts val="567"/>
              </a:spcBef>
              <a:buClr>
                <a:srgbClr val="000000"/>
              </a:buClr>
              <a:buSzPct val="75000"/>
              <a:buFont typeface="Symbol" charset="2"/>
              <a:buChar char=""/>
            </a:pPr>
            <a:r>
              <a:rPr lang="en-US" sz="2130" b="0" u="none" strike="noStrike">
                <a:solidFill>
                  <a:srgbClr val="000000"/>
                </a:solidFill>
                <a:effectLst/>
                <a:uFillTx/>
                <a:latin typeface="Arial"/>
              </a:rPr>
              <a:t>Fourth Outline Level</a:t>
            </a:r>
            <a:endParaRPr lang="en-US" sz="2130" b="0" u="none" strike="noStrike">
              <a:solidFill>
                <a:srgbClr val="000000"/>
              </a:solidFill>
              <a:effectLst/>
              <a:uFillTx/>
              <a:latin typeface="Arial"/>
            </a:endParaRPr>
          </a:p>
          <a:p>
            <a:pPr marL="2286000" lvl="4" indent="-291960" algn="l">
              <a:spcBef>
                <a:spcPts val="283"/>
              </a:spcBef>
              <a:buClr>
                <a:srgbClr val="000000"/>
              </a:buClr>
              <a:buSzPct val="45000"/>
              <a:buFont typeface="Wingdings" charset="2"/>
              <a:buChar char=""/>
            </a:pPr>
            <a:r>
              <a:rPr lang="en-US" sz="2130" b="0" u="none" strike="noStrike">
                <a:solidFill>
                  <a:srgbClr val="000000"/>
                </a:solidFill>
                <a:effectLst/>
                <a:uFillTx/>
                <a:latin typeface="Arial"/>
              </a:rPr>
              <a:t>Fifth Outline Level</a:t>
            </a:r>
            <a:endParaRPr lang="en-US" sz="2130" b="0" u="none" strike="noStrike">
              <a:solidFill>
                <a:srgbClr val="000000"/>
              </a:solidFill>
              <a:effectLst/>
              <a:uFillTx/>
              <a:latin typeface="Arial"/>
            </a:endParaRPr>
          </a:p>
          <a:p>
            <a:pPr marL="2743200" lvl="5" indent="-291960" algn="l">
              <a:spcBef>
                <a:spcPts val="283"/>
              </a:spcBef>
              <a:buClr>
                <a:srgbClr val="000000"/>
              </a:buClr>
              <a:buSzPct val="45000"/>
              <a:buFont typeface="Wingdings" charset="2"/>
              <a:buChar char=""/>
            </a:pPr>
            <a:r>
              <a:rPr lang="en-US" sz="2130" b="0" u="none" strike="noStrike">
                <a:solidFill>
                  <a:srgbClr val="000000"/>
                </a:solidFill>
                <a:effectLst/>
                <a:uFillTx/>
                <a:latin typeface="Arial"/>
              </a:rPr>
              <a:t>Sixth Outline Level</a:t>
            </a:r>
            <a:endParaRPr lang="en-US" sz="2130" b="0" u="none" strike="noStrike">
              <a:solidFill>
                <a:srgbClr val="000000"/>
              </a:solidFill>
              <a:effectLst/>
              <a:uFillTx/>
              <a:latin typeface="Arial"/>
            </a:endParaRPr>
          </a:p>
          <a:p>
            <a:pPr marL="3200400" lvl="6" indent="-291960" algn="l">
              <a:spcBef>
                <a:spcPts val="283"/>
              </a:spcBef>
              <a:buClr>
                <a:srgbClr val="000000"/>
              </a:buClr>
              <a:buSzPct val="45000"/>
              <a:buFont typeface="Wingdings" charset="2"/>
              <a:buChar char=""/>
            </a:pPr>
            <a:r>
              <a:rPr lang="en-US" sz="2130" b="0" u="none" strike="noStrike">
                <a:solidFill>
                  <a:srgbClr val="000000"/>
                </a:solidFill>
                <a:effectLst/>
                <a:uFillTx/>
                <a:latin typeface="Arial"/>
              </a:rPr>
              <a:t>Seventh Outline Level</a:t>
            </a:r>
            <a:endParaRPr lang="en-US" sz="2130" b="0" u="none" strike="noStrike">
              <a:solidFill>
                <a:srgbClr val="000000"/>
              </a:solidFill>
              <a:effectLst/>
              <a:uFillTx/>
              <a:latin typeface="Arial"/>
            </a:endParaRPr>
          </a:p>
        </p:txBody>
      </p:sp>
      <p:sp>
        <p:nvSpPr>
          <p:cNvPr id="35" name="PlaceHolder 3"/>
          <p:cNvSpPr>
            <a:spLocks noGrp="1"/>
          </p:cNvSpPr>
          <p:nvPr>
            <p:ph type="body"/>
          </p:nvPr>
        </p:nvSpPr>
        <p:spPr>
          <a:xfrm>
            <a:off x="6195240" y="1000440"/>
            <a:ext cx="5602680" cy="489600"/>
          </a:xfrm>
          <a:prstGeom prst="rect">
            <a:avLst/>
          </a:prstGeom>
          <a:noFill/>
          <a:ln w="0">
            <a:noFill/>
          </a:ln>
        </p:spPr>
        <p:txBody>
          <a:bodyPr lIns="91440" tIns="91440" rIns="91440" bIns="91440" anchor="b">
            <a:noAutofit/>
          </a:bodyPr>
          <a:lstStyle>
            <a:lvl1pPr algn="l">
              <a:spcBef>
                <a:spcPts val="1417"/>
              </a:spcBef>
              <a:buClr>
                <a:srgbClr val="000000"/>
              </a:buClr>
              <a:buSzPct val="45000"/>
              <a:buFont typeface="Wingdings" charset="2"/>
              <a:buChar char=""/>
              <a:defRPr lang="en-US" sz="213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13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13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13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13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13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130" b="0" u="none" strike="noStrike">
                <a:solidFill>
                  <a:srgbClr val="000000"/>
                </a:solidFill>
                <a:effectLst/>
                <a:uFillTx/>
                <a:latin typeface="Arial"/>
              </a:defRPr>
            </a:lvl7pPr>
          </a:lstStyle>
          <a:p>
            <a:pPr marL="457200" indent="-228600" algn="l">
              <a:spcBef>
                <a:spcPts val="1417"/>
              </a:spcBef>
              <a:buClr>
                <a:srgbClr val="000000"/>
              </a:buClr>
              <a:buSzPct val="45000"/>
              <a:buFont typeface="Wingdings" charset="2"/>
              <a:buChar char=""/>
            </a:pPr>
            <a:r>
              <a:rPr lang="en-US" sz="2130" b="0" u="none" strike="noStrike">
                <a:solidFill>
                  <a:srgbClr val="000000"/>
                </a:solidFill>
                <a:effectLst/>
                <a:uFillTx/>
                <a:latin typeface="Arial"/>
              </a:rPr>
              <a:t>Click to edit the outline text format</a:t>
            </a:r>
            <a:endParaRPr lang="en-US" sz="2130" b="0" u="none" strike="noStrike">
              <a:solidFill>
                <a:srgbClr val="000000"/>
              </a:solidFill>
              <a:effectLst/>
              <a:uFillTx/>
              <a:latin typeface="Arial"/>
            </a:endParaRPr>
          </a:p>
          <a:p>
            <a:pPr marL="914400" lvl="1" indent="-228600" algn="l">
              <a:spcBef>
                <a:spcPts val="1134"/>
              </a:spcBef>
              <a:buClr>
                <a:srgbClr val="000000"/>
              </a:buClr>
              <a:buSzPct val="75000"/>
              <a:buFont typeface="Symbol" charset="2"/>
              <a:buChar char=""/>
            </a:pPr>
            <a:r>
              <a:rPr lang="en-US" sz="2130" b="0" u="none" strike="noStrike">
                <a:solidFill>
                  <a:srgbClr val="000000"/>
                </a:solidFill>
                <a:effectLst/>
                <a:uFillTx/>
                <a:latin typeface="Arial"/>
              </a:rPr>
              <a:t>Second Outline Level</a:t>
            </a:r>
            <a:endParaRPr lang="en-US" sz="2130" b="0" u="none" strike="noStrike">
              <a:solidFill>
                <a:srgbClr val="000000"/>
              </a:solidFill>
              <a:effectLst/>
              <a:uFillTx/>
              <a:latin typeface="Arial"/>
            </a:endParaRPr>
          </a:p>
          <a:p>
            <a:pPr marL="1371600" lvl="2" indent="-228600" algn="l">
              <a:spcBef>
                <a:spcPts val="850"/>
              </a:spcBef>
              <a:buClr>
                <a:srgbClr val="000000"/>
              </a:buClr>
              <a:buSzPct val="45000"/>
              <a:buFont typeface="Wingdings" charset="2"/>
              <a:buChar char=""/>
            </a:pPr>
            <a:r>
              <a:rPr lang="en-US" sz="2130" b="0" u="none" strike="noStrike">
                <a:solidFill>
                  <a:srgbClr val="000000"/>
                </a:solidFill>
                <a:effectLst/>
                <a:uFillTx/>
                <a:latin typeface="Arial"/>
              </a:rPr>
              <a:t>Third Outline Level</a:t>
            </a:r>
            <a:endParaRPr lang="en-US" sz="2130" b="0" u="none" strike="noStrike">
              <a:solidFill>
                <a:srgbClr val="000000"/>
              </a:solidFill>
              <a:effectLst/>
              <a:uFillTx/>
              <a:latin typeface="Arial"/>
            </a:endParaRPr>
          </a:p>
          <a:p>
            <a:pPr marL="1828800" lvl="3" indent="-228600" algn="l">
              <a:spcBef>
                <a:spcPts val="567"/>
              </a:spcBef>
              <a:buClr>
                <a:srgbClr val="000000"/>
              </a:buClr>
              <a:buSzPct val="75000"/>
              <a:buFont typeface="Symbol" charset="2"/>
              <a:buChar char=""/>
            </a:pPr>
            <a:r>
              <a:rPr lang="en-US" sz="2130" b="0" u="none" strike="noStrike">
                <a:solidFill>
                  <a:srgbClr val="000000"/>
                </a:solidFill>
                <a:effectLst/>
                <a:uFillTx/>
                <a:latin typeface="Arial"/>
              </a:rPr>
              <a:t>Fourth Outline Level</a:t>
            </a:r>
            <a:endParaRPr lang="en-US" sz="2130" b="0" u="none" strike="noStrike">
              <a:solidFill>
                <a:srgbClr val="000000"/>
              </a:solidFill>
              <a:effectLst/>
              <a:uFillTx/>
              <a:latin typeface="Arial"/>
            </a:endParaRPr>
          </a:p>
          <a:p>
            <a:pPr marL="2286000" lvl="4" indent="-228600" algn="l">
              <a:spcBef>
                <a:spcPts val="283"/>
              </a:spcBef>
              <a:buClr>
                <a:srgbClr val="000000"/>
              </a:buClr>
              <a:buSzPct val="45000"/>
              <a:buFont typeface="Wingdings" charset="2"/>
              <a:buChar char=""/>
            </a:pPr>
            <a:r>
              <a:rPr lang="en-US" sz="2130" b="0" u="none" strike="noStrike">
                <a:solidFill>
                  <a:srgbClr val="000000"/>
                </a:solidFill>
                <a:effectLst/>
                <a:uFillTx/>
                <a:latin typeface="Arial"/>
              </a:rPr>
              <a:t>Fifth Outline Level</a:t>
            </a:r>
            <a:endParaRPr lang="en-US" sz="2130" b="0" u="none" strike="noStrike">
              <a:solidFill>
                <a:srgbClr val="000000"/>
              </a:solidFill>
              <a:effectLst/>
              <a:uFillTx/>
              <a:latin typeface="Arial"/>
            </a:endParaRPr>
          </a:p>
          <a:p>
            <a:pPr marL="2743200" lvl="5" indent="-228600" algn="l">
              <a:spcBef>
                <a:spcPts val="283"/>
              </a:spcBef>
              <a:buClr>
                <a:srgbClr val="000000"/>
              </a:buClr>
              <a:buSzPct val="45000"/>
              <a:buFont typeface="Wingdings" charset="2"/>
              <a:buChar char=""/>
            </a:pPr>
            <a:r>
              <a:rPr lang="en-US" sz="2130" b="0" u="none" strike="noStrike">
                <a:solidFill>
                  <a:srgbClr val="000000"/>
                </a:solidFill>
                <a:effectLst/>
                <a:uFillTx/>
                <a:latin typeface="Arial"/>
              </a:rPr>
              <a:t>Sixth Outline Level</a:t>
            </a:r>
            <a:endParaRPr lang="en-US" sz="2130" b="0" u="none" strike="noStrike">
              <a:solidFill>
                <a:srgbClr val="000000"/>
              </a:solidFill>
              <a:effectLst/>
              <a:uFillTx/>
              <a:latin typeface="Arial"/>
            </a:endParaRPr>
          </a:p>
          <a:p>
            <a:pPr marL="3200400" lvl="6" indent="-228600" algn="l">
              <a:spcBef>
                <a:spcPts val="283"/>
              </a:spcBef>
              <a:buClr>
                <a:srgbClr val="000000"/>
              </a:buClr>
              <a:buSzPct val="45000"/>
              <a:buFont typeface="Wingdings" charset="2"/>
              <a:buChar char=""/>
            </a:pPr>
            <a:r>
              <a:rPr lang="en-US" sz="2130" b="0" u="none" strike="noStrike">
                <a:solidFill>
                  <a:srgbClr val="000000"/>
                </a:solidFill>
                <a:effectLst/>
                <a:uFillTx/>
                <a:latin typeface="Arial"/>
              </a:rPr>
              <a:t>Seventh Outline Level</a:t>
            </a:r>
            <a:endParaRPr lang="en-US" sz="2130" b="0" u="none" strike="noStrike">
              <a:solidFill>
                <a:srgbClr val="000000"/>
              </a:solidFill>
              <a:effectLst/>
              <a:uFillTx/>
              <a:latin typeface="Arial"/>
            </a:endParaRPr>
          </a:p>
        </p:txBody>
      </p:sp>
      <p:sp>
        <p:nvSpPr>
          <p:cNvPr id="36" name="PlaceHolder 4"/>
          <p:cNvSpPr>
            <a:spLocks noGrp="1"/>
          </p:cNvSpPr>
          <p:nvPr>
            <p:ph type="body"/>
          </p:nvPr>
        </p:nvSpPr>
        <p:spPr>
          <a:xfrm>
            <a:off x="6199920" y="1582200"/>
            <a:ext cx="5598000" cy="4825800"/>
          </a:xfrm>
          <a:prstGeom prst="rect">
            <a:avLst/>
          </a:prstGeom>
          <a:noFill/>
          <a:ln w="0">
            <a:noFill/>
          </a:ln>
        </p:spPr>
        <p:txBody>
          <a:bodyPr lIns="91440" tIns="91440" rIns="91440" bIns="91440" anchor="t">
            <a:noAutofit/>
          </a:bodyPr>
          <a:lstStyle>
            <a:lvl1pPr algn="l">
              <a:spcBef>
                <a:spcPts val="1417"/>
              </a:spcBef>
              <a:buClr>
                <a:srgbClr val="000000"/>
              </a:buClr>
              <a:buSzPct val="45000"/>
              <a:buFont typeface="Wingdings" charset="2"/>
              <a:buChar char=""/>
              <a:defRPr lang="en-US" sz="213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13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13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13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13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13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130" b="0" u="none" strike="noStrike">
                <a:solidFill>
                  <a:srgbClr val="000000"/>
                </a:solidFill>
                <a:effectLst/>
                <a:uFillTx/>
                <a:latin typeface="Arial"/>
              </a:defRPr>
            </a:lvl7pPr>
          </a:lstStyle>
          <a:p>
            <a:pPr marL="457200" indent="-330120" algn="l">
              <a:spcBef>
                <a:spcPts val="1417"/>
              </a:spcBef>
              <a:buClr>
                <a:srgbClr val="000000"/>
              </a:buClr>
              <a:buSzPct val="45000"/>
              <a:buFont typeface="Wingdings" charset="2"/>
              <a:buChar char=""/>
            </a:pPr>
            <a:r>
              <a:rPr lang="en-US" sz="2130" b="0" u="none" strike="noStrike">
                <a:solidFill>
                  <a:srgbClr val="000000"/>
                </a:solidFill>
                <a:effectLst/>
                <a:uFillTx/>
                <a:latin typeface="Arial"/>
              </a:rPr>
              <a:t>Click to edit the outline text format</a:t>
            </a:r>
            <a:endParaRPr lang="en-US" sz="2130" b="0" u="none" strike="noStrike">
              <a:solidFill>
                <a:srgbClr val="000000"/>
              </a:solidFill>
              <a:effectLst/>
              <a:uFillTx/>
              <a:latin typeface="Arial"/>
            </a:endParaRPr>
          </a:p>
          <a:p>
            <a:pPr marL="914400" lvl="1" indent="-317520" algn="l">
              <a:spcBef>
                <a:spcPts val="1134"/>
              </a:spcBef>
              <a:buClr>
                <a:srgbClr val="000000"/>
              </a:buClr>
              <a:buSzPct val="75000"/>
              <a:buFont typeface="Symbol" charset="2"/>
              <a:buChar char=""/>
            </a:pPr>
            <a:r>
              <a:rPr lang="en-US" sz="2130" b="0" u="none" strike="noStrike">
                <a:solidFill>
                  <a:srgbClr val="000000"/>
                </a:solidFill>
                <a:effectLst/>
                <a:uFillTx/>
                <a:latin typeface="Arial"/>
              </a:rPr>
              <a:t>Second Outline Level</a:t>
            </a:r>
            <a:endParaRPr lang="en-US" sz="2130" b="0" u="none" strike="noStrike">
              <a:solidFill>
                <a:srgbClr val="000000"/>
              </a:solidFill>
              <a:effectLst/>
              <a:uFillTx/>
              <a:latin typeface="Arial"/>
            </a:endParaRPr>
          </a:p>
          <a:p>
            <a:pPr marL="1371600" lvl="2" indent="-298440" algn="l">
              <a:spcBef>
                <a:spcPts val="850"/>
              </a:spcBef>
              <a:buClr>
                <a:srgbClr val="000000"/>
              </a:buClr>
              <a:buSzPct val="45000"/>
              <a:buFont typeface="Wingdings" charset="2"/>
              <a:buChar char=""/>
            </a:pPr>
            <a:r>
              <a:rPr lang="en-US" sz="2130" b="0" u="none" strike="noStrike">
                <a:solidFill>
                  <a:srgbClr val="000000"/>
                </a:solidFill>
                <a:effectLst/>
                <a:uFillTx/>
                <a:latin typeface="Arial"/>
              </a:rPr>
              <a:t>Third Outline Level</a:t>
            </a:r>
            <a:endParaRPr lang="en-US" sz="2130" b="0" u="none" strike="noStrike">
              <a:solidFill>
                <a:srgbClr val="000000"/>
              </a:solidFill>
              <a:effectLst/>
              <a:uFillTx/>
              <a:latin typeface="Arial"/>
            </a:endParaRPr>
          </a:p>
          <a:p>
            <a:pPr marL="1828800" lvl="3" indent="-291960" algn="l">
              <a:spcBef>
                <a:spcPts val="567"/>
              </a:spcBef>
              <a:buClr>
                <a:srgbClr val="000000"/>
              </a:buClr>
              <a:buSzPct val="75000"/>
              <a:buFont typeface="Symbol" charset="2"/>
              <a:buChar char=""/>
            </a:pPr>
            <a:r>
              <a:rPr lang="en-US" sz="2130" b="0" u="none" strike="noStrike">
                <a:solidFill>
                  <a:srgbClr val="000000"/>
                </a:solidFill>
                <a:effectLst/>
                <a:uFillTx/>
                <a:latin typeface="Arial"/>
              </a:rPr>
              <a:t>Fourth Outline Level</a:t>
            </a:r>
            <a:endParaRPr lang="en-US" sz="2130" b="0" u="none" strike="noStrike">
              <a:solidFill>
                <a:srgbClr val="000000"/>
              </a:solidFill>
              <a:effectLst/>
              <a:uFillTx/>
              <a:latin typeface="Arial"/>
            </a:endParaRPr>
          </a:p>
          <a:p>
            <a:pPr marL="2286000" lvl="4" indent="-291960" algn="l">
              <a:spcBef>
                <a:spcPts val="283"/>
              </a:spcBef>
              <a:buClr>
                <a:srgbClr val="000000"/>
              </a:buClr>
              <a:buSzPct val="45000"/>
              <a:buFont typeface="Wingdings" charset="2"/>
              <a:buChar char=""/>
            </a:pPr>
            <a:r>
              <a:rPr lang="en-US" sz="2130" b="0" u="none" strike="noStrike">
                <a:solidFill>
                  <a:srgbClr val="000000"/>
                </a:solidFill>
                <a:effectLst/>
                <a:uFillTx/>
                <a:latin typeface="Arial"/>
              </a:rPr>
              <a:t>Fifth Outline Level</a:t>
            </a:r>
            <a:endParaRPr lang="en-US" sz="2130" b="0" u="none" strike="noStrike">
              <a:solidFill>
                <a:srgbClr val="000000"/>
              </a:solidFill>
              <a:effectLst/>
              <a:uFillTx/>
              <a:latin typeface="Arial"/>
            </a:endParaRPr>
          </a:p>
          <a:p>
            <a:pPr marL="2743200" lvl="5" indent="-291960" algn="l">
              <a:spcBef>
                <a:spcPts val="283"/>
              </a:spcBef>
              <a:buClr>
                <a:srgbClr val="000000"/>
              </a:buClr>
              <a:buSzPct val="45000"/>
              <a:buFont typeface="Wingdings" charset="2"/>
              <a:buChar char=""/>
            </a:pPr>
            <a:r>
              <a:rPr lang="en-US" sz="2130" b="0" u="none" strike="noStrike">
                <a:solidFill>
                  <a:srgbClr val="000000"/>
                </a:solidFill>
                <a:effectLst/>
                <a:uFillTx/>
                <a:latin typeface="Arial"/>
              </a:rPr>
              <a:t>Sixth Outline Level</a:t>
            </a:r>
            <a:endParaRPr lang="en-US" sz="2130" b="0" u="none" strike="noStrike">
              <a:solidFill>
                <a:srgbClr val="000000"/>
              </a:solidFill>
              <a:effectLst/>
              <a:uFillTx/>
              <a:latin typeface="Arial"/>
            </a:endParaRPr>
          </a:p>
          <a:p>
            <a:pPr marL="3200400" lvl="6" indent="-291960" algn="l">
              <a:spcBef>
                <a:spcPts val="283"/>
              </a:spcBef>
              <a:buClr>
                <a:srgbClr val="000000"/>
              </a:buClr>
              <a:buSzPct val="45000"/>
              <a:buFont typeface="Wingdings" charset="2"/>
              <a:buChar char=""/>
            </a:pPr>
            <a:r>
              <a:rPr lang="en-US" sz="2130" b="0" u="none" strike="noStrike">
                <a:solidFill>
                  <a:srgbClr val="000000"/>
                </a:solidFill>
                <a:effectLst/>
                <a:uFillTx/>
                <a:latin typeface="Arial"/>
              </a:rPr>
              <a:t>Seventh Outline Level</a:t>
            </a:r>
            <a:endParaRPr lang="en-US" sz="2130" b="0" u="none" strike="noStrike">
              <a:solidFill>
                <a:srgbClr val="000000"/>
              </a:solidFill>
              <a:effectLst/>
              <a:uFillTx/>
              <a:latin typeface="Arial"/>
            </a:endParaRPr>
          </a:p>
        </p:txBody>
      </p:sp>
      <p:cxnSp>
        <p:nvCxnSpPr>
          <p:cNvPr id="37" name="Google Shape;75;p86"/>
          <p:cNvCxnSpPr/>
          <p:nvPr/>
        </p:nvCxnSpPr>
        <p:spPr>
          <a:xfrm>
            <a:off x="1141560" y="973800"/>
            <a:ext cx="10830600" cy="360"/>
          </a:xfrm>
          <a:prstGeom prst="straightConnector1">
            <a:avLst/>
          </a:prstGeom>
          <a:ln w="9525">
            <a:solidFill>
              <a:srgbClr val="BFBFBF"/>
            </a:solidFill>
            <a:miter/>
          </a:ln>
        </p:spPr>
      </p:cxnSp>
      <p:cxnSp>
        <p:nvCxnSpPr>
          <p:cNvPr id="38" name="Google Shape;76;p86"/>
          <p:cNvCxnSpPr/>
          <p:nvPr/>
        </p:nvCxnSpPr>
        <p:spPr>
          <a:xfrm>
            <a:off x="6094800" y="973800"/>
            <a:ext cx="1440" cy="5382720"/>
          </a:xfrm>
          <a:prstGeom prst="straightConnector1">
            <a:avLst/>
          </a:prstGeom>
          <a:ln w="9525">
            <a:solidFill>
              <a:srgbClr val="BFBFBF"/>
            </a:solidFill>
            <a:miter/>
          </a:ln>
        </p:spPr>
      </p:cxnSp>
      <p:cxnSp>
        <p:nvCxnSpPr>
          <p:cNvPr id="39" name="Google Shape;77;p86"/>
          <p:cNvCxnSpPr/>
          <p:nvPr/>
        </p:nvCxnSpPr>
        <p:spPr>
          <a:xfrm>
            <a:off x="1141560" y="1504080"/>
            <a:ext cx="10830600" cy="360"/>
          </a:xfrm>
          <a:prstGeom prst="straightConnector1">
            <a:avLst/>
          </a:prstGeom>
          <a:ln w="9525">
            <a:solidFill>
              <a:srgbClr val="BFBFBF"/>
            </a:solidFill>
            <a:miter/>
          </a:ln>
        </p:spPr>
      </p:cxnSp>
      <p:sp>
        <p:nvSpPr>
          <p:cNvPr id="40" name="PlaceHolder 5"/>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lstStyle>
            <a:lvl1pPr indent="0" algn="l">
              <a:buNone/>
              <a:defRPr lang="en-US" sz="3400" b="0" u="none" strike="noStrike">
                <a:solidFill>
                  <a:srgbClr val="000000"/>
                </a:solidFill>
                <a:effectLst/>
                <a:uFillTx/>
                <a:latin typeface="Arial"/>
              </a:defRPr>
            </a:lvl1pPr>
          </a:lstStyle>
          <a:p>
            <a:pPr indent="0" algn="l">
              <a:buNone/>
            </a:pPr>
            <a:r>
              <a:rPr lang="en-US" sz="3400" b="0" u="none" strike="noStrike">
                <a:solidFill>
                  <a:srgbClr val="000000"/>
                </a:solidFill>
                <a:effectLst/>
                <a:uFillTx/>
                <a:latin typeface="Arial"/>
              </a:rPr>
              <a:t>Click to edit the title text format</a:t>
            </a:r>
            <a:endParaRPr lang="en-US" sz="3400" b="0" u="none" strike="noStrike">
              <a:solidFill>
                <a:srgbClr val="000000"/>
              </a:solidFill>
              <a:effectLst/>
              <a:uFillTx/>
              <a:latin typeface="Arial"/>
            </a:endParaRPr>
          </a:p>
        </p:txBody>
      </p:sp>
    </p:spTree>
  </p:cSld>
  <p:clrMapOvr>
    <a:masterClrMapping/>
  </p:clrMapOvr>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_WITH_CAPTION_TEXT">
    <p:bg>
      <p:bgPr>
        <a:solidFill>
          <a:schemeClr val="lt1"/>
        </a:solidFill>
      </p:bgPr>
    </p:bg>
    <p:spTree>
      <p:nvGrpSpPr>
        <p:cNvPr id="1" name=""/>
        <p:cNvGrpSpPr/>
        <p:nvPr/>
      </p:nvGrpSpPr>
      <p:grpSpPr>
        <a:xfrm>
          <a:off x="0" y="0"/>
          <a:ext cx="0" cy="0"/>
          <a:chOff x="0" y="0"/>
          <a:chExt cx="0" cy="0"/>
        </a:xfrm>
      </p:grpSpPr>
      <p:sp>
        <p:nvSpPr>
          <p:cNvPr id="41" name="Google Shape;10;p78"/>
          <p:cNvSpPr/>
          <p:nvPr/>
        </p:nvSpPr>
        <p:spPr>
          <a:xfrm>
            <a:off x="0" y="-2016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42" name="Google Shape;11;p78"/>
          <p:cNvSpPr/>
          <p:nvPr/>
        </p:nvSpPr>
        <p:spPr>
          <a:xfrm>
            <a:off x="0" y="243360"/>
            <a:ext cx="1127880" cy="6614280"/>
          </a:xfrm>
          <a:prstGeom prst="rect">
            <a:avLst/>
          </a:prstGeom>
          <a:solidFill>
            <a:schemeClr val="dk1"/>
          </a:soli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pic>
        <p:nvPicPr>
          <p:cNvPr id="43" name="Google Shape;14;p78"/>
          <p:cNvPicPr/>
          <p:nvPr/>
        </p:nvPicPr>
        <p:blipFill>
          <a:blip r:embed="rId2"/>
          <a:stretch/>
        </p:blipFill>
        <p:spPr>
          <a:xfrm>
            <a:off x="99720" y="231480"/>
            <a:ext cx="928440" cy="928440"/>
          </a:xfrm>
          <a:prstGeom prst="rect">
            <a:avLst/>
          </a:prstGeom>
          <a:noFill/>
          <a:ln w="0">
            <a:noFill/>
          </a:ln>
        </p:spPr>
      </p:pic>
      <p:sp>
        <p:nvSpPr>
          <p:cNvPr id="44" name="Google Shape;16;p78"/>
          <p:cNvSpPr/>
          <p:nvPr/>
        </p:nvSpPr>
        <p:spPr>
          <a:xfrm>
            <a:off x="0" y="659448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nvGrpSpPr>
          <p:cNvPr id="45" name="Google Shape;17;p78"/>
          <p:cNvGrpSpPr/>
          <p:nvPr/>
        </p:nvGrpSpPr>
        <p:grpSpPr>
          <a:xfrm>
            <a:off x="254520" y="37080"/>
            <a:ext cx="4123080" cy="140040"/>
            <a:chOff x="254520" y="37080"/>
            <a:chExt cx="4123080" cy="140040"/>
          </a:xfrm>
        </p:grpSpPr>
        <p:sp>
          <p:nvSpPr>
            <p:cNvPr id="46" name="Google Shape;18;p78"/>
            <p:cNvSpPr/>
            <p:nvPr/>
          </p:nvSpPr>
          <p:spPr>
            <a:xfrm>
              <a:off x="40053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47" name="Google Shape;19;p78"/>
            <p:cNvSpPr/>
            <p:nvPr/>
          </p:nvSpPr>
          <p:spPr>
            <a:xfrm>
              <a:off x="36327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48" name="Google Shape;20;p78"/>
            <p:cNvSpPr/>
            <p:nvPr/>
          </p:nvSpPr>
          <p:spPr>
            <a:xfrm>
              <a:off x="32518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49" name="Google Shape;21;p78"/>
            <p:cNvSpPr/>
            <p:nvPr/>
          </p:nvSpPr>
          <p:spPr>
            <a:xfrm>
              <a:off x="28792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50" name="Google Shape;22;p78"/>
            <p:cNvSpPr/>
            <p:nvPr/>
          </p:nvSpPr>
          <p:spPr>
            <a:xfrm>
              <a:off x="25066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51" name="Google Shape;23;p78"/>
            <p:cNvSpPr/>
            <p:nvPr/>
          </p:nvSpPr>
          <p:spPr>
            <a:xfrm>
              <a:off x="21258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52" name="Google Shape;24;p78"/>
            <p:cNvSpPr/>
            <p:nvPr/>
          </p:nvSpPr>
          <p:spPr>
            <a:xfrm>
              <a:off x="17532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53" name="Google Shape;25;p78"/>
            <p:cNvSpPr/>
            <p:nvPr/>
          </p:nvSpPr>
          <p:spPr>
            <a:xfrm>
              <a:off x="13806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54" name="Google Shape;26;p78"/>
            <p:cNvSpPr/>
            <p:nvPr/>
          </p:nvSpPr>
          <p:spPr>
            <a:xfrm>
              <a:off x="9997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55" name="Google Shape;27;p78"/>
            <p:cNvSpPr/>
            <p:nvPr/>
          </p:nvSpPr>
          <p:spPr>
            <a:xfrm>
              <a:off x="6271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56" name="Google Shape;28;p78"/>
            <p:cNvSpPr/>
            <p:nvPr/>
          </p:nvSpPr>
          <p:spPr>
            <a:xfrm>
              <a:off x="2545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57" name="Google Shape;29;p78"/>
          <p:cNvSpPr/>
          <p:nvPr/>
        </p:nvSpPr>
        <p:spPr>
          <a:xfrm flipH="1">
            <a:off x="1042920" y="6366960"/>
            <a:ext cx="4211640" cy="221400"/>
          </a:xfrm>
          <a:prstGeom prst="rect">
            <a:avLst/>
          </a:prstGeom>
          <a:noFill/>
          <a:ln w="0">
            <a:noFill/>
          </a:ln>
        </p:spPr>
        <p:style>
          <a:lnRef idx="0"/>
          <a:fillRef idx="0"/>
          <a:effectRef idx="0"/>
          <a:fontRef idx="minor"/>
        </p:style>
        <p:txBody>
          <a:bodyPr anchor="t">
            <a:noAutofit/>
          </a:bodyPr>
          <a:p>
            <a:pP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sp>
        <p:nvSpPr>
          <p:cNvPr id="58" name="Google Shape;30;p78"/>
          <p:cNvSpPr/>
          <p:nvPr/>
        </p:nvSpPr>
        <p:spPr>
          <a:xfrm>
            <a:off x="5482800" y="207000"/>
            <a:ext cx="6767280" cy="211680"/>
          </a:xfrm>
          <a:prstGeom prst="rect">
            <a:avLst/>
          </a:prstGeom>
          <a:noFill/>
          <a:ln w="0">
            <a:noFill/>
          </a:ln>
        </p:spPr>
        <p:style>
          <a:lnRef idx="0"/>
          <a:fillRef idx="0"/>
          <a:effectRef idx="0"/>
          <a:fontRef idx="minor"/>
        </p:style>
        <p:txBody>
          <a:bodyPr anchor="t">
            <a:noAutofit/>
          </a:bodyPr>
          <a:p>
            <a:pPr algn="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pic>
        <p:nvPicPr>
          <p:cNvPr id="59" name="Google Shape;31;p78"/>
          <p:cNvPicPr/>
          <p:nvPr/>
        </p:nvPicPr>
        <p:blipFill>
          <a:blip r:embed="rId3"/>
          <a:stretch/>
        </p:blipFill>
        <p:spPr>
          <a:xfrm rot="16200000">
            <a:off x="-2150640" y="3445920"/>
            <a:ext cx="5429520" cy="990720"/>
          </a:xfrm>
          <a:prstGeom prst="rect">
            <a:avLst/>
          </a:prstGeom>
          <a:noFill/>
          <a:ln w="0">
            <a:noFill/>
          </a:ln>
        </p:spPr>
      </p:pic>
      <p:grpSp>
        <p:nvGrpSpPr>
          <p:cNvPr id="60" name="Google Shape;32;p78"/>
          <p:cNvGrpSpPr/>
          <p:nvPr/>
        </p:nvGrpSpPr>
        <p:grpSpPr>
          <a:xfrm>
            <a:off x="7996680" y="6659640"/>
            <a:ext cx="4123080" cy="140040"/>
            <a:chOff x="7996680" y="6659640"/>
            <a:chExt cx="4123080" cy="140040"/>
          </a:xfrm>
        </p:grpSpPr>
        <p:sp>
          <p:nvSpPr>
            <p:cNvPr id="61" name="Google Shape;33;p78"/>
            <p:cNvSpPr/>
            <p:nvPr/>
          </p:nvSpPr>
          <p:spPr>
            <a:xfrm>
              <a:off x="117475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62" name="Google Shape;34;p78"/>
            <p:cNvSpPr/>
            <p:nvPr/>
          </p:nvSpPr>
          <p:spPr>
            <a:xfrm>
              <a:off x="113749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63" name="Google Shape;35;p78"/>
            <p:cNvSpPr/>
            <p:nvPr/>
          </p:nvSpPr>
          <p:spPr>
            <a:xfrm>
              <a:off x="109940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64" name="Google Shape;36;p78"/>
            <p:cNvSpPr/>
            <p:nvPr/>
          </p:nvSpPr>
          <p:spPr>
            <a:xfrm>
              <a:off x="106214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65" name="Google Shape;37;p78"/>
            <p:cNvSpPr/>
            <p:nvPr/>
          </p:nvSpPr>
          <p:spPr>
            <a:xfrm>
              <a:off x="102488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66" name="Google Shape;38;p78"/>
            <p:cNvSpPr/>
            <p:nvPr/>
          </p:nvSpPr>
          <p:spPr>
            <a:xfrm>
              <a:off x="98679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67" name="Google Shape;39;p78"/>
            <p:cNvSpPr/>
            <p:nvPr/>
          </p:nvSpPr>
          <p:spPr>
            <a:xfrm>
              <a:off x="94953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68" name="Google Shape;40;p78"/>
            <p:cNvSpPr/>
            <p:nvPr/>
          </p:nvSpPr>
          <p:spPr>
            <a:xfrm>
              <a:off x="91227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69" name="Google Shape;41;p78"/>
            <p:cNvSpPr/>
            <p:nvPr/>
          </p:nvSpPr>
          <p:spPr>
            <a:xfrm>
              <a:off x="87418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70" name="Google Shape;42;p78"/>
            <p:cNvSpPr/>
            <p:nvPr/>
          </p:nvSpPr>
          <p:spPr>
            <a:xfrm>
              <a:off x="83692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71" name="Google Shape;43;p78"/>
            <p:cNvSpPr/>
            <p:nvPr/>
          </p:nvSpPr>
          <p:spPr>
            <a:xfrm>
              <a:off x="79966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72" name="PlaceHolder 1"/>
          <p:cNvSpPr>
            <a:spLocks noGrp="1"/>
          </p:cNvSpPr>
          <p:nvPr>
            <p:ph type="title"/>
          </p:nvPr>
        </p:nvSpPr>
        <p:spPr>
          <a:xfrm>
            <a:off x="1301400" y="987480"/>
            <a:ext cx="3061080" cy="1600200"/>
          </a:xfrm>
          <a:prstGeom prst="rect">
            <a:avLst/>
          </a:prstGeom>
          <a:noFill/>
          <a:ln w="0">
            <a:noFill/>
          </a:ln>
        </p:spPr>
        <p:txBody>
          <a:bodyPr lIns="91440" tIns="91440" rIns="91440" bIns="91440" anchor="b">
            <a:noAutofit/>
          </a:bodyPr>
          <a:lstStyle>
            <a:lvl1pPr indent="0" algn="l">
              <a:buNone/>
              <a:defRPr lang="en-US" sz="3200" b="0" u="none" strike="noStrike">
                <a:solidFill>
                  <a:srgbClr val="000000"/>
                </a:solidFill>
                <a:effectLst/>
                <a:uFillTx/>
                <a:latin typeface="Arial"/>
              </a:defRPr>
            </a:lvl1pPr>
          </a:lstStyle>
          <a:p>
            <a:pPr indent="0" algn="l">
              <a:buNone/>
            </a:pPr>
            <a:r>
              <a:rPr lang="en-US" sz="3200" b="0" u="none" strike="noStrike">
                <a:solidFill>
                  <a:srgbClr val="000000"/>
                </a:solidFill>
                <a:effectLst/>
                <a:uFillTx/>
                <a:latin typeface="Arial"/>
              </a:rPr>
              <a:t>Click to edit the title text format</a:t>
            </a:r>
            <a:endParaRPr lang="en-US" sz="3200" b="0" u="none" strike="noStrike">
              <a:solidFill>
                <a:srgbClr val="000000"/>
              </a:solidFill>
              <a:effectLst/>
              <a:uFillTx/>
              <a:latin typeface="Arial"/>
            </a:endParaRPr>
          </a:p>
        </p:txBody>
      </p:sp>
      <p:sp>
        <p:nvSpPr>
          <p:cNvPr id="73" name="PlaceHolder 2"/>
          <p:cNvSpPr>
            <a:spLocks noGrp="1"/>
          </p:cNvSpPr>
          <p:nvPr>
            <p:ph type="pic"/>
          </p:nvPr>
        </p:nvSpPr>
        <p:spPr>
          <a:xfrm>
            <a:off x="4666680" y="987480"/>
            <a:ext cx="7101720" cy="5411160"/>
          </a:xfrm>
          <a:prstGeom prst="rect">
            <a:avLst/>
          </a:prstGeom>
          <a:noFill/>
          <a:ln w="0">
            <a:noFill/>
          </a:ln>
        </p:spPr>
        <p:txBody>
          <a:bodyPr lIns="90000" tIns="45000" rIns="90000" bIns="45000" anchor="t" anchorCtr="1">
            <a:noAutofit/>
          </a:bodyPr>
          <a:p>
            <a:pPr indent="0" algn="l">
              <a:buNone/>
            </a:pPr>
            <a:r>
              <a:rPr lang="en-US" sz="1800" b="0" u="none" strike="noStrike">
                <a:solidFill>
                  <a:srgbClr val="000000"/>
                </a:solidFill>
                <a:effectLst/>
                <a:uFillTx/>
                <a:latin typeface="Arial"/>
              </a:rPr>
              <a:t>Double-click to add an Image</a:t>
            </a:r>
            <a:endParaRPr lang="en-US" sz="1800" b="0" u="none" strike="noStrike">
              <a:solidFill>
                <a:srgbClr val="000000"/>
              </a:solidFill>
              <a:effectLst/>
              <a:uFillTx/>
              <a:latin typeface="Arial"/>
            </a:endParaRPr>
          </a:p>
        </p:txBody>
      </p:sp>
      <p:sp>
        <p:nvSpPr>
          <p:cNvPr id="74" name="PlaceHolder 3"/>
          <p:cNvSpPr>
            <a:spLocks noGrp="1"/>
          </p:cNvSpPr>
          <p:nvPr>
            <p:ph type="body"/>
          </p:nvPr>
        </p:nvSpPr>
        <p:spPr>
          <a:xfrm>
            <a:off x="1301400" y="2587680"/>
            <a:ext cx="3061080" cy="3811320"/>
          </a:xfrm>
          <a:prstGeom prst="rect">
            <a:avLst/>
          </a:prstGeom>
          <a:noFill/>
          <a:ln w="0">
            <a:noFill/>
          </a:ln>
        </p:spPr>
        <p:txBody>
          <a:bodyPr lIns="91440" tIns="91440" rIns="91440" bIns="91440" anchor="t">
            <a:noAutofit/>
          </a:bodyPr>
          <a:lstStyle>
            <a:lvl1pPr algn="l">
              <a:spcBef>
                <a:spcPts val="1417"/>
              </a:spcBef>
              <a:buClr>
                <a:srgbClr val="000000"/>
              </a:buClr>
              <a:buSzPct val="45000"/>
              <a:buFont typeface="Wingdings" charset="2"/>
              <a:buChar char=""/>
              <a:defRPr lang="en-US" sz="187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7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7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7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7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7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70" b="0" u="none" strike="noStrike">
                <a:solidFill>
                  <a:srgbClr val="000000"/>
                </a:solidFill>
                <a:effectLst/>
                <a:uFillTx/>
                <a:latin typeface="Arial"/>
              </a:defRPr>
            </a:lvl7pPr>
          </a:lstStyle>
          <a:p>
            <a:pPr marL="457200" indent="-330120" algn="l">
              <a:spcBef>
                <a:spcPts val="1417"/>
              </a:spcBef>
              <a:buClr>
                <a:srgbClr val="000000"/>
              </a:buClr>
              <a:buSzPct val="45000"/>
              <a:buFont typeface="Wingdings" charset="2"/>
              <a:buChar char=""/>
            </a:pPr>
            <a:r>
              <a:rPr lang="en-US" sz="1870" b="0" u="none" strike="noStrike">
                <a:solidFill>
                  <a:srgbClr val="000000"/>
                </a:solidFill>
                <a:effectLst/>
                <a:uFillTx/>
                <a:latin typeface="Arial"/>
              </a:rPr>
              <a:t>Click to edit the outline text format</a:t>
            </a:r>
            <a:endParaRPr lang="en-US" sz="1870" b="0" u="none" strike="noStrike">
              <a:solidFill>
                <a:srgbClr val="000000"/>
              </a:solidFill>
              <a:effectLst/>
              <a:uFillTx/>
              <a:latin typeface="Arial"/>
            </a:endParaRPr>
          </a:p>
          <a:p>
            <a:pPr marL="914400" lvl="1" indent="-317520" algn="l">
              <a:spcBef>
                <a:spcPts val="1134"/>
              </a:spcBef>
              <a:buClr>
                <a:srgbClr val="000000"/>
              </a:buClr>
              <a:buSzPct val="75000"/>
              <a:buFont typeface="Symbol" charset="2"/>
              <a:buChar char=""/>
            </a:pPr>
            <a:r>
              <a:rPr lang="en-US" sz="1870" b="0" u="none" strike="noStrike">
                <a:solidFill>
                  <a:srgbClr val="000000"/>
                </a:solidFill>
                <a:effectLst/>
                <a:uFillTx/>
                <a:latin typeface="Arial"/>
              </a:rPr>
              <a:t>Second Outline Level</a:t>
            </a:r>
            <a:endParaRPr lang="en-US" sz="1870" b="0" u="none" strike="noStrike">
              <a:solidFill>
                <a:srgbClr val="000000"/>
              </a:solidFill>
              <a:effectLst/>
              <a:uFillTx/>
              <a:latin typeface="Arial"/>
            </a:endParaRPr>
          </a:p>
          <a:p>
            <a:pPr marL="1371600" lvl="2" indent="-298440" algn="l">
              <a:spcBef>
                <a:spcPts val="850"/>
              </a:spcBef>
              <a:buClr>
                <a:srgbClr val="000000"/>
              </a:buClr>
              <a:buSzPct val="45000"/>
              <a:buFont typeface="Wingdings" charset="2"/>
              <a:buChar char=""/>
            </a:pPr>
            <a:r>
              <a:rPr lang="en-US" sz="1870" b="0" u="none" strike="noStrike">
                <a:solidFill>
                  <a:srgbClr val="000000"/>
                </a:solidFill>
                <a:effectLst/>
                <a:uFillTx/>
                <a:latin typeface="Arial"/>
              </a:rPr>
              <a:t>Third Outline Level</a:t>
            </a:r>
            <a:endParaRPr lang="en-US" sz="1870" b="0" u="none" strike="noStrike">
              <a:solidFill>
                <a:srgbClr val="000000"/>
              </a:solidFill>
              <a:effectLst/>
              <a:uFillTx/>
              <a:latin typeface="Arial"/>
            </a:endParaRPr>
          </a:p>
          <a:p>
            <a:pPr marL="1828800" lvl="3" indent="-291960" algn="l">
              <a:spcBef>
                <a:spcPts val="567"/>
              </a:spcBef>
              <a:buClr>
                <a:srgbClr val="000000"/>
              </a:buClr>
              <a:buSzPct val="75000"/>
              <a:buFont typeface="Symbol" charset="2"/>
              <a:buChar char=""/>
            </a:pPr>
            <a:r>
              <a:rPr lang="en-US" sz="1870" b="0" u="none" strike="noStrike">
                <a:solidFill>
                  <a:srgbClr val="000000"/>
                </a:solidFill>
                <a:effectLst/>
                <a:uFillTx/>
                <a:latin typeface="Arial"/>
              </a:rPr>
              <a:t>Fourth Outline Level</a:t>
            </a:r>
            <a:endParaRPr lang="en-US" sz="1870" b="0" u="none" strike="noStrike">
              <a:solidFill>
                <a:srgbClr val="000000"/>
              </a:solidFill>
              <a:effectLst/>
              <a:uFillTx/>
              <a:latin typeface="Arial"/>
            </a:endParaRPr>
          </a:p>
          <a:p>
            <a:pPr marL="2286000" lvl="4" indent="-291960" algn="l">
              <a:spcBef>
                <a:spcPts val="283"/>
              </a:spcBef>
              <a:buClr>
                <a:srgbClr val="000000"/>
              </a:buClr>
              <a:buSzPct val="45000"/>
              <a:buFont typeface="Wingdings" charset="2"/>
              <a:buChar char=""/>
            </a:pPr>
            <a:r>
              <a:rPr lang="en-US" sz="1870" b="0" u="none" strike="noStrike">
                <a:solidFill>
                  <a:srgbClr val="000000"/>
                </a:solidFill>
                <a:effectLst/>
                <a:uFillTx/>
                <a:latin typeface="Arial"/>
              </a:rPr>
              <a:t>Fifth Outline Level</a:t>
            </a:r>
            <a:endParaRPr lang="en-US" sz="1870" b="0" u="none" strike="noStrike">
              <a:solidFill>
                <a:srgbClr val="000000"/>
              </a:solidFill>
              <a:effectLst/>
              <a:uFillTx/>
              <a:latin typeface="Arial"/>
            </a:endParaRPr>
          </a:p>
          <a:p>
            <a:pPr marL="2743200" lvl="5" indent="-291960" algn="l">
              <a:spcBef>
                <a:spcPts val="283"/>
              </a:spcBef>
              <a:buClr>
                <a:srgbClr val="000000"/>
              </a:buClr>
              <a:buSzPct val="45000"/>
              <a:buFont typeface="Wingdings" charset="2"/>
              <a:buChar char=""/>
            </a:pPr>
            <a:r>
              <a:rPr lang="en-US" sz="1870" b="0" u="none" strike="noStrike">
                <a:solidFill>
                  <a:srgbClr val="000000"/>
                </a:solidFill>
                <a:effectLst/>
                <a:uFillTx/>
                <a:latin typeface="Arial"/>
              </a:rPr>
              <a:t>Sixth Outline Level</a:t>
            </a:r>
            <a:endParaRPr lang="en-US" sz="1870" b="0" u="none" strike="noStrike">
              <a:solidFill>
                <a:srgbClr val="000000"/>
              </a:solidFill>
              <a:effectLst/>
              <a:uFillTx/>
              <a:latin typeface="Arial"/>
            </a:endParaRPr>
          </a:p>
          <a:p>
            <a:pPr marL="3200400" lvl="6" indent="-291960" algn="l">
              <a:spcBef>
                <a:spcPts val="283"/>
              </a:spcBef>
              <a:buClr>
                <a:srgbClr val="000000"/>
              </a:buClr>
              <a:buSzPct val="45000"/>
              <a:buFont typeface="Wingdings" charset="2"/>
              <a:buChar char=""/>
            </a:pPr>
            <a:r>
              <a:rPr lang="en-US" sz="1870" b="0" u="none" strike="noStrike">
                <a:solidFill>
                  <a:srgbClr val="000000"/>
                </a:solidFill>
                <a:effectLst/>
                <a:uFillTx/>
                <a:latin typeface="Arial"/>
              </a:rPr>
              <a:t>Seventh Outline Level</a:t>
            </a:r>
            <a:endParaRPr lang="en-US" sz="1870" b="0" u="none" strike="noStrike">
              <a:solidFill>
                <a:srgbClr val="000000"/>
              </a:solidFill>
              <a:effectLst/>
              <a:uFillTx/>
              <a:latin typeface="Arial"/>
            </a:endParaRPr>
          </a:p>
        </p:txBody>
      </p:sp>
    </p:spTree>
  </p:cSld>
  <p:clrMapOvr>
    <a:masterClrMapping/>
  </p:clrMapOvr>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1_Title Slide">
    <p:bg>
      <p:bgPr>
        <a:solidFill>
          <a:schemeClr val="lt1"/>
        </a:solidFill>
      </p:bgPr>
    </p:bg>
    <p:spTree>
      <p:nvGrpSpPr>
        <p:cNvPr id="1" name=""/>
        <p:cNvGrpSpPr/>
        <p:nvPr/>
      </p:nvGrpSpPr>
      <p:grpSpPr>
        <a:xfrm>
          <a:off x="0" y="0"/>
          <a:ext cx="0" cy="0"/>
          <a:chOff x="0" y="0"/>
          <a:chExt cx="0" cy="0"/>
        </a:xfrm>
      </p:grpSpPr>
      <p:sp>
        <p:nvSpPr>
          <p:cNvPr id="75" name="Google Shape;10;p78"/>
          <p:cNvSpPr/>
          <p:nvPr/>
        </p:nvSpPr>
        <p:spPr>
          <a:xfrm>
            <a:off x="0" y="-2016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76" name="Google Shape;11;p78"/>
          <p:cNvSpPr/>
          <p:nvPr/>
        </p:nvSpPr>
        <p:spPr>
          <a:xfrm>
            <a:off x="0" y="243360"/>
            <a:ext cx="1127880" cy="6614280"/>
          </a:xfrm>
          <a:prstGeom prst="rect">
            <a:avLst/>
          </a:prstGeom>
          <a:solidFill>
            <a:schemeClr val="dk1"/>
          </a:soli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pic>
        <p:nvPicPr>
          <p:cNvPr id="77" name="Google Shape;14;p78"/>
          <p:cNvPicPr/>
          <p:nvPr/>
        </p:nvPicPr>
        <p:blipFill>
          <a:blip r:embed="rId2"/>
          <a:stretch/>
        </p:blipFill>
        <p:spPr>
          <a:xfrm>
            <a:off x="99720" y="231480"/>
            <a:ext cx="928440" cy="928440"/>
          </a:xfrm>
          <a:prstGeom prst="rect">
            <a:avLst/>
          </a:prstGeom>
          <a:noFill/>
          <a:ln w="0">
            <a:noFill/>
          </a:ln>
        </p:spPr>
      </p:pic>
      <p:sp>
        <p:nvSpPr>
          <p:cNvPr id="78" name="Google Shape;16;p78"/>
          <p:cNvSpPr/>
          <p:nvPr/>
        </p:nvSpPr>
        <p:spPr>
          <a:xfrm>
            <a:off x="0" y="659448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nvGrpSpPr>
          <p:cNvPr id="79" name="Google Shape;17;p78"/>
          <p:cNvGrpSpPr/>
          <p:nvPr/>
        </p:nvGrpSpPr>
        <p:grpSpPr>
          <a:xfrm>
            <a:off x="254520" y="37080"/>
            <a:ext cx="4123080" cy="140040"/>
            <a:chOff x="254520" y="37080"/>
            <a:chExt cx="4123080" cy="140040"/>
          </a:xfrm>
        </p:grpSpPr>
        <p:sp>
          <p:nvSpPr>
            <p:cNvPr id="80" name="Google Shape;18;p78"/>
            <p:cNvSpPr/>
            <p:nvPr/>
          </p:nvSpPr>
          <p:spPr>
            <a:xfrm>
              <a:off x="40053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81" name="Google Shape;19;p78"/>
            <p:cNvSpPr/>
            <p:nvPr/>
          </p:nvSpPr>
          <p:spPr>
            <a:xfrm>
              <a:off x="36327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82" name="Google Shape;20;p78"/>
            <p:cNvSpPr/>
            <p:nvPr/>
          </p:nvSpPr>
          <p:spPr>
            <a:xfrm>
              <a:off x="32518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83" name="Google Shape;21;p78"/>
            <p:cNvSpPr/>
            <p:nvPr/>
          </p:nvSpPr>
          <p:spPr>
            <a:xfrm>
              <a:off x="28792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84" name="Google Shape;22;p78"/>
            <p:cNvSpPr/>
            <p:nvPr/>
          </p:nvSpPr>
          <p:spPr>
            <a:xfrm>
              <a:off x="25066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85" name="Google Shape;23;p78"/>
            <p:cNvSpPr/>
            <p:nvPr/>
          </p:nvSpPr>
          <p:spPr>
            <a:xfrm>
              <a:off x="21258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86" name="Google Shape;24;p78"/>
            <p:cNvSpPr/>
            <p:nvPr/>
          </p:nvSpPr>
          <p:spPr>
            <a:xfrm>
              <a:off x="17532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87" name="Google Shape;25;p78"/>
            <p:cNvSpPr/>
            <p:nvPr/>
          </p:nvSpPr>
          <p:spPr>
            <a:xfrm>
              <a:off x="13806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88" name="Google Shape;26;p78"/>
            <p:cNvSpPr/>
            <p:nvPr/>
          </p:nvSpPr>
          <p:spPr>
            <a:xfrm>
              <a:off x="9997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89" name="Google Shape;27;p78"/>
            <p:cNvSpPr/>
            <p:nvPr/>
          </p:nvSpPr>
          <p:spPr>
            <a:xfrm>
              <a:off x="6271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90" name="Google Shape;28;p78"/>
            <p:cNvSpPr/>
            <p:nvPr/>
          </p:nvSpPr>
          <p:spPr>
            <a:xfrm>
              <a:off x="2545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91" name="Google Shape;29;p78"/>
          <p:cNvSpPr/>
          <p:nvPr/>
        </p:nvSpPr>
        <p:spPr>
          <a:xfrm flipH="1">
            <a:off x="1042920" y="6366960"/>
            <a:ext cx="4211640" cy="221400"/>
          </a:xfrm>
          <a:prstGeom prst="rect">
            <a:avLst/>
          </a:prstGeom>
          <a:noFill/>
          <a:ln w="0">
            <a:noFill/>
          </a:ln>
        </p:spPr>
        <p:style>
          <a:lnRef idx="0"/>
          <a:fillRef idx="0"/>
          <a:effectRef idx="0"/>
          <a:fontRef idx="minor"/>
        </p:style>
        <p:txBody>
          <a:bodyPr anchor="t">
            <a:noAutofit/>
          </a:bodyPr>
          <a:p>
            <a:pP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sp>
        <p:nvSpPr>
          <p:cNvPr id="92" name="Google Shape;30;p78"/>
          <p:cNvSpPr/>
          <p:nvPr/>
        </p:nvSpPr>
        <p:spPr>
          <a:xfrm>
            <a:off x="5482800" y="207000"/>
            <a:ext cx="6767280" cy="211680"/>
          </a:xfrm>
          <a:prstGeom prst="rect">
            <a:avLst/>
          </a:prstGeom>
          <a:noFill/>
          <a:ln w="0">
            <a:noFill/>
          </a:ln>
        </p:spPr>
        <p:style>
          <a:lnRef idx="0"/>
          <a:fillRef idx="0"/>
          <a:effectRef idx="0"/>
          <a:fontRef idx="minor"/>
        </p:style>
        <p:txBody>
          <a:bodyPr anchor="t">
            <a:noAutofit/>
          </a:bodyPr>
          <a:p>
            <a:pPr algn="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pic>
        <p:nvPicPr>
          <p:cNvPr id="93" name="Google Shape;31;p78"/>
          <p:cNvPicPr/>
          <p:nvPr/>
        </p:nvPicPr>
        <p:blipFill>
          <a:blip r:embed="rId3"/>
          <a:stretch/>
        </p:blipFill>
        <p:spPr>
          <a:xfrm rot="16200000">
            <a:off x="-2150640" y="3445920"/>
            <a:ext cx="5429520" cy="990720"/>
          </a:xfrm>
          <a:prstGeom prst="rect">
            <a:avLst/>
          </a:prstGeom>
          <a:noFill/>
          <a:ln w="0">
            <a:noFill/>
          </a:ln>
        </p:spPr>
      </p:pic>
      <p:grpSp>
        <p:nvGrpSpPr>
          <p:cNvPr id="94" name="Google Shape;32;p78"/>
          <p:cNvGrpSpPr/>
          <p:nvPr/>
        </p:nvGrpSpPr>
        <p:grpSpPr>
          <a:xfrm>
            <a:off x="7996680" y="6659640"/>
            <a:ext cx="4123080" cy="140040"/>
            <a:chOff x="7996680" y="6659640"/>
            <a:chExt cx="4123080" cy="140040"/>
          </a:xfrm>
        </p:grpSpPr>
        <p:sp>
          <p:nvSpPr>
            <p:cNvPr id="95" name="Google Shape;33;p78"/>
            <p:cNvSpPr/>
            <p:nvPr/>
          </p:nvSpPr>
          <p:spPr>
            <a:xfrm>
              <a:off x="117475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96" name="Google Shape;34;p78"/>
            <p:cNvSpPr/>
            <p:nvPr/>
          </p:nvSpPr>
          <p:spPr>
            <a:xfrm>
              <a:off x="113749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97" name="Google Shape;35;p78"/>
            <p:cNvSpPr/>
            <p:nvPr/>
          </p:nvSpPr>
          <p:spPr>
            <a:xfrm>
              <a:off x="109940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98" name="Google Shape;36;p78"/>
            <p:cNvSpPr/>
            <p:nvPr/>
          </p:nvSpPr>
          <p:spPr>
            <a:xfrm>
              <a:off x="106214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99" name="Google Shape;37;p78"/>
            <p:cNvSpPr/>
            <p:nvPr/>
          </p:nvSpPr>
          <p:spPr>
            <a:xfrm>
              <a:off x="102488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00" name="Google Shape;38;p78"/>
            <p:cNvSpPr/>
            <p:nvPr/>
          </p:nvSpPr>
          <p:spPr>
            <a:xfrm>
              <a:off x="98679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01" name="Google Shape;39;p78"/>
            <p:cNvSpPr/>
            <p:nvPr/>
          </p:nvSpPr>
          <p:spPr>
            <a:xfrm>
              <a:off x="94953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02" name="Google Shape;40;p78"/>
            <p:cNvSpPr/>
            <p:nvPr/>
          </p:nvSpPr>
          <p:spPr>
            <a:xfrm>
              <a:off x="91227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03" name="Google Shape;41;p78"/>
            <p:cNvSpPr/>
            <p:nvPr/>
          </p:nvSpPr>
          <p:spPr>
            <a:xfrm>
              <a:off x="87418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04" name="Google Shape;42;p78"/>
            <p:cNvSpPr/>
            <p:nvPr/>
          </p:nvSpPr>
          <p:spPr>
            <a:xfrm>
              <a:off x="83692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05" name="Google Shape;43;p78"/>
            <p:cNvSpPr/>
            <p:nvPr/>
          </p:nvSpPr>
          <p:spPr>
            <a:xfrm>
              <a:off x="79966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106" name="PlaceHolder 1"/>
          <p:cNvSpPr>
            <a:spLocks noGrp="1"/>
          </p:cNvSpPr>
          <p:nvPr>
            <p:ph type="sldNum" idx="1"/>
          </p:nvPr>
        </p:nvSpPr>
        <p:spPr>
          <a:xfrm>
            <a:off x="8737560" y="6356520"/>
            <a:ext cx="2844360" cy="364680"/>
          </a:xfrm>
          <a:prstGeom prst="rect">
            <a:avLst/>
          </a:prstGeom>
          <a:noFill/>
          <a:ln w="0">
            <a:noFill/>
          </a:ln>
        </p:spPr>
        <p:txBody>
          <a:bodyPr lIns="68400" tIns="34200" rIns="68400" bIns="34200" anchor="ctr">
            <a:noAutofit/>
          </a:bodyPr>
          <a:lstStyle>
            <a:lvl1pPr indent="0" algn="r">
              <a:lnSpc>
                <a:spcPct val="100000"/>
              </a:lnSpc>
              <a:buNone/>
              <a:tabLst>
                <a:tab pos="0" algn="l"/>
              </a:tabLst>
              <a:defRPr lang="en-US" sz="1200" b="0" u="none" strike="noStrike">
                <a:solidFill>
                  <a:srgbClr val="888888"/>
                </a:solidFill>
                <a:effectLst/>
                <a:uFillTx/>
                <a:latin typeface="Calibri"/>
                <a:ea typeface="Calibri"/>
              </a:defRPr>
            </a:lvl1pPr>
          </a:lstStyle>
          <a:p>
            <a:pPr indent="0" algn="r">
              <a:lnSpc>
                <a:spcPct val="100000"/>
              </a:lnSpc>
              <a:buNone/>
              <a:tabLst>
                <a:tab pos="0" algn="l"/>
              </a:tabLst>
            </a:pPr>
            <a:fld id="{8242472D-C993-400C-94A4-C4CCDE082DFE}" type="slidenum">
              <a:rPr lang="en-US" sz="1200" b="0" u="none" strike="noStrike">
                <a:solidFill>
                  <a:srgbClr val="888888"/>
                </a:solidFill>
                <a:effectLst/>
                <a:uFillTx/>
                <a:latin typeface="Calibri"/>
                <a:ea typeface="Calibri"/>
              </a:rPr>
              <a:t>&lt;number&gt;</a:t>
            </a:fld>
            <a:endParaRPr lang="en-US" sz="1200" b="0" u="none" strike="noStrike">
              <a:solidFill>
                <a:srgbClr val="000000"/>
              </a:solidFill>
              <a:effectLst/>
              <a:uFillTx/>
              <a:latin typeface="Times New Roman"/>
            </a:endParaRPr>
          </a:p>
        </p:txBody>
      </p:sp>
      <p:sp>
        <p:nvSpPr>
          <p:cNvPr id="107" name="PlaceHolder 2"/>
          <p:cNvSpPr>
            <a:spLocks noGrp="1"/>
          </p:cNvSpPr>
          <p:nvPr>
            <p:ph type="ftr" idx="2"/>
          </p:nvPr>
        </p:nvSpPr>
        <p:spPr>
          <a:xfrm>
            <a:off x="8049600" y="6566760"/>
            <a:ext cx="3860280" cy="364680"/>
          </a:xfrm>
          <a:prstGeom prst="rect">
            <a:avLst/>
          </a:prstGeom>
          <a:noFill/>
          <a:ln w="0">
            <a:noFill/>
          </a:ln>
        </p:spPr>
        <p:txBody>
          <a:bodyPr lIns="91440" tIns="91440" rIns="91440" bIns="91440" anchor="t">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 Use">
    <p:bg>
      <p:bgPr>
        <a:solidFill>
          <a:schemeClr val="lt1"/>
        </a:solidFill>
      </p:bgPr>
    </p:bg>
    <p:spTree>
      <p:nvGrpSpPr>
        <p:cNvPr id="1" name=""/>
        <p:cNvGrpSpPr/>
        <p:nvPr/>
      </p:nvGrpSpPr>
      <p:grpSpPr>
        <a:xfrm>
          <a:off x="0" y="0"/>
          <a:ext cx="0" cy="0"/>
          <a:chOff x="0" y="0"/>
          <a:chExt cx="0" cy="0"/>
        </a:xfrm>
      </p:grpSpPr>
      <p:sp>
        <p:nvSpPr>
          <p:cNvPr id="108" name="Google Shape;10;p78"/>
          <p:cNvSpPr/>
          <p:nvPr/>
        </p:nvSpPr>
        <p:spPr>
          <a:xfrm>
            <a:off x="0" y="-2016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09" name="Google Shape;11;p78"/>
          <p:cNvSpPr/>
          <p:nvPr/>
        </p:nvSpPr>
        <p:spPr>
          <a:xfrm>
            <a:off x="0" y="243360"/>
            <a:ext cx="1127880" cy="6614280"/>
          </a:xfrm>
          <a:prstGeom prst="rect">
            <a:avLst/>
          </a:prstGeom>
          <a:solidFill>
            <a:schemeClr val="dk1"/>
          </a:soli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pic>
        <p:nvPicPr>
          <p:cNvPr id="110" name="Google Shape;14;p78"/>
          <p:cNvPicPr/>
          <p:nvPr/>
        </p:nvPicPr>
        <p:blipFill>
          <a:blip r:embed="rId2"/>
          <a:stretch/>
        </p:blipFill>
        <p:spPr>
          <a:xfrm>
            <a:off x="99720" y="231480"/>
            <a:ext cx="928440" cy="928440"/>
          </a:xfrm>
          <a:prstGeom prst="rect">
            <a:avLst/>
          </a:prstGeom>
          <a:noFill/>
          <a:ln w="0">
            <a:noFill/>
          </a:ln>
        </p:spPr>
      </p:pic>
      <p:sp>
        <p:nvSpPr>
          <p:cNvPr id="111" name="Google Shape;16;p78"/>
          <p:cNvSpPr/>
          <p:nvPr/>
        </p:nvSpPr>
        <p:spPr>
          <a:xfrm>
            <a:off x="0" y="659448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nvGrpSpPr>
          <p:cNvPr id="112" name="Google Shape;17;p78"/>
          <p:cNvGrpSpPr/>
          <p:nvPr/>
        </p:nvGrpSpPr>
        <p:grpSpPr>
          <a:xfrm>
            <a:off x="254520" y="37080"/>
            <a:ext cx="4123080" cy="140040"/>
            <a:chOff x="254520" y="37080"/>
            <a:chExt cx="4123080" cy="140040"/>
          </a:xfrm>
        </p:grpSpPr>
        <p:sp>
          <p:nvSpPr>
            <p:cNvPr id="113" name="Google Shape;18;p78"/>
            <p:cNvSpPr/>
            <p:nvPr/>
          </p:nvSpPr>
          <p:spPr>
            <a:xfrm>
              <a:off x="40053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14" name="Google Shape;19;p78"/>
            <p:cNvSpPr/>
            <p:nvPr/>
          </p:nvSpPr>
          <p:spPr>
            <a:xfrm>
              <a:off x="36327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15" name="Google Shape;20;p78"/>
            <p:cNvSpPr/>
            <p:nvPr/>
          </p:nvSpPr>
          <p:spPr>
            <a:xfrm>
              <a:off x="32518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16" name="Google Shape;21;p78"/>
            <p:cNvSpPr/>
            <p:nvPr/>
          </p:nvSpPr>
          <p:spPr>
            <a:xfrm>
              <a:off x="28792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17" name="Google Shape;22;p78"/>
            <p:cNvSpPr/>
            <p:nvPr/>
          </p:nvSpPr>
          <p:spPr>
            <a:xfrm>
              <a:off x="25066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18" name="Google Shape;23;p78"/>
            <p:cNvSpPr/>
            <p:nvPr/>
          </p:nvSpPr>
          <p:spPr>
            <a:xfrm>
              <a:off x="21258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19" name="Google Shape;24;p78"/>
            <p:cNvSpPr/>
            <p:nvPr/>
          </p:nvSpPr>
          <p:spPr>
            <a:xfrm>
              <a:off x="17532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20" name="Google Shape;25;p78"/>
            <p:cNvSpPr/>
            <p:nvPr/>
          </p:nvSpPr>
          <p:spPr>
            <a:xfrm>
              <a:off x="13806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21" name="Google Shape;26;p78"/>
            <p:cNvSpPr/>
            <p:nvPr/>
          </p:nvSpPr>
          <p:spPr>
            <a:xfrm>
              <a:off x="9997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22" name="Google Shape;27;p78"/>
            <p:cNvSpPr/>
            <p:nvPr/>
          </p:nvSpPr>
          <p:spPr>
            <a:xfrm>
              <a:off x="6271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23" name="Google Shape;28;p78"/>
            <p:cNvSpPr/>
            <p:nvPr/>
          </p:nvSpPr>
          <p:spPr>
            <a:xfrm>
              <a:off x="2545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124" name="Google Shape;29;p78"/>
          <p:cNvSpPr/>
          <p:nvPr/>
        </p:nvSpPr>
        <p:spPr>
          <a:xfrm flipH="1">
            <a:off x="1042920" y="6366960"/>
            <a:ext cx="4211640" cy="221400"/>
          </a:xfrm>
          <a:prstGeom prst="rect">
            <a:avLst/>
          </a:prstGeom>
          <a:noFill/>
          <a:ln w="0">
            <a:noFill/>
          </a:ln>
        </p:spPr>
        <p:style>
          <a:lnRef idx="0"/>
          <a:fillRef idx="0"/>
          <a:effectRef idx="0"/>
          <a:fontRef idx="minor"/>
        </p:style>
        <p:txBody>
          <a:bodyPr anchor="t">
            <a:noAutofit/>
          </a:bodyPr>
          <a:p>
            <a:pP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sp>
        <p:nvSpPr>
          <p:cNvPr id="125" name="Google Shape;30;p78"/>
          <p:cNvSpPr/>
          <p:nvPr/>
        </p:nvSpPr>
        <p:spPr>
          <a:xfrm>
            <a:off x="5482800" y="207000"/>
            <a:ext cx="6767280" cy="211680"/>
          </a:xfrm>
          <a:prstGeom prst="rect">
            <a:avLst/>
          </a:prstGeom>
          <a:noFill/>
          <a:ln w="0">
            <a:noFill/>
          </a:ln>
        </p:spPr>
        <p:style>
          <a:lnRef idx="0"/>
          <a:fillRef idx="0"/>
          <a:effectRef idx="0"/>
          <a:fontRef idx="minor"/>
        </p:style>
        <p:txBody>
          <a:bodyPr anchor="t">
            <a:noAutofit/>
          </a:bodyPr>
          <a:p>
            <a:pPr algn="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pic>
        <p:nvPicPr>
          <p:cNvPr id="126" name="Google Shape;31;p78"/>
          <p:cNvPicPr/>
          <p:nvPr/>
        </p:nvPicPr>
        <p:blipFill>
          <a:blip r:embed="rId3"/>
          <a:stretch/>
        </p:blipFill>
        <p:spPr>
          <a:xfrm rot="16200000">
            <a:off x="-2150640" y="3445920"/>
            <a:ext cx="5429520" cy="990720"/>
          </a:xfrm>
          <a:prstGeom prst="rect">
            <a:avLst/>
          </a:prstGeom>
          <a:noFill/>
          <a:ln w="0">
            <a:noFill/>
          </a:ln>
        </p:spPr>
      </p:pic>
      <p:grpSp>
        <p:nvGrpSpPr>
          <p:cNvPr id="127" name="Google Shape;32;p78"/>
          <p:cNvGrpSpPr/>
          <p:nvPr/>
        </p:nvGrpSpPr>
        <p:grpSpPr>
          <a:xfrm>
            <a:off x="7996680" y="6659640"/>
            <a:ext cx="4123080" cy="140040"/>
            <a:chOff x="7996680" y="6659640"/>
            <a:chExt cx="4123080" cy="140040"/>
          </a:xfrm>
        </p:grpSpPr>
        <p:sp>
          <p:nvSpPr>
            <p:cNvPr id="128" name="Google Shape;33;p78"/>
            <p:cNvSpPr/>
            <p:nvPr/>
          </p:nvSpPr>
          <p:spPr>
            <a:xfrm>
              <a:off x="117475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29" name="Google Shape;34;p78"/>
            <p:cNvSpPr/>
            <p:nvPr/>
          </p:nvSpPr>
          <p:spPr>
            <a:xfrm>
              <a:off x="113749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30" name="Google Shape;35;p78"/>
            <p:cNvSpPr/>
            <p:nvPr/>
          </p:nvSpPr>
          <p:spPr>
            <a:xfrm>
              <a:off x="109940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31" name="Google Shape;36;p78"/>
            <p:cNvSpPr/>
            <p:nvPr/>
          </p:nvSpPr>
          <p:spPr>
            <a:xfrm>
              <a:off x="106214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32" name="Google Shape;37;p78"/>
            <p:cNvSpPr/>
            <p:nvPr/>
          </p:nvSpPr>
          <p:spPr>
            <a:xfrm>
              <a:off x="102488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33" name="Google Shape;38;p78"/>
            <p:cNvSpPr/>
            <p:nvPr/>
          </p:nvSpPr>
          <p:spPr>
            <a:xfrm>
              <a:off x="98679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34" name="Google Shape;39;p78"/>
            <p:cNvSpPr/>
            <p:nvPr/>
          </p:nvSpPr>
          <p:spPr>
            <a:xfrm>
              <a:off x="94953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35" name="Google Shape;40;p78"/>
            <p:cNvSpPr/>
            <p:nvPr/>
          </p:nvSpPr>
          <p:spPr>
            <a:xfrm>
              <a:off x="91227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36" name="Google Shape;41;p78"/>
            <p:cNvSpPr/>
            <p:nvPr/>
          </p:nvSpPr>
          <p:spPr>
            <a:xfrm>
              <a:off x="87418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37" name="Google Shape;42;p78"/>
            <p:cNvSpPr/>
            <p:nvPr/>
          </p:nvSpPr>
          <p:spPr>
            <a:xfrm>
              <a:off x="83692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38" name="Google Shape;43;p78"/>
            <p:cNvSpPr/>
            <p:nvPr/>
          </p:nvSpPr>
          <p:spPr>
            <a:xfrm>
              <a:off x="79966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139" name="PlaceHolder 1"/>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lstStyle>
            <a:lvl1pPr indent="0" algn="l">
              <a:buNone/>
              <a:defRPr lang="en-US" sz="3400" b="0" u="none" strike="noStrike">
                <a:solidFill>
                  <a:srgbClr val="000000"/>
                </a:solidFill>
                <a:effectLst/>
                <a:uFillTx/>
                <a:latin typeface="Arial"/>
              </a:defRPr>
            </a:lvl1pPr>
          </a:lstStyle>
          <a:p>
            <a:pPr indent="0" algn="l">
              <a:buNone/>
            </a:pPr>
            <a:r>
              <a:rPr lang="en-US" sz="3400" b="0" u="none" strike="noStrike">
                <a:solidFill>
                  <a:srgbClr val="000000"/>
                </a:solidFill>
                <a:effectLst/>
                <a:uFillTx/>
                <a:latin typeface="Arial"/>
              </a:rPr>
              <a:t>Click to edit the title text format</a:t>
            </a:r>
            <a:endParaRPr lang="en-US" sz="3400" b="0" u="none" strike="noStrike">
              <a:solidFill>
                <a:srgbClr val="000000"/>
              </a:solidFill>
              <a:effectLst/>
              <a:uFillTx/>
              <a:latin typeface="Arial"/>
            </a:endParaRPr>
          </a:p>
        </p:txBody>
      </p:sp>
    </p:spTree>
  </p:cSld>
  <p:clrMapOvr>
    <a:masterClrMapping/>
  </p:clrMapOvr>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Title and Content 3">
    <p:bg>
      <p:bgPr>
        <a:solidFill>
          <a:schemeClr val="lt1"/>
        </a:solidFill>
      </p:bgPr>
    </p:bg>
    <p:spTree>
      <p:nvGrpSpPr>
        <p:cNvPr id="1" name=""/>
        <p:cNvGrpSpPr/>
        <p:nvPr/>
      </p:nvGrpSpPr>
      <p:grpSpPr>
        <a:xfrm>
          <a:off x="0" y="0"/>
          <a:ext cx="0" cy="0"/>
          <a:chOff x="0" y="0"/>
          <a:chExt cx="0" cy="0"/>
        </a:xfrm>
      </p:grpSpPr>
      <p:sp>
        <p:nvSpPr>
          <p:cNvPr id="140" name="Google Shape;10;p78"/>
          <p:cNvSpPr/>
          <p:nvPr/>
        </p:nvSpPr>
        <p:spPr>
          <a:xfrm>
            <a:off x="0" y="-2016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41" name="Google Shape;11;p78"/>
          <p:cNvSpPr/>
          <p:nvPr/>
        </p:nvSpPr>
        <p:spPr>
          <a:xfrm>
            <a:off x="0" y="243360"/>
            <a:ext cx="1127880" cy="6614280"/>
          </a:xfrm>
          <a:prstGeom prst="rect">
            <a:avLst/>
          </a:prstGeom>
          <a:solidFill>
            <a:schemeClr val="dk1"/>
          </a:soli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pic>
        <p:nvPicPr>
          <p:cNvPr id="142" name="Google Shape;14;p78"/>
          <p:cNvPicPr/>
          <p:nvPr/>
        </p:nvPicPr>
        <p:blipFill>
          <a:blip r:embed="rId2"/>
          <a:stretch/>
        </p:blipFill>
        <p:spPr>
          <a:xfrm>
            <a:off x="99720" y="231480"/>
            <a:ext cx="928440" cy="928440"/>
          </a:xfrm>
          <a:prstGeom prst="rect">
            <a:avLst/>
          </a:prstGeom>
          <a:noFill/>
          <a:ln w="0">
            <a:noFill/>
          </a:ln>
        </p:spPr>
      </p:pic>
      <p:sp>
        <p:nvSpPr>
          <p:cNvPr id="143" name="Google Shape;16;p78"/>
          <p:cNvSpPr/>
          <p:nvPr/>
        </p:nvSpPr>
        <p:spPr>
          <a:xfrm>
            <a:off x="0" y="659448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nvGrpSpPr>
          <p:cNvPr id="144" name="Google Shape;17;p78"/>
          <p:cNvGrpSpPr/>
          <p:nvPr/>
        </p:nvGrpSpPr>
        <p:grpSpPr>
          <a:xfrm>
            <a:off x="254520" y="37080"/>
            <a:ext cx="4123080" cy="140040"/>
            <a:chOff x="254520" y="37080"/>
            <a:chExt cx="4123080" cy="140040"/>
          </a:xfrm>
        </p:grpSpPr>
        <p:sp>
          <p:nvSpPr>
            <p:cNvPr id="145" name="Google Shape;18;p78"/>
            <p:cNvSpPr/>
            <p:nvPr/>
          </p:nvSpPr>
          <p:spPr>
            <a:xfrm>
              <a:off x="40053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46" name="Google Shape;19;p78"/>
            <p:cNvSpPr/>
            <p:nvPr/>
          </p:nvSpPr>
          <p:spPr>
            <a:xfrm>
              <a:off x="36327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47" name="Google Shape;20;p78"/>
            <p:cNvSpPr/>
            <p:nvPr/>
          </p:nvSpPr>
          <p:spPr>
            <a:xfrm>
              <a:off x="32518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48" name="Google Shape;21;p78"/>
            <p:cNvSpPr/>
            <p:nvPr/>
          </p:nvSpPr>
          <p:spPr>
            <a:xfrm>
              <a:off x="28792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49" name="Google Shape;22;p78"/>
            <p:cNvSpPr/>
            <p:nvPr/>
          </p:nvSpPr>
          <p:spPr>
            <a:xfrm>
              <a:off x="25066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50" name="Google Shape;23;p78"/>
            <p:cNvSpPr/>
            <p:nvPr/>
          </p:nvSpPr>
          <p:spPr>
            <a:xfrm>
              <a:off x="21258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51" name="Google Shape;24;p78"/>
            <p:cNvSpPr/>
            <p:nvPr/>
          </p:nvSpPr>
          <p:spPr>
            <a:xfrm>
              <a:off x="17532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52" name="Google Shape;25;p78"/>
            <p:cNvSpPr/>
            <p:nvPr/>
          </p:nvSpPr>
          <p:spPr>
            <a:xfrm>
              <a:off x="13806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53" name="Google Shape;26;p78"/>
            <p:cNvSpPr/>
            <p:nvPr/>
          </p:nvSpPr>
          <p:spPr>
            <a:xfrm>
              <a:off x="9997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54" name="Google Shape;27;p78"/>
            <p:cNvSpPr/>
            <p:nvPr/>
          </p:nvSpPr>
          <p:spPr>
            <a:xfrm>
              <a:off x="6271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55" name="Google Shape;28;p78"/>
            <p:cNvSpPr/>
            <p:nvPr/>
          </p:nvSpPr>
          <p:spPr>
            <a:xfrm>
              <a:off x="2545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156" name="Google Shape;29;p78"/>
          <p:cNvSpPr/>
          <p:nvPr/>
        </p:nvSpPr>
        <p:spPr>
          <a:xfrm flipH="1">
            <a:off x="1042920" y="6366960"/>
            <a:ext cx="4211640" cy="221400"/>
          </a:xfrm>
          <a:prstGeom prst="rect">
            <a:avLst/>
          </a:prstGeom>
          <a:noFill/>
          <a:ln w="0">
            <a:noFill/>
          </a:ln>
        </p:spPr>
        <p:style>
          <a:lnRef idx="0"/>
          <a:fillRef idx="0"/>
          <a:effectRef idx="0"/>
          <a:fontRef idx="minor"/>
        </p:style>
        <p:txBody>
          <a:bodyPr anchor="t">
            <a:noAutofit/>
          </a:bodyPr>
          <a:p>
            <a:pP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sp>
        <p:nvSpPr>
          <p:cNvPr id="157" name="Google Shape;30;p78"/>
          <p:cNvSpPr/>
          <p:nvPr/>
        </p:nvSpPr>
        <p:spPr>
          <a:xfrm>
            <a:off x="5482800" y="207000"/>
            <a:ext cx="6767280" cy="211680"/>
          </a:xfrm>
          <a:prstGeom prst="rect">
            <a:avLst/>
          </a:prstGeom>
          <a:noFill/>
          <a:ln w="0">
            <a:noFill/>
          </a:ln>
        </p:spPr>
        <p:style>
          <a:lnRef idx="0"/>
          <a:fillRef idx="0"/>
          <a:effectRef idx="0"/>
          <a:fontRef idx="minor"/>
        </p:style>
        <p:txBody>
          <a:bodyPr anchor="t">
            <a:noAutofit/>
          </a:bodyPr>
          <a:p>
            <a:pPr algn="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pic>
        <p:nvPicPr>
          <p:cNvPr id="158" name="Google Shape;31;p78"/>
          <p:cNvPicPr/>
          <p:nvPr/>
        </p:nvPicPr>
        <p:blipFill>
          <a:blip r:embed="rId3"/>
          <a:stretch/>
        </p:blipFill>
        <p:spPr>
          <a:xfrm rot="16200000">
            <a:off x="-2150640" y="3445920"/>
            <a:ext cx="5429520" cy="990720"/>
          </a:xfrm>
          <a:prstGeom prst="rect">
            <a:avLst/>
          </a:prstGeom>
          <a:noFill/>
          <a:ln w="0">
            <a:noFill/>
          </a:ln>
        </p:spPr>
      </p:pic>
      <p:grpSp>
        <p:nvGrpSpPr>
          <p:cNvPr id="159" name="Google Shape;32;p78"/>
          <p:cNvGrpSpPr/>
          <p:nvPr/>
        </p:nvGrpSpPr>
        <p:grpSpPr>
          <a:xfrm>
            <a:off x="7996680" y="6659640"/>
            <a:ext cx="4123080" cy="140040"/>
            <a:chOff x="7996680" y="6659640"/>
            <a:chExt cx="4123080" cy="140040"/>
          </a:xfrm>
        </p:grpSpPr>
        <p:sp>
          <p:nvSpPr>
            <p:cNvPr id="160" name="Google Shape;33;p78"/>
            <p:cNvSpPr/>
            <p:nvPr/>
          </p:nvSpPr>
          <p:spPr>
            <a:xfrm>
              <a:off x="117475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61" name="Google Shape;34;p78"/>
            <p:cNvSpPr/>
            <p:nvPr/>
          </p:nvSpPr>
          <p:spPr>
            <a:xfrm>
              <a:off x="113749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62" name="Google Shape;35;p78"/>
            <p:cNvSpPr/>
            <p:nvPr/>
          </p:nvSpPr>
          <p:spPr>
            <a:xfrm>
              <a:off x="109940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63" name="Google Shape;36;p78"/>
            <p:cNvSpPr/>
            <p:nvPr/>
          </p:nvSpPr>
          <p:spPr>
            <a:xfrm>
              <a:off x="106214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64" name="Google Shape;37;p78"/>
            <p:cNvSpPr/>
            <p:nvPr/>
          </p:nvSpPr>
          <p:spPr>
            <a:xfrm>
              <a:off x="102488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65" name="Google Shape;38;p78"/>
            <p:cNvSpPr/>
            <p:nvPr/>
          </p:nvSpPr>
          <p:spPr>
            <a:xfrm>
              <a:off x="98679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66" name="Google Shape;39;p78"/>
            <p:cNvSpPr/>
            <p:nvPr/>
          </p:nvSpPr>
          <p:spPr>
            <a:xfrm>
              <a:off x="94953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67" name="Google Shape;40;p78"/>
            <p:cNvSpPr/>
            <p:nvPr/>
          </p:nvSpPr>
          <p:spPr>
            <a:xfrm>
              <a:off x="91227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68" name="Google Shape;41;p78"/>
            <p:cNvSpPr/>
            <p:nvPr/>
          </p:nvSpPr>
          <p:spPr>
            <a:xfrm>
              <a:off x="87418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69" name="Google Shape;42;p78"/>
            <p:cNvSpPr/>
            <p:nvPr/>
          </p:nvSpPr>
          <p:spPr>
            <a:xfrm>
              <a:off x="83692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70" name="Google Shape;43;p78"/>
            <p:cNvSpPr/>
            <p:nvPr/>
          </p:nvSpPr>
          <p:spPr>
            <a:xfrm>
              <a:off x="79966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171" name="PlaceHolder 1"/>
          <p:cNvSpPr>
            <a:spLocks noGrp="1"/>
          </p:cNvSpPr>
          <p:nvPr>
            <p:ph type="body"/>
          </p:nvPr>
        </p:nvSpPr>
        <p:spPr>
          <a:xfrm>
            <a:off x="1510200" y="1188720"/>
            <a:ext cx="10361160" cy="5131440"/>
          </a:xfrm>
          <a:prstGeom prst="rect">
            <a:avLst/>
          </a:prstGeom>
          <a:noFill/>
          <a:ln w="0">
            <a:noFill/>
          </a:ln>
        </p:spPr>
        <p:txBody>
          <a:bodyPr lIns="91440" tIns="91440" rIns="91440" bIns="91440" anchor="t">
            <a:noAutofit/>
          </a:bodyPr>
          <a:lstStyle>
            <a:lvl1pPr algn="l">
              <a:spcBef>
                <a:spcPts val="1417"/>
              </a:spcBef>
              <a:buClr>
                <a:srgbClr val="000000"/>
              </a:buClr>
              <a:buSzPct val="45000"/>
              <a:buFont typeface="Wingdings" charset="2"/>
              <a:buChar char=""/>
              <a:defRPr lang="en-US" sz="26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6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6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6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6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6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600" b="0" u="none" strike="noStrike">
                <a:solidFill>
                  <a:srgbClr val="000000"/>
                </a:solidFill>
                <a:effectLst/>
                <a:uFillTx/>
                <a:latin typeface="Arial"/>
              </a:defRPr>
            </a:lvl7pPr>
          </a:lstStyle>
          <a:p>
            <a:pPr marL="457200" indent="-330120" algn="l">
              <a:spcBef>
                <a:spcPts val="1417"/>
              </a:spcBef>
              <a:buClr>
                <a:srgbClr val="000000"/>
              </a:buClr>
              <a:buSzPct val="45000"/>
              <a:buFont typeface="Wingdings" charset="2"/>
              <a:buChar char=""/>
            </a:pPr>
            <a:r>
              <a:rPr lang="en-US" sz="2600" b="0" u="none" strike="noStrike">
                <a:solidFill>
                  <a:srgbClr val="000000"/>
                </a:solidFill>
                <a:effectLst/>
                <a:uFillTx/>
                <a:latin typeface="Arial"/>
              </a:rPr>
              <a:t>Click to edit the outline text format</a:t>
            </a:r>
            <a:endParaRPr lang="en-US" sz="2600" b="0" u="none" strike="noStrike">
              <a:solidFill>
                <a:srgbClr val="000000"/>
              </a:solidFill>
              <a:effectLst/>
              <a:uFillTx/>
              <a:latin typeface="Arial"/>
            </a:endParaRPr>
          </a:p>
          <a:p>
            <a:pPr marL="914400" lvl="1" indent="-317520" algn="l">
              <a:spcBef>
                <a:spcPts val="1134"/>
              </a:spcBef>
              <a:buClr>
                <a:srgbClr val="000000"/>
              </a:buClr>
              <a:buSzPct val="75000"/>
              <a:buFont typeface="Symbol" charset="2"/>
              <a:buChar char=""/>
            </a:pPr>
            <a:r>
              <a:rPr lang="en-US" sz="2600" b="0" u="none" strike="noStrike">
                <a:solidFill>
                  <a:srgbClr val="000000"/>
                </a:solidFill>
                <a:effectLst/>
                <a:uFillTx/>
                <a:latin typeface="Arial"/>
              </a:rPr>
              <a:t>Second Outline Level</a:t>
            </a:r>
            <a:endParaRPr lang="en-US" sz="2600" b="0" u="none" strike="noStrike">
              <a:solidFill>
                <a:srgbClr val="000000"/>
              </a:solidFill>
              <a:effectLst/>
              <a:uFillTx/>
              <a:latin typeface="Arial"/>
            </a:endParaRPr>
          </a:p>
          <a:p>
            <a:pPr marL="1371600" lvl="2" indent="-298440" algn="l">
              <a:spcBef>
                <a:spcPts val="850"/>
              </a:spcBef>
              <a:buClr>
                <a:srgbClr val="000000"/>
              </a:buClr>
              <a:buSzPct val="45000"/>
              <a:buFont typeface="Wingdings" charset="2"/>
              <a:buChar char=""/>
            </a:pPr>
            <a:r>
              <a:rPr lang="en-US" sz="2600" b="0" u="none" strike="noStrike">
                <a:solidFill>
                  <a:srgbClr val="000000"/>
                </a:solidFill>
                <a:effectLst/>
                <a:uFillTx/>
                <a:latin typeface="Arial"/>
              </a:rPr>
              <a:t>Third Outline Level</a:t>
            </a:r>
            <a:endParaRPr lang="en-US" sz="2600" b="0" u="none" strike="noStrike">
              <a:solidFill>
                <a:srgbClr val="000000"/>
              </a:solidFill>
              <a:effectLst/>
              <a:uFillTx/>
              <a:latin typeface="Arial"/>
            </a:endParaRPr>
          </a:p>
          <a:p>
            <a:pPr marL="1828800" lvl="3" indent="-291960" algn="l">
              <a:spcBef>
                <a:spcPts val="567"/>
              </a:spcBef>
              <a:buClr>
                <a:srgbClr val="000000"/>
              </a:buClr>
              <a:buSzPct val="75000"/>
              <a:buFont typeface="Symbol" charset="2"/>
              <a:buChar char=""/>
            </a:pPr>
            <a:r>
              <a:rPr lang="en-US" sz="2600" b="0" u="none" strike="noStrike">
                <a:solidFill>
                  <a:srgbClr val="000000"/>
                </a:solidFill>
                <a:effectLst/>
                <a:uFillTx/>
                <a:latin typeface="Arial"/>
              </a:rPr>
              <a:t>Fourth Outline Level</a:t>
            </a:r>
            <a:endParaRPr lang="en-US" sz="2600" b="0" u="none" strike="noStrike">
              <a:solidFill>
                <a:srgbClr val="000000"/>
              </a:solidFill>
              <a:effectLst/>
              <a:uFillTx/>
              <a:latin typeface="Arial"/>
            </a:endParaRPr>
          </a:p>
          <a:p>
            <a:pPr marL="2286000" lvl="4" indent="-291960" algn="l">
              <a:spcBef>
                <a:spcPts val="283"/>
              </a:spcBef>
              <a:buClr>
                <a:srgbClr val="000000"/>
              </a:buClr>
              <a:buSzPct val="45000"/>
              <a:buFont typeface="Wingdings" charset="2"/>
              <a:buChar char=""/>
            </a:pPr>
            <a:r>
              <a:rPr lang="en-US" sz="2600" b="0" u="none" strike="noStrike">
                <a:solidFill>
                  <a:srgbClr val="000000"/>
                </a:solidFill>
                <a:effectLst/>
                <a:uFillTx/>
                <a:latin typeface="Arial"/>
              </a:rPr>
              <a:t>Fifth Outline Level</a:t>
            </a:r>
            <a:endParaRPr lang="en-US" sz="2600" b="0" u="none" strike="noStrike">
              <a:solidFill>
                <a:srgbClr val="000000"/>
              </a:solidFill>
              <a:effectLst/>
              <a:uFillTx/>
              <a:latin typeface="Arial"/>
            </a:endParaRPr>
          </a:p>
          <a:p>
            <a:pPr marL="2743200" lvl="5" indent="-291960" algn="l">
              <a:spcBef>
                <a:spcPts val="283"/>
              </a:spcBef>
              <a:buClr>
                <a:srgbClr val="000000"/>
              </a:buClr>
              <a:buSzPct val="45000"/>
              <a:buFont typeface="Wingdings" charset="2"/>
              <a:buChar char=""/>
            </a:pPr>
            <a:r>
              <a:rPr lang="en-US" sz="2600" b="0" u="none" strike="noStrike">
                <a:solidFill>
                  <a:srgbClr val="000000"/>
                </a:solidFill>
                <a:effectLst/>
                <a:uFillTx/>
                <a:latin typeface="Arial"/>
              </a:rPr>
              <a:t>Sixth Outline Level</a:t>
            </a:r>
            <a:endParaRPr lang="en-US" sz="2600" b="0" u="none" strike="noStrike">
              <a:solidFill>
                <a:srgbClr val="000000"/>
              </a:solidFill>
              <a:effectLst/>
              <a:uFillTx/>
              <a:latin typeface="Arial"/>
            </a:endParaRPr>
          </a:p>
          <a:p>
            <a:pPr marL="3200400" lvl="6" indent="-291960" algn="l">
              <a:spcBef>
                <a:spcPts val="283"/>
              </a:spcBef>
              <a:buClr>
                <a:srgbClr val="000000"/>
              </a:buClr>
              <a:buSzPct val="45000"/>
              <a:buFont typeface="Wingdings" charset="2"/>
              <a:buChar char=""/>
            </a:pPr>
            <a:r>
              <a:rPr lang="en-US" sz="2600" b="0" u="none" strike="noStrike">
                <a:solidFill>
                  <a:srgbClr val="000000"/>
                </a:solidFill>
                <a:effectLst/>
                <a:uFillTx/>
                <a:latin typeface="Arial"/>
              </a:rPr>
              <a:t>Seventh Outline Level</a:t>
            </a:r>
            <a:endParaRPr lang="en-US" sz="2600" b="0" u="none" strike="noStrike">
              <a:solidFill>
                <a:srgbClr val="000000"/>
              </a:solidFill>
              <a:effectLst/>
              <a:uFillTx/>
              <a:latin typeface="Arial"/>
            </a:endParaRPr>
          </a:p>
        </p:txBody>
      </p:sp>
      <p:sp>
        <p:nvSpPr>
          <p:cNvPr id="172" name="Google Shape;90;p90"/>
          <p:cNvSpPr/>
          <p:nvPr/>
        </p:nvSpPr>
        <p:spPr>
          <a:xfrm>
            <a:off x="3657600" y="6553080"/>
            <a:ext cx="4876560" cy="245880"/>
          </a:xfrm>
          <a:prstGeom prst="rect">
            <a:avLst/>
          </a:prstGeom>
          <a:noFill/>
          <a:ln w="0">
            <a:noFill/>
          </a:ln>
        </p:spPr>
        <p:style>
          <a:lnRef idx="0"/>
          <a:fillRef idx="0"/>
          <a:effectRef idx="0"/>
          <a:fontRef idx="minor"/>
        </p:style>
        <p:txBody>
          <a:bodyPr anchor="t">
            <a:noAutofit/>
          </a:bodyPr>
          <a:p>
            <a:pPr/>
            <a:endParaRPr lang="en-US" sz="1400" b="0" u="none" strike="noStrike">
              <a:solidFill>
                <a:srgbClr val="000000"/>
              </a:solidFill>
              <a:effectLst/>
              <a:uFillTx/>
              <a:latin typeface="Arial"/>
            </a:endParaRPr>
          </a:p>
        </p:txBody>
      </p:sp>
      <p:sp>
        <p:nvSpPr>
          <p:cNvPr id="173" name="Google Shape;91;p90"/>
          <p:cNvSpPr/>
          <p:nvPr/>
        </p:nvSpPr>
        <p:spPr>
          <a:xfrm>
            <a:off x="3657600" y="0"/>
            <a:ext cx="4876560" cy="245880"/>
          </a:xfrm>
          <a:prstGeom prst="rect">
            <a:avLst/>
          </a:prstGeom>
          <a:noFill/>
          <a:ln w="0">
            <a:noFill/>
          </a:ln>
        </p:spPr>
        <p:style>
          <a:lnRef idx="0"/>
          <a:fillRef idx="0"/>
          <a:effectRef idx="0"/>
          <a:fontRef idx="minor"/>
        </p:style>
        <p:txBody>
          <a:bodyPr anchor="t">
            <a:noAutofit/>
          </a:bodyPr>
          <a:p>
            <a:pPr/>
            <a:endParaRPr lang="en-US" sz="1400" b="0" u="none" strike="noStrike">
              <a:solidFill>
                <a:srgbClr val="000000"/>
              </a:solidFill>
              <a:effectLst/>
              <a:uFillTx/>
              <a:latin typeface="Arial"/>
            </a:endParaRPr>
          </a:p>
        </p:txBody>
      </p:sp>
      <p:sp>
        <p:nvSpPr>
          <p:cNvPr id="174"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lstStyle>
            <a:lvl1pPr indent="0" algn="l">
              <a:buNone/>
              <a:defRPr lang="en-US" sz="3400" b="0" u="none" strike="noStrike">
                <a:solidFill>
                  <a:srgbClr val="000000"/>
                </a:solidFill>
                <a:effectLst/>
                <a:uFillTx/>
                <a:latin typeface="Arial"/>
              </a:defRPr>
            </a:lvl1pPr>
          </a:lstStyle>
          <a:p>
            <a:pPr indent="0" algn="l">
              <a:buNone/>
            </a:pPr>
            <a:r>
              <a:rPr lang="en-US" sz="3400" b="0" u="none" strike="noStrike">
                <a:solidFill>
                  <a:srgbClr val="000000"/>
                </a:solidFill>
                <a:effectLst/>
                <a:uFillTx/>
                <a:latin typeface="Arial"/>
              </a:rPr>
              <a:t>Click to edit the title text format</a:t>
            </a:r>
            <a:endParaRPr lang="en-US" sz="3400" b="0" u="none" strike="noStrike">
              <a:solidFill>
                <a:srgbClr val="000000"/>
              </a:solidFill>
              <a:effectLst/>
              <a:uFillTx/>
              <a:latin typeface="Arial"/>
            </a:endParaRPr>
          </a:p>
        </p:txBody>
      </p:sp>
    </p:spTree>
  </p:cSld>
  <p:clrMapOvr>
    <a:masterClrMapping/>
  </p:clrMapOvr>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Slide">
    <p:bg>
      <p:bgPr>
        <a:solidFill>
          <a:schemeClr val="lt1"/>
        </a:solidFill>
      </p:bgPr>
    </p:bg>
    <p:spTree>
      <p:nvGrpSpPr>
        <p:cNvPr id="1" name=""/>
        <p:cNvGrpSpPr/>
        <p:nvPr/>
      </p:nvGrpSpPr>
      <p:grpSpPr>
        <a:xfrm>
          <a:off x="0" y="0"/>
          <a:ext cx="0" cy="0"/>
          <a:chOff x="0" y="0"/>
          <a:chExt cx="0" cy="0"/>
        </a:xfrm>
      </p:grpSpPr>
      <p:sp>
        <p:nvSpPr>
          <p:cNvPr id="175" name="Google Shape;10;p78"/>
          <p:cNvSpPr/>
          <p:nvPr/>
        </p:nvSpPr>
        <p:spPr>
          <a:xfrm>
            <a:off x="0" y="-2016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76" name="Google Shape;11;p78"/>
          <p:cNvSpPr/>
          <p:nvPr/>
        </p:nvSpPr>
        <p:spPr>
          <a:xfrm>
            <a:off x="0" y="243360"/>
            <a:ext cx="1127880" cy="6614280"/>
          </a:xfrm>
          <a:prstGeom prst="rect">
            <a:avLst/>
          </a:prstGeom>
          <a:solidFill>
            <a:schemeClr val="dk1"/>
          </a:soli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pic>
        <p:nvPicPr>
          <p:cNvPr id="177" name="Google Shape;14;p78"/>
          <p:cNvPicPr/>
          <p:nvPr/>
        </p:nvPicPr>
        <p:blipFill>
          <a:blip r:embed="rId2"/>
          <a:stretch/>
        </p:blipFill>
        <p:spPr>
          <a:xfrm>
            <a:off x="99720" y="231480"/>
            <a:ext cx="928440" cy="928440"/>
          </a:xfrm>
          <a:prstGeom prst="rect">
            <a:avLst/>
          </a:prstGeom>
          <a:noFill/>
          <a:ln w="0">
            <a:noFill/>
          </a:ln>
        </p:spPr>
      </p:pic>
      <p:sp>
        <p:nvSpPr>
          <p:cNvPr id="178" name="Google Shape;16;p78"/>
          <p:cNvSpPr/>
          <p:nvPr/>
        </p:nvSpPr>
        <p:spPr>
          <a:xfrm>
            <a:off x="0" y="659448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nvGrpSpPr>
          <p:cNvPr id="179" name="Google Shape;17;p78"/>
          <p:cNvGrpSpPr/>
          <p:nvPr/>
        </p:nvGrpSpPr>
        <p:grpSpPr>
          <a:xfrm>
            <a:off x="254520" y="37080"/>
            <a:ext cx="4123080" cy="140040"/>
            <a:chOff x="254520" y="37080"/>
            <a:chExt cx="4123080" cy="140040"/>
          </a:xfrm>
        </p:grpSpPr>
        <p:sp>
          <p:nvSpPr>
            <p:cNvPr id="180" name="Google Shape;18;p78"/>
            <p:cNvSpPr/>
            <p:nvPr/>
          </p:nvSpPr>
          <p:spPr>
            <a:xfrm>
              <a:off x="40053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81" name="Google Shape;19;p78"/>
            <p:cNvSpPr/>
            <p:nvPr/>
          </p:nvSpPr>
          <p:spPr>
            <a:xfrm>
              <a:off x="36327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82" name="Google Shape;20;p78"/>
            <p:cNvSpPr/>
            <p:nvPr/>
          </p:nvSpPr>
          <p:spPr>
            <a:xfrm>
              <a:off x="32518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83" name="Google Shape;21;p78"/>
            <p:cNvSpPr/>
            <p:nvPr/>
          </p:nvSpPr>
          <p:spPr>
            <a:xfrm>
              <a:off x="28792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84" name="Google Shape;22;p78"/>
            <p:cNvSpPr/>
            <p:nvPr/>
          </p:nvSpPr>
          <p:spPr>
            <a:xfrm>
              <a:off x="25066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85" name="Google Shape;23;p78"/>
            <p:cNvSpPr/>
            <p:nvPr/>
          </p:nvSpPr>
          <p:spPr>
            <a:xfrm>
              <a:off x="21258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86" name="Google Shape;24;p78"/>
            <p:cNvSpPr/>
            <p:nvPr/>
          </p:nvSpPr>
          <p:spPr>
            <a:xfrm>
              <a:off x="17532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87" name="Google Shape;25;p78"/>
            <p:cNvSpPr/>
            <p:nvPr/>
          </p:nvSpPr>
          <p:spPr>
            <a:xfrm>
              <a:off x="13806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88" name="Google Shape;26;p78"/>
            <p:cNvSpPr/>
            <p:nvPr/>
          </p:nvSpPr>
          <p:spPr>
            <a:xfrm>
              <a:off x="9997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89" name="Google Shape;27;p78"/>
            <p:cNvSpPr/>
            <p:nvPr/>
          </p:nvSpPr>
          <p:spPr>
            <a:xfrm>
              <a:off x="6271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90" name="Google Shape;28;p78"/>
            <p:cNvSpPr/>
            <p:nvPr/>
          </p:nvSpPr>
          <p:spPr>
            <a:xfrm>
              <a:off x="2545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191" name="Google Shape;29;p78"/>
          <p:cNvSpPr/>
          <p:nvPr/>
        </p:nvSpPr>
        <p:spPr>
          <a:xfrm flipH="1">
            <a:off x="1042920" y="6366960"/>
            <a:ext cx="4211640" cy="221400"/>
          </a:xfrm>
          <a:prstGeom prst="rect">
            <a:avLst/>
          </a:prstGeom>
          <a:noFill/>
          <a:ln w="0">
            <a:noFill/>
          </a:ln>
        </p:spPr>
        <p:style>
          <a:lnRef idx="0"/>
          <a:fillRef idx="0"/>
          <a:effectRef idx="0"/>
          <a:fontRef idx="minor"/>
        </p:style>
        <p:txBody>
          <a:bodyPr anchor="t">
            <a:noAutofit/>
          </a:bodyPr>
          <a:p>
            <a:pP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sp>
        <p:nvSpPr>
          <p:cNvPr id="192" name="Google Shape;30;p78"/>
          <p:cNvSpPr/>
          <p:nvPr/>
        </p:nvSpPr>
        <p:spPr>
          <a:xfrm>
            <a:off x="5482800" y="207000"/>
            <a:ext cx="6767280" cy="211680"/>
          </a:xfrm>
          <a:prstGeom prst="rect">
            <a:avLst/>
          </a:prstGeom>
          <a:noFill/>
          <a:ln w="0">
            <a:noFill/>
          </a:ln>
        </p:spPr>
        <p:style>
          <a:lnRef idx="0"/>
          <a:fillRef idx="0"/>
          <a:effectRef idx="0"/>
          <a:fontRef idx="minor"/>
        </p:style>
        <p:txBody>
          <a:bodyPr anchor="t">
            <a:noAutofit/>
          </a:bodyPr>
          <a:p>
            <a:pPr algn="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pic>
        <p:nvPicPr>
          <p:cNvPr id="193" name="Google Shape;31;p78"/>
          <p:cNvPicPr/>
          <p:nvPr/>
        </p:nvPicPr>
        <p:blipFill>
          <a:blip r:embed="rId3"/>
          <a:stretch/>
        </p:blipFill>
        <p:spPr>
          <a:xfrm rot="16200000">
            <a:off x="-2150640" y="3445920"/>
            <a:ext cx="5429520" cy="990720"/>
          </a:xfrm>
          <a:prstGeom prst="rect">
            <a:avLst/>
          </a:prstGeom>
          <a:noFill/>
          <a:ln w="0">
            <a:noFill/>
          </a:ln>
        </p:spPr>
      </p:pic>
      <p:grpSp>
        <p:nvGrpSpPr>
          <p:cNvPr id="194" name="Google Shape;32;p78"/>
          <p:cNvGrpSpPr/>
          <p:nvPr/>
        </p:nvGrpSpPr>
        <p:grpSpPr>
          <a:xfrm>
            <a:off x="7996680" y="6659640"/>
            <a:ext cx="4123080" cy="140040"/>
            <a:chOff x="7996680" y="6659640"/>
            <a:chExt cx="4123080" cy="140040"/>
          </a:xfrm>
        </p:grpSpPr>
        <p:sp>
          <p:nvSpPr>
            <p:cNvPr id="195" name="Google Shape;33;p78"/>
            <p:cNvSpPr/>
            <p:nvPr/>
          </p:nvSpPr>
          <p:spPr>
            <a:xfrm>
              <a:off x="117475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96" name="Google Shape;34;p78"/>
            <p:cNvSpPr/>
            <p:nvPr/>
          </p:nvSpPr>
          <p:spPr>
            <a:xfrm>
              <a:off x="113749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97" name="Google Shape;35;p78"/>
            <p:cNvSpPr/>
            <p:nvPr/>
          </p:nvSpPr>
          <p:spPr>
            <a:xfrm>
              <a:off x="109940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98" name="Google Shape;36;p78"/>
            <p:cNvSpPr/>
            <p:nvPr/>
          </p:nvSpPr>
          <p:spPr>
            <a:xfrm>
              <a:off x="106214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199" name="Google Shape;37;p78"/>
            <p:cNvSpPr/>
            <p:nvPr/>
          </p:nvSpPr>
          <p:spPr>
            <a:xfrm>
              <a:off x="102488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00" name="Google Shape;38;p78"/>
            <p:cNvSpPr/>
            <p:nvPr/>
          </p:nvSpPr>
          <p:spPr>
            <a:xfrm>
              <a:off x="98679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01" name="Google Shape;39;p78"/>
            <p:cNvSpPr/>
            <p:nvPr/>
          </p:nvSpPr>
          <p:spPr>
            <a:xfrm>
              <a:off x="94953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02" name="Google Shape;40;p78"/>
            <p:cNvSpPr/>
            <p:nvPr/>
          </p:nvSpPr>
          <p:spPr>
            <a:xfrm>
              <a:off x="91227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03" name="Google Shape;41;p78"/>
            <p:cNvSpPr/>
            <p:nvPr/>
          </p:nvSpPr>
          <p:spPr>
            <a:xfrm>
              <a:off x="87418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04" name="Google Shape;42;p78"/>
            <p:cNvSpPr/>
            <p:nvPr/>
          </p:nvSpPr>
          <p:spPr>
            <a:xfrm>
              <a:off x="83692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05" name="Google Shape;43;p78"/>
            <p:cNvSpPr/>
            <p:nvPr/>
          </p:nvSpPr>
          <p:spPr>
            <a:xfrm>
              <a:off x="79966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206" name="PlaceHolder 1"/>
          <p:cNvSpPr>
            <a:spLocks noGrp="1"/>
          </p:cNvSpPr>
          <p:nvPr>
            <p:ph type="title"/>
          </p:nvPr>
        </p:nvSpPr>
        <p:spPr>
          <a:xfrm>
            <a:off x="2062440" y="898920"/>
            <a:ext cx="9143640" cy="2387160"/>
          </a:xfrm>
          <a:prstGeom prst="rect">
            <a:avLst/>
          </a:prstGeom>
          <a:noFill/>
          <a:ln w="0">
            <a:noFill/>
          </a:ln>
        </p:spPr>
        <p:txBody>
          <a:bodyPr lIns="91440" tIns="91440" rIns="91440" bIns="91440" anchor="b">
            <a:noAutofit/>
          </a:bodyPr>
          <a:lstStyle>
            <a:lvl1pPr indent="0" algn="l">
              <a:buNone/>
              <a:defRPr lang="en-US" sz="4000" b="0" u="none" strike="noStrike">
                <a:solidFill>
                  <a:srgbClr val="000000"/>
                </a:solidFill>
                <a:effectLst/>
                <a:uFillTx/>
                <a:latin typeface="Arial"/>
              </a:defRPr>
            </a:lvl1pPr>
          </a:lstStyle>
          <a:p>
            <a:pPr indent="0" algn="l">
              <a:buNone/>
            </a:pPr>
            <a:r>
              <a:rPr lang="en-US" sz="4000" b="0" u="none" strike="noStrike">
                <a:solidFill>
                  <a:srgbClr val="000000"/>
                </a:solidFill>
                <a:effectLst/>
                <a:uFillTx/>
                <a:latin typeface="Arial"/>
              </a:rPr>
              <a:t>Click to edit the title text format</a:t>
            </a:r>
            <a:endParaRPr lang="en-US" sz="4000" b="0" u="none" strike="noStrike">
              <a:solidFill>
                <a:srgbClr val="000000"/>
              </a:solidFill>
              <a:effectLst/>
              <a:uFillTx/>
              <a:latin typeface="Arial"/>
            </a:endParaRPr>
          </a:p>
        </p:txBody>
      </p:sp>
      <p:sp>
        <p:nvSpPr>
          <p:cNvPr id="207"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400" b="0" u="none" strike="noStrike">
                <a:solidFill>
                  <a:srgbClr val="000000"/>
                </a:solidFill>
                <a:effectLst/>
                <a:uFillTx/>
                <a:latin typeface="Arial"/>
              </a:rPr>
              <a:t>Click to edit the outline text format</a:t>
            </a:r>
            <a:endParaRPr lang="en-US" sz="14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400" b="0" u="none" strike="noStrike">
                <a:solidFill>
                  <a:srgbClr val="000000"/>
                </a:solidFill>
                <a:effectLst/>
                <a:uFillTx/>
                <a:latin typeface="Arial"/>
              </a:rPr>
              <a:t>Second Outline Level</a:t>
            </a:r>
            <a:endParaRPr lang="en-US" sz="14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400" b="0" u="none" strike="noStrike">
                <a:solidFill>
                  <a:srgbClr val="000000"/>
                </a:solidFill>
                <a:effectLst/>
                <a:uFillTx/>
                <a:latin typeface="Arial"/>
              </a:rPr>
              <a:t>Third Outline Level</a:t>
            </a:r>
            <a:endParaRPr lang="en-US" sz="1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400" b="0" u="none" strike="noStrike">
                <a:solidFill>
                  <a:srgbClr val="000000"/>
                </a:solidFill>
                <a:effectLst/>
                <a:uFillTx/>
                <a:latin typeface="Arial"/>
              </a:rPr>
              <a:t>Fourth Outline Level</a:t>
            </a:r>
            <a:endParaRPr lang="en-US" sz="14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Ovr>
    <a:masterClrMapping/>
  </p:clrMapOvr>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and Content">
    <p:bg>
      <p:bgPr>
        <a:solidFill>
          <a:schemeClr val="lt1"/>
        </a:solidFill>
      </p:bgPr>
    </p:bg>
    <p:spTree>
      <p:nvGrpSpPr>
        <p:cNvPr id="1" name=""/>
        <p:cNvGrpSpPr/>
        <p:nvPr/>
      </p:nvGrpSpPr>
      <p:grpSpPr>
        <a:xfrm>
          <a:off x="0" y="0"/>
          <a:ext cx="0" cy="0"/>
          <a:chOff x="0" y="0"/>
          <a:chExt cx="0" cy="0"/>
        </a:xfrm>
      </p:grpSpPr>
      <p:sp>
        <p:nvSpPr>
          <p:cNvPr id="208" name="Google Shape;10;p78"/>
          <p:cNvSpPr/>
          <p:nvPr/>
        </p:nvSpPr>
        <p:spPr>
          <a:xfrm>
            <a:off x="0" y="-2016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09" name="Google Shape;11;p78"/>
          <p:cNvSpPr/>
          <p:nvPr/>
        </p:nvSpPr>
        <p:spPr>
          <a:xfrm>
            <a:off x="0" y="243360"/>
            <a:ext cx="1127880" cy="6614280"/>
          </a:xfrm>
          <a:prstGeom prst="rect">
            <a:avLst/>
          </a:prstGeom>
          <a:solidFill>
            <a:schemeClr val="dk1"/>
          </a:soli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pic>
        <p:nvPicPr>
          <p:cNvPr id="210" name="Google Shape;14;p78"/>
          <p:cNvPicPr/>
          <p:nvPr/>
        </p:nvPicPr>
        <p:blipFill>
          <a:blip r:embed="rId2"/>
          <a:stretch/>
        </p:blipFill>
        <p:spPr>
          <a:xfrm>
            <a:off x="99720" y="231480"/>
            <a:ext cx="928440" cy="928440"/>
          </a:xfrm>
          <a:prstGeom prst="rect">
            <a:avLst/>
          </a:prstGeom>
          <a:noFill/>
          <a:ln w="0">
            <a:noFill/>
          </a:ln>
        </p:spPr>
      </p:pic>
      <p:sp>
        <p:nvSpPr>
          <p:cNvPr id="211" name="Google Shape;16;p78"/>
          <p:cNvSpPr/>
          <p:nvPr/>
        </p:nvSpPr>
        <p:spPr>
          <a:xfrm>
            <a:off x="0" y="659448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nvGrpSpPr>
          <p:cNvPr id="212" name="Google Shape;17;p78"/>
          <p:cNvGrpSpPr/>
          <p:nvPr/>
        </p:nvGrpSpPr>
        <p:grpSpPr>
          <a:xfrm>
            <a:off x="254520" y="37080"/>
            <a:ext cx="4123080" cy="140040"/>
            <a:chOff x="254520" y="37080"/>
            <a:chExt cx="4123080" cy="140040"/>
          </a:xfrm>
        </p:grpSpPr>
        <p:sp>
          <p:nvSpPr>
            <p:cNvPr id="213" name="Google Shape;18;p78"/>
            <p:cNvSpPr/>
            <p:nvPr/>
          </p:nvSpPr>
          <p:spPr>
            <a:xfrm>
              <a:off x="40053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14" name="Google Shape;19;p78"/>
            <p:cNvSpPr/>
            <p:nvPr/>
          </p:nvSpPr>
          <p:spPr>
            <a:xfrm>
              <a:off x="36327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15" name="Google Shape;20;p78"/>
            <p:cNvSpPr/>
            <p:nvPr/>
          </p:nvSpPr>
          <p:spPr>
            <a:xfrm>
              <a:off x="32518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16" name="Google Shape;21;p78"/>
            <p:cNvSpPr/>
            <p:nvPr/>
          </p:nvSpPr>
          <p:spPr>
            <a:xfrm>
              <a:off x="28792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17" name="Google Shape;22;p78"/>
            <p:cNvSpPr/>
            <p:nvPr/>
          </p:nvSpPr>
          <p:spPr>
            <a:xfrm>
              <a:off x="25066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18" name="Google Shape;23;p78"/>
            <p:cNvSpPr/>
            <p:nvPr/>
          </p:nvSpPr>
          <p:spPr>
            <a:xfrm>
              <a:off x="21258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19" name="Google Shape;24;p78"/>
            <p:cNvSpPr/>
            <p:nvPr/>
          </p:nvSpPr>
          <p:spPr>
            <a:xfrm>
              <a:off x="17532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20" name="Google Shape;25;p78"/>
            <p:cNvSpPr/>
            <p:nvPr/>
          </p:nvSpPr>
          <p:spPr>
            <a:xfrm>
              <a:off x="13806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21" name="Google Shape;26;p78"/>
            <p:cNvSpPr/>
            <p:nvPr/>
          </p:nvSpPr>
          <p:spPr>
            <a:xfrm>
              <a:off x="9997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22" name="Google Shape;27;p78"/>
            <p:cNvSpPr/>
            <p:nvPr/>
          </p:nvSpPr>
          <p:spPr>
            <a:xfrm>
              <a:off x="6271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23" name="Google Shape;28;p78"/>
            <p:cNvSpPr/>
            <p:nvPr/>
          </p:nvSpPr>
          <p:spPr>
            <a:xfrm>
              <a:off x="2545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224" name="Google Shape;29;p78"/>
          <p:cNvSpPr/>
          <p:nvPr/>
        </p:nvSpPr>
        <p:spPr>
          <a:xfrm flipH="1">
            <a:off x="1042920" y="6366960"/>
            <a:ext cx="4211640" cy="221400"/>
          </a:xfrm>
          <a:prstGeom prst="rect">
            <a:avLst/>
          </a:prstGeom>
          <a:noFill/>
          <a:ln w="0">
            <a:noFill/>
          </a:ln>
        </p:spPr>
        <p:style>
          <a:lnRef idx="0"/>
          <a:fillRef idx="0"/>
          <a:effectRef idx="0"/>
          <a:fontRef idx="minor"/>
        </p:style>
        <p:txBody>
          <a:bodyPr anchor="t">
            <a:noAutofit/>
          </a:bodyPr>
          <a:p>
            <a:pP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sp>
        <p:nvSpPr>
          <p:cNvPr id="225" name="Google Shape;30;p78"/>
          <p:cNvSpPr/>
          <p:nvPr/>
        </p:nvSpPr>
        <p:spPr>
          <a:xfrm>
            <a:off x="5482800" y="207000"/>
            <a:ext cx="6767280" cy="211680"/>
          </a:xfrm>
          <a:prstGeom prst="rect">
            <a:avLst/>
          </a:prstGeom>
          <a:noFill/>
          <a:ln w="0">
            <a:noFill/>
          </a:ln>
        </p:spPr>
        <p:style>
          <a:lnRef idx="0"/>
          <a:fillRef idx="0"/>
          <a:effectRef idx="0"/>
          <a:fontRef idx="minor"/>
        </p:style>
        <p:txBody>
          <a:bodyPr anchor="t">
            <a:noAutofit/>
          </a:bodyPr>
          <a:p>
            <a:pPr algn="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pic>
        <p:nvPicPr>
          <p:cNvPr id="226" name="Google Shape;31;p78"/>
          <p:cNvPicPr/>
          <p:nvPr/>
        </p:nvPicPr>
        <p:blipFill>
          <a:blip r:embed="rId3"/>
          <a:stretch/>
        </p:blipFill>
        <p:spPr>
          <a:xfrm rot="16200000">
            <a:off x="-2150640" y="3445920"/>
            <a:ext cx="5429520" cy="990720"/>
          </a:xfrm>
          <a:prstGeom prst="rect">
            <a:avLst/>
          </a:prstGeom>
          <a:noFill/>
          <a:ln w="0">
            <a:noFill/>
          </a:ln>
        </p:spPr>
      </p:pic>
      <p:grpSp>
        <p:nvGrpSpPr>
          <p:cNvPr id="227" name="Google Shape;32;p78"/>
          <p:cNvGrpSpPr/>
          <p:nvPr/>
        </p:nvGrpSpPr>
        <p:grpSpPr>
          <a:xfrm>
            <a:off x="7996680" y="6659640"/>
            <a:ext cx="4123080" cy="140040"/>
            <a:chOff x="7996680" y="6659640"/>
            <a:chExt cx="4123080" cy="140040"/>
          </a:xfrm>
        </p:grpSpPr>
        <p:sp>
          <p:nvSpPr>
            <p:cNvPr id="228" name="Google Shape;33;p78"/>
            <p:cNvSpPr/>
            <p:nvPr/>
          </p:nvSpPr>
          <p:spPr>
            <a:xfrm>
              <a:off x="117475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29" name="Google Shape;34;p78"/>
            <p:cNvSpPr/>
            <p:nvPr/>
          </p:nvSpPr>
          <p:spPr>
            <a:xfrm>
              <a:off x="113749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30" name="Google Shape;35;p78"/>
            <p:cNvSpPr/>
            <p:nvPr/>
          </p:nvSpPr>
          <p:spPr>
            <a:xfrm>
              <a:off x="109940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31" name="Google Shape;36;p78"/>
            <p:cNvSpPr/>
            <p:nvPr/>
          </p:nvSpPr>
          <p:spPr>
            <a:xfrm>
              <a:off x="106214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32" name="Google Shape;37;p78"/>
            <p:cNvSpPr/>
            <p:nvPr/>
          </p:nvSpPr>
          <p:spPr>
            <a:xfrm>
              <a:off x="102488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33" name="Google Shape;38;p78"/>
            <p:cNvSpPr/>
            <p:nvPr/>
          </p:nvSpPr>
          <p:spPr>
            <a:xfrm>
              <a:off x="98679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34" name="Google Shape;39;p78"/>
            <p:cNvSpPr/>
            <p:nvPr/>
          </p:nvSpPr>
          <p:spPr>
            <a:xfrm>
              <a:off x="94953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35" name="Google Shape;40;p78"/>
            <p:cNvSpPr/>
            <p:nvPr/>
          </p:nvSpPr>
          <p:spPr>
            <a:xfrm>
              <a:off x="91227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36" name="Google Shape;41;p78"/>
            <p:cNvSpPr/>
            <p:nvPr/>
          </p:nvSpPr>
          <p:spPr>
            <a:xfrm>
              <a:off x="87418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37" name="Google Shape;42;p78"/>
            <p:cNvSpPr/>
            <p:nvPr/>
          </p:nvSpPr>
          <p:spPr>
            <a:xfrm>
              <a:off x="83692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38" name="Google Shape;43;p78"/>
            <p:cNvSpPr/>
            <p:nvPr/>
          </p:nvSpPr>
          <p:spPr>
            <a:xfrm>
              <a:off x="79966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239" name="PlaceHolder 1"/>
          <p:cNvSpPr>
            <a:spLocks noGrp="1"/>
          </p:cNvSpPr>
          <p:nvPr>
            <p:ph type="body"/>
          </p:nvPr>
        </p:nvSpPr>
        <p:spPr>
          <a:xfrm>
            <a:off x="1510200" y="1188720"/>
            <a:ext cx="10361160" cy="5131440"/>
          </a:xfrm>
          <a:prstGeom prst="rect">
            <a:avLst/>
          </a:prstGeom>
          <a:noFill/>
          <a:ln w="0">
            <a:noFill/>
          </a:ln>
        </p:spPr>
        <p:txBody>
          <a:bodyPr lIns="91440" tIns="91440" rIns="91440" bIns="91440" anchor="t">
            <a:noAutofit/>
          </a:bodyPr>
          <a:lstStyle>
            <a:lvl1pPr algn="l">
              <a:spcBef>
                <a:spcPts val="1417"/>
              </a:spcBef>
              <a:buClr>
                <a:srgbClr val="000000"/>
              </a:buClr>
              <a:buSzPct val="45000"/>
              <a:buFont typeface="Wingdings" charset="2"/>
              <a:buChar char=""/>
              <a:defRPr lang="en-US" sz="26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6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6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6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6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6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600" b="0" u="none" strike="noStrike">
                <a:solidFill>
                  <a:srgbClr val="000000"/>
                </a:solidFill>
                <a:effectLst/>
                <a:uFillTx/>
                <a:latin typeface="Arial"/>
              </a:defRPr>
            </a:lvl7pPr>
          </a:lstStyle>
          <a:p>
            <a:pPr marL="457200" indent="-330120" algn="l">
              <a:spcBef>
                <a:spcPts val="1417"/>
              </a:spcBef>
              <a:buClr>
                <a:srgbClr val="000000"/>
              </a:buClr>
              <a:buSzPct val="45000"/>
              <a:buFont typeface="Wingdings" charset="2"/>
              <a:buChar char=""/>
            </a:pPr>
            <a:r>
              <a:rPr lang="en-US" sz="2600" b="0" u="none" strike="noStrike">
                <a:solidFill>
                  <a:srgbClr val="000000"/>
                </a:solidFill>
                <a:effectLst/>
                <a:uFillTx/>
                <a:latin typeface="Arial"/>
              </a:rPr>
              <a:t>Click to edit the outline text format</a:t>
            </a:r>
            <a:endParaRPr lang="en-US" sz="2600" b="0" u="none" strike="noStrike">
              <a:solidFill>
                <a:srgbClr val="000000"/>
              </a:solidFill>
              <a:effectLst/>
              <a:uFillTx/>
              <a:latin typeface="Arial"/>
            </a:endParaRPr>
          </a:p>
          <a:p>
            <a:pPr marL="914400" lvl="1" indent="-317520" algn="l">
              <a:spcBef>
                <a:spcPts val="1134"/>
              </a:spcBef>
              <a:buClr>
                <a:srgbClr val="000000"/>
              </a:buClr>
              <a:buSzPct val="75000"/>
              <a:buFont typeface="Symbol" charset="2"/>
              <a:buChar char=""/>
            </a:pPr>
            <a:r>
              <a:rPr lang="en-US" sz="2600" b="0" u="none" strike="noStrike">
                <a:solidFill>
                  <a:srgbClr val="000000"/>
                </a:solidFill>
                <a:effectLst/>
                <a:uFillTx/>
                <a:latin typeface="Arial"/>
              </a:rPr>
              <a:t>Second Outline Level</a:t>
            </a:r>
            <a:endParaRPr lang="en-US" sz="2600" b="0" u="none" strike="noStrike">
              <a:solidFill>
                <a:srgbClr val="000000"/>
              </a:solidFill>
              <a:effectLst/>
              <a:uFillTx/>
              <a:latin typeface="Arial"/>
            </a:endParaRPr>
          </a:p>
          <a:p>
            <a:pPr marL="1371600" lvl="2" indent="-298440" algn="l">
              <a:spcBef>
                <a:spcPts val="850"/>
              </a:spcBef>
              <a:buClr>
                <a:srgbClr val="000000"/>
              </a:buClr>
              <a:buSzPct val="45000"/>
              <a:buFont typeface="Wingdings" charset="2"/>
              <a:buChar char=""/>
            </a:pPr>
            <a:r>
              <a:rPr lang="en-US" sz="2600" b="0" u="none" strike="noStrike">
                <a:solidFill>
                  <a:srgbClr val="000000"/>
                </a:solidFill>
                <a:effectLst/>
                <a:uFillTx/>
                <a:latin typeface="Arial"/>
              </a:rPr>
              <a:t>Third Outline Level</a:t>
            </a:r>
            <a:endParaRPr lang="en-US" sz="2600" b="0" u="none" strike="noStrike">
              <a:solidFill>
                <a:srgbClr val="000000"/>
              </a:solidFill>
              <a:effectLst/>
              <a:uFillTx/>
              <a:latin typeface="Arial"/>
            </a:endParaRPr>
          </a:p>
          <a:p>
            <a:pPr marL="1828800" lvl="3" indent="-291960" algn="l">
              <a:spcBef>
                <a:spcPts val="567"/>
              </a:spcBef>
              <a:buClr>
                <a:srgbClr val="000000"/>
              </a:buClr>
              <a:buSzPct val="75000"/>
              <a:buFont typeface="Symbol" charset="2"/>
              <a:buChar char=""/>
            </a:pPr>
            <a:r>
              <a:rPr lang="en-US" sz="2600" b="0" u="none" strike="noStrike">
                <a:solidFill>
                  <a:srgbClr val="000000"/>
                </a:solidFill>
                <a:effectLst/>
                <a:uFillTx/>
                <a:latin typeface="Arial"/>
              </a:rPr>
              <a:t>Fourth Outline Level</a:t>
            </a:r>
            <a:endParaRPr lang="en-US" sz="2600" b="0" u="none" strike="noStrike">
              <a:solidFill>
                <a:srgbClr val="000000"/>
              </a:solidFill>
              <a:effectLst/>
              <a:uFillTx/>
              <a:latin typeface="Arial"/>
            </a:endParaRPr>
          </a:p>
          <a:p>
            <a:pPr marL="2286000" lvl="4" indent="-291960" algn="l">
              <a:spcBef>
                <a:spcPts val="283"/>
              </a:spcBef>
              <a:buClr>
                <a:srgbClr val="000000"/>
              </a:buClr>
              <a:buSzPct val="45000"/>
              <a:buFont typeface="Wingdings" charset="2"/>
              <a:buChar char=""/>
            </a:pPr>
            <a:r>
              <a:rPr lang="en-US" sz="2600" b="0" u="none" strike="noStrike">
                <a:solidFill>
                  <a:srgbClr val="000000"/>
                </a:solidFill>
                <a:effectLst/>
                <a:uFillTx/>
                <a:latin typeface="Arial"/>
              </a:rPr>
              <a:t>Fifth Outline Level</a:t>
            </a:r>
            <a:endParaRPr lang="en-US" sz="2600" b="0" u="none" strike="noStrike">
              <a:solidFill>
                <a:srgbClr val="000000"/>
              </a:solidFill>
              <a:effectLst/>
              <a:uFillTx/>
              <a:latin typeface="Arial"/>
            </a:endParaRPr>
          </a:p>
          <a:p>
            <a:pPr marL="2743200" lvl="5" indent="-291960" algn="l">
              <a:spcBef>
                <a:spcPts val="283"/>
              </a:spcBef>
              <a:buClr>
                <a:srgbClr val="000000"/>
              </a:buClr>
              <a:buSzPct val="45000"/>
              <a:buFont typeface="Wingdings" charset="2"/>
              <a:buChar char=""/>
            </a:pPr>
            <a:r>
              <a:rPr lang="en-US" sz="2600" b="0" u="none" strike="noStrike">
                <a:solidFill>
                  <a:srgbClr val="000000"/>
                </a:solidFill>
                <a:effectLst/>
                <a:uFillTx/>
                <a:latin typeface="Arial"/>
              </a:rPr>
              <a:t>Sixth Outline Level</a:t>
            </a:r>
            <a:endParaRPr lang="en-US" sz="2600" b="0" u="none" strike="noStrike">
              <a:solidFill>
                <a:srgbClr val="000000"/>
              </a:solidFill>
              <a:effectLst/>
              <a:uFillTx/>
              <a:latin typeface="Arial"/>
            </a:endParaRPr>
          </a:p>
          <a:p>
            <a:pPr marL="3200400" lvl="6" indent="-291960" algn="l">
              <a:spcBef>
                <a:spcPts val="283"/>
              </a:spcBef>
              <a:buClr>
                <a:srgbClr val="000000"/>
              </a:buClr>
              <a:buSzPct val="45000"/>
              <a:buFont typeface="Wingdings" charset="2"/>
              <a:buChar char=""/>
            </a:pPr>
            <a:r>
              <a:rPr lang="en-US" sz="2600" b="0" u="none" strike="noStrike">
                <a:solidFill>
                  <a:srgbClr val="000000"/>
                </a:solidFill>
                <a:effectLst/>
                <a:uFillTx/>
                <a:latin typeface="Arial"/>
              </a:rPr>
              <a:t>Seventh Outline Level</a:t>
            </a:r>
            <a:endParaRPr lang="en-US" sz="2600" b="0" u="none" strike="noStrike">
              <a:solidFill>
                <a:srgbClr val="000000"/>
              </a:solidFill>
              <a:effectLst/>
              <a:uFillTx/>
              <a:latin typeface="Arial"/>
            </a:endParaRPr>
          </a:p>
        </p:txBody>
      </p:sp>
      <p:sp>
        <p:nvSpPr>
          <p:cNvPr id="240" name="Google Shape;48;p80"/>
          <p:cNvSpPr/>
          <p:nvPr/>
        </p:nvSpPr>
        <p:spPr>
          <a:xfrm>
            <a:off x="3657600" y="6553080"/>
            <a:ext cx="4876560" cy="245880"/>
          </a:xfrm>
          <a:prstGeom prst="rect">
            <a:avLst/>
          </a:prstGeom>
          <a:noFill/>
          <a:ln w="0">
            <a:noFill/>
          </a:ln>
        </p:spPr>
        <p:style>
          <a:lnRef idx="0"/>
          <a:fillRef idx="0"/>
          <a:effectRef idx="0"/>
          <a:fontRef idx="minor"/>
        </p:style>
        <p:txBody>
          <a:bodyPr anchor="t">
            <a:noAutofit/>
          </a:bodyPr>
          <a:p>
            <a:pPr/>
            <a:endParaRPr lang="en-US" sz="1400" b="0" u="none" strike="noStrike">
              <a:solidFill>
                <a:srgbClr val="000000"/>
              </a:solidFill>
              <a:effectLst/>
              <a:uFillTx/>
              <a:latin typeface="Arial"/>
            </a:endParaRPr>
          </a:p>
        </p:txBody>
      </p:sp>
      <p:sp>
        <p:nvSpPr>
          <p:cNvPr id="241" name="Google Shape;49;p80"/>
          <p:cNvSpPr/>
          <p:nvPr/>
        </p:nvSpPr>
        <p:spPr>
          <a:xfrm>
            <a:off x="3657600" y="0"/>
            <a:ext cx="4876560" cy="245880"/>
          </a:xfrm>
          <a:prstGeom prst="rect">
            <a:avLst/>
          </a:prstGeom>
          <a:noFill/>
          <a:ln w="0">
            <a:noFill/>
          </a:ln>
        </p:spPr>
        <p:style>
          <a:lnRef idx="0"/>
          <a:fillRef idx="0"/>
          <a:effectRef idx="0"/>
          <a:fontRef idx="minor"/>
        </p:style>
        <p:txBody>
          <a:bodyPr anchor="t">
            <a:noAutofit/>
          </a:bodyPr>
          <a:p>
            <a:pPr/>
            <a:endParaRPr lang="en-US" sz="1400" b="0" u="none" strike="noStrike">
              <a:solidFill>
                <a:srgbClr val="000000"/>
              </a:solidFill>
              <a:effectLst/>
              <a:uFillTx/>
              <a:latin typeface="Arial"/>
            </a:endParaRPr>
          </a:p>
        </p:txBody>
      </p:sp>
      <p:sp>
        <p:nvSpPr>
          <p:cNvPr id="242"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lstStyle>
            <a:lvl1pPr indent="0" algn="l">
              <a:buNone/>
              <a:defRPr lang="en-US" sz="3400" b="0" u="none" strike="noStrike">
                <a:solidFill>
                  <a:srgbClr val="000000"/>
                </a:solidFill>
                <a:effectLst/>
                <a:uFillTx/>
                <a:latin typeface="Arial"/>
              </a:defRPr>
            </a:lvl1pPr>
          </a:lstStyle>
          <a:p>
            <a:pPr indent="0" algn="l">
              <a:buNone/>
            </a:pPr>
            <a:r>
              <a:rPr lang="en-US" sz="3400" b="0" u="none" strike="noStrike">
                <a:solidFill>
                  <a:srgbClr val="000000"/>
                </a:solidFill>
                <a:effectLst/>
                <a:uFillTx/>
                <a:latin typeface="Arial"/>
              </a:rPr>
              <a:t>Click to edit the title text format</a:t>
            </a:r>
            <a:endParaRPr lang="en-US" sz="3400" b="0" u="none" strike="noStrike">
              <a:solidFill>
                <a:srgbClr val="000000"/>
              </a:solidFill>
              <a:effectLst/>
              <a:uFillTx/>
              <a:latin typeface="Arial"/>
            </a:endParaRPr>
          </a:p>
        </p:txBody>
      </p:sp>
    </p:spTree>
  </p:cSld>
  <p:clrMapOvr>
    <a:masterClrMapping/>
  </p:clrMapOvr>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Title and Content">
    <p:bg>
      <p:bgPr>
        <a:solidFill>
          <a:schemeClr val="lt1"/>
        </a:solidFill>
      </p:bgPr>
    </p:bg>
    <p:spTree>
      <p:nvGrpSpPr>
        <p:cNvPr id="1" name=""/>
        <p:cNvGrpSpPr/>
        <p:nvPr/>
      </p:nvGrpSpPr>
      <p:grpSpPr>
        <a:xfrm>
          <a:off x="0" y="0"/>
          <a:ext cx="0" cy="0"/>
          <a:chOff x="0" y="0"/>
          <a:chExt cx="0" cy="0"/>
        </a:xfrm>
      </p:grpSpPr>
      <p:sp>
        <p:nvSpPr>
          <p:cNvPr id="243" name="Google Shape;10;p78"/>
          <p:cNvSpPr/>
          <p:nvPr/>
        </p:nvSpPr>
        <p:spPr>
          <a:xfrm>
            <a:off x="0" y="-2016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44" name="Google Shape;11;p78"/>
          <p:cNvSpPr/>
          <p:nvPr/>
        </p:nvSpPr>
        <p:spPr>
          <a:xfrm>
            <a:off x="0" y="243360"/>
            <a:ext cx="1127880" cy="6614280"/>
          </a:xfrm>
          <a:prstGeom prst="rect">
            <a:avLst/>
          </a:prstGeom>
          <a:solidFill>
            <a:schemeClr val="dk1"/>
          </a:soli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pic>
        <p:nvPicPr>
          <p:cNvPr id="245" name="Google Shape;14;p78"/>
          <p:cNvPicPr/>
          <p:nvPr/>
        </p:nvPicPr>
        <p:blipFill>
          <a:blip r:embed="rId2"/>
          <a:stretch/>
        </p:blipFill>
        <p:spPr>
          <a:xfrm>
            <a:off x="99720" y="231480"/>
            <a:ext cx="928440" cy="928440"/>
          </a:xfrm>
          <a:prstGeom prst="rect">
            <a:avLst/>
          </a:prstGeom>
          <a:noFill/>
          <a:ln w="0">
            <a:noFill/>
          </a:ln>
        </p:spPr>
      </p:pic>
      <p:sp>
        <p:nvSpPr>
          <p:cNvPr id="246" name="Google Shape;16;p78"/>
          <p:cNvSpPr/>
          <p:nvPr/>
        </p:nvSpPr>
        <p:spPr>
          <a:xfrm>
            <a:off x="0" y="659448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nvGrpSpPr>
          <p:cNvPr id="247" name="Google Shape;17;p78"/>
          <p:cNvGrpSpPr/>
          <p:nvPr/>
        </p:nvGrpSpPr>
        <p:grpSpPr>
          <a:xfrm>
            <a:off x="254520" y="37080"/>
            <a:ext cx="4123080" cy="140040"/>
            <a:chOff x="254520" y="37080"/>
            <a:chExt cx="4123080" cy="140040"/>
          </a:xfrm>
        </p:grpSpPr>
        <p:sp>
          <p:nvSpPr>
            <p:cNvPr id="248" name="Google Shape;18;p78"/>
            <p:cNvSpPr/>
            <p:nvPr/>
          </p:nvSpPr>
          <p:spPr>
            <a:xfrm>
              <a:off x="40053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49" name="Google Shape;19;p78"/>
            <p:cNvSpPr/>
            <p:nvPr/>
          </p:nvSpPr>
          <p:spPr>
            <a:xfrm>
              <a:off x="36327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50" name="Google Shape;20;p78"/>
            <p:cNvSpPr/>
            <p:nvPr/>
          </p:nvSpPr>
          <p:spPr>
            <a:xfrm>
              <a:off x="32518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51" name="Google Shape;21;p78"/>
            <p:cNvSpPr/>
            <p:nvPr/>
          </p:nvSpPr>
          <p:spPr>
            <a:xfrm>
              <a:off x="28792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52" name="Google Shape;22;p78"/>
            <p:cNvSpPr/>
            <p:nvPr/>
          </p:nvSpPr>
          <p:spPr>
            <a:xfrm>
              <a:off x="25066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53" name="Google Shape;23;p78"/>
            <p:cNvSpPr/>
            <p:nvPr/>
          </p:nvSpPr>
          <p:spPr>
            <a:xfrm>
              <a:off x="21258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54" name="Google Shape;24;p78"/>
            <p:cNvSpPr/>
            <p:nvPr/>
          </p:nvSpPr>
          <p:spPr>
            <a:xfrm>
              <a:off x="17532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55" name="Google Shape;25;p78"/>
            <p:cNvSpPr/>
            <p:nvPr/>
          </p:nvSpPr>
          <p:spPr>
            <a:xfrm>
              <a:off x="13806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56" name="Google Shape;26;p78"/>
            <p:cNvSpPr/>
            <p:nvPr/>
          </p:nvSpPr>
          <p:spPr>
            <a:xfrm>
              <a:off x="9997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57" name="Google Shape;27;p78"/>
            <p:cNvSpPr/>
            <p:nvPr/>
          </p:nvSpPr>
          <p:spPr>
            <a:xfrm>
              <a:off x="6271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58" name="Google Shape;28;p78"/>
            <p:cNvSpPr/>
            <p:nvPr/>
          </p:nvSpPr>
          <p:spPr>
            <a:xfrm>
              <a:off x="2545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259" name="Google Shape;29;p78"/>
          <p:cNvSpPr/>
          <p:nvPr/>
        </p:nvSpPr>
        <p:spPr>
          <a:xfrm flipH="1">
            <a:off x="1042920" y="6366960"/>
            <a:ext cx="4211640" cy="221400"/>
          </a:xfrm>
          <a:prstGeom prst="rect">
            <a:avLst/>
          </a:prstGeom>
          <a:noFill/>
          <a:ln w="0">
            <a:noFill/>
          </a:ln>
        </p:spPr>
        <p:style>
          <a:lnRef idx="0"/>
          <a:fillRef idx="0"/>
          <a:effectRef idx="0"/>
          <a:fontRef idx="minor"/>
        </p:style>
        <p:txBody>
          <a:bodyPr anchor="t">
            <a:noAutofit/>
          </a:bodyPr>
          <a:p>
            <a:pP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sp>
        <p:nvSpPr>
          <p:cNvPr id="260" name="Google Shape;30;p78"/>
          <p:cNvSpPr/>
          <p:nvPr/>
        </p:nvSpPr>
        <p:spPr>
          <a:xfrm>
            <a:off x="5482800" y="207000"/>
            <a:ext cx="6767280" cy="211680"/>
          </a:xfrm>
          <a:prstGeom prst="rect">
            <a:avLst/>
          </a:prstGeom>
          <a:noFill/>
          <a:ln w="0">
            <a:noFill/>
          </a:ln>
        </p:spPr>
        <p:style>
          <a:lnRef idx="0"/>
          <a:fillRef idx="0"/>
          <a:effectRef idx="0"/>
          <a:fontRef idx="minor"/>
        </p:style>
        <p:txBody>
          <a:bodyPr anchor="t">
            <a:noAutofit/>
          </a:bodyPr>
          <a:p>
            <a:pPr algn="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pic>
        <p:nvPicPr>
          <p:cNvPr id="261" name="Google Shape;31;p78"/>
          <p:cNvPicPr/>
          <p:nvPr/>
        </p:nvPicPr>
        <p:blipFill>
          <a:blip r:embed="rId3"/>
          <a:stretch/>
        </p:blipFill>
        <p:spPr>
          <a:xfrm rot="16200000">
            <a:off x="-2150640" y="3445920"/>
            <a:ext cx="5429520" cy="990720"/>
          </a:xfrm>
          <a:prstGeom prst="rect">
            <a:avLst/>
          </a:prstGeom>
          <a:noFill/>
          <a:ln w="0">
            <a:noFill/>
          </a:ln>
        </p:spPr>
      </p:pic>
      <p:grpSp>
        <p:nvGrpSpPr>
          <p:cNvPr id="262" name="Google Shape;32;p78"/>
          <p:cNvGrpSpPr/>
          <p:nvPr/>
        </p:nvGrpSpPr>
        <p:grpSpPr>
          <a:xfrm>
            <a:off x="7996680" y="6659640"/>
            <a:ext cx="4123080" cy="140040"/>
            <a:chOff x="7996680" y="6659640"/>
            <a:chExt cx="4123080" cy="140040"/>
          </a:xfrm>
        </p:grpSpPr>
        <p:sp>
          <p:nvSpPr>
            <p:cNvPr id="263" name="Google Shape;33;p78"/>
            <p:cNvSpPr/>
            <p:nvPr/>
          </p:nvSpPr>
          <p:spPr>
            <a:xfrm>
              <a:off x="117475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64" name="Google Shape;34;p78"/>
            <p:cNvSpPr/>
            <p:nvPr/>
          </p:nvSpPr>
          <p:spPr>
            <a:xfrm>
              <a:off x="113749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65" name="Google Shape;35;p78"/>
            <p:cNvSpPr/>
            <p:nvPr/>
          </p:nvSpPr>
          <p:spPr>
            <a:xfrm>
              <a:off x="109940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66" name="Google Shape;36;p78"/>
            <p:cNvSpPr/>
            <p:nvPr/>
          </p:nvSpPr>
          <p:spPr>
            <a:xfrm>
              <a:off x="106214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67" name="Google Shape;37;p78"/>
            <p:cNvSpPr/>
            <p:nvPr/>
          </p:nvSpPr>
          <p:spPr>
            <a:xfrm>
              <a:off x="102488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68" name="Google Shape;38;p78"/>
            <p:cNvSpPr/>
            <p:nvPr/>
          </p:nvSpPr>
          <p:spPr>
            <a:xfrm>
              <a:off x="98679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69" name="Google Shape;39;p78"/>
            <p:cNvSpPr/>
            <p:nvPr/>
          </p:nvSpPr>
          <p:spPr>
            <a:xfrm>
              <a:off x="94953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70" name="Google Shape;40;p78"/>
            <p:cNvSpPr/>
            <p:nvPr/>
          </p:nvSpPr>
          <p:spPr>
            <a:xfrm>
              <a:off x="91227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71" name="Google Shape;41;p78"/>
            <p:cNvSpPr/>
            <p:nvPr/>
          </p:nvSpPr>
          <p:spPr>
            <a:xfrm>
              <a:off x="87418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72" name="Google Shape;42;p78"/>
            <p:cNvSpPr/>
            <p:nvPr/>
          </p:nvSpPr>
          <p:spPr>
            <a:xfrm>
              <a:off x="83692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73" name="Google Shape;43;p78"/>
            <p:cNvSpPr/>
            <p:nvPr/>
          </p:nvSpPr>
          <p:spPr>
            <a:xfrm>
              <a:off x="79966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274" name="PlaceHolder 1"/>
          <p:cNvSpPr>
            <a:spLocks noGrp="1"/>
          </p:cNvSpPr>
          <p:nvPr>
            <p:ph type="body"/>
          </p:nvPr>
        </p:nvSpPr>
        <p:spPr>
          <a:xfrm>
            <a:off x="1510200" y="1188720"/>
            <a:ext cx="10361160" cy="5131440"/>
          </a:xfrm>
          <a:prstGeom prst="rect">
            <a:avLst/>
          </a:prstGeom>
          <a:noFill/>
          <a:ln w="0">
            <a:noFill/>
          </a:ln>
        </p:spPr>
        <p:txBody>
          <a:bodyPr lIns="91440" tIns="91440" rIns="91440" bIns="91440" anchor="t">
            <a:noAutofit/>
          </a:bodyPr>
          <a:lstStyle>
            <a:lvl1pPr algn="l">
              <a:spcBef>
                <a:spcPts val="1417"/>
              </a:spcBef>
              <a:buClr>
                <a:srgbClr val="000000"/>
              </a:buClr>
              <a:buSzPct val="45000"/>
              <a:buFont typeface="Wingdings" charset="2"/>
              <a:buChar char=""/>
              <a:defRPr lang="en-US" sz="26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6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6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6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6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6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600" b="0" u="none" strike="noStrike">
                <a:solidFill>
                  <a:srgbClr val="000000"/>
                </a:solidFill>
                <a:effectLst/>
                <a:uFillTx/>
                <a:latin typeface="Arial"/>
              </a:defRPr>
            </a:lvl7pPr>
          </a:lstStyle>
          <a:p>
            <a:pPr marL="457200" indent="-330120" algn="l">
              <a:spcBef>
                <a:spcPts val="1417"/>
              </a:spcBef>
              <a:buClr>
                <a:srgbClr val="000000"/>
              </a:buClr>
              <a:buSzPct val="45000"/>
              <a:buFont typeface="Wingdings" charset="2"/>
              <a:buChar char=""/>
            </a:pPr>
            <a:r>
              <a:rPr lang="en-US" sz="2600" b="0" u="none" strike="noStrike">
                <a:solidFill>
                  <a:srgbClr val="000000"/>
                </a:solidFill>
                <a:effectLst/>
                <a:uFillTx/>
                <a:latin typeface="Arial"/>
              </a:rPr>
              <a:t>Click to edit the outline text format</a:t>
            </a:r>
            <a:endParaRPr lang="en-US" sz="2600" b="0" u="none" strike="noStrike">
              <a:solidFill>
                <a:srgbClr val="000000"/>
              </a:solidFill>
              <a:effectLst/>
              <a:uFillTx/>
              <a:latin typeface="Arial"/>
            </a:endParaRPr>
          </a:p>
          <a:p>
            <a:pPr marL="914400" lvl="1" indent="-317520" algn="l">
              <a:spcBef>
                <a:spcPts val="1134"/>
              </a:spcBef>
              <a:buClr>
                <a:srgbClr val="000000"/>
              </a:buClr>
              <a:buSzPct val="75000"/>
              <a:buFont typeface="Symbol" charset="2"/>
              <a:buChar char=""/>
            </a:pPr>
            <a:r>
              <a:rPr lang="en-US" sz="2600" b="0" u="none" strike="noStrike">
                <a:solidFill>
                  <a:srgbClr val="000000"/>
                </a:solidFill>
                <a:effectLst/>
                <a:uFillTx/>
                <a:latin typeface="Arial"/>
              </a:rPr>
              <a:t>Second Outline Level</a:t>
            </a:r>
            <a:endParaRPr lang="en-US" sz="2600" b="0" u="none" strike="noStrike">
              <a:solidFill>
                <a:srgbClr val="000000"/>
              </a:solidFill>
              <a:effectLst/>
              <a:uFillTx/>
              <a:latin typeface="Arial"/>
            </a:endParaRPr>
          </a:p>
          <a:p>
            <a:pPr marL="1371600" lvl="2" indent="-298440" algn="l">
              <a:spcBef>
                <a:spcPts val="850"/>
              </a:spcBef>
              <a:buClr>
                <a:srgbClr val="000000"/>
              </a:buClr>
              <a:buSzPct val="45000"/>
              <a:buFont typeface="Wingdings" charset="2"/>
              <a:buChar char=""/>
            </a:pPr>
            <a:r>
              <a:rPr lang="en-US" sz="2600" b="0" u="none" strike="noStrike">
                <a:solidFill>
                  <a:srgbClr val="000000"/>
                </a:solidFill>
                <a:effectLst/>
                <a:uFillTx/>
                <a:latin typeface="Arial"/>
              </a:rPr>
              <a:t>Third Outline Level</a:t>
            </a:r>
            <a:endParaRPr lang="en-US" sz="2600" b="0" u="none" strike="noStrike">
              <a:solidFill>
                <a:srgbClr val="000000"/>
              </a:solidFill>
              <a:effectLst/>
              <a:uFillTx/>
              <a:latin typeface="Arial"/>
            </a:endParaRPr>
          </a:p>
          <a:p>
            <a:pPr marL="1828800" lvl="3" indent="-291960" algn="l">
              <a:spcBef>
                <a:spcPts val="567"/>
              </a:spcBef>
              <a:buClr>
                <a:srgbClr val="000000"/>
              </a:buClr>
              <a:buSzPct val="75000"/>
              <a:buFont typeface="Symbol" charset="2"/>
              <a:buChar char=""/>
            </a:pPr>
            <a:r>
              <a:rPr lang="en-US" sz="2600" b="0" u="none" strike="noStrike">
                <a:solidFill>
                  <a:srgbClr val="000000"/>
                </a:solidFill>
                <a:effectLst/>
                <a:uFillTx/>
                <a:latin typeface="Arial"/>
              </a:rPr>
              <a:t>Fourth Outline Level</a:t>
            </a:r>
            <a:endParaRPr lang="en-US" sz="2600" b="0" u="none" strike="noStrike">
              <a:solidFill>
                <a:srgbClr val="000000"/>
              </a:solidFill>
              <a:effectLst/>
              <a:uFillTx/>
              <a:latin typeface="Arial"/>
            </a:endParaRPr>
          </a:p>
          <a:p>
            <a:pPr marL="2286000" lvl="4" indent="-291960" algn="l">
              <a:spcBef>
                <a:spcPts val="283"/>
              </a:spcBef>
              <a:buClr>
                <a:srgbClr val="000000"/>
              </a:buClr>
              <a:buSzPct val="45000"/>
              <a:buFont typeface="Wingdings" charset="2"/>
              <a:buChar char=""/>
            </a:pPr>
            <a:r>
              <a:rPr lang="en-US" sz="2600" b="0" u="none" strike="noStrike">
                <a:solidFill>
                  <a:srgbClr val="000000"/>
                </a:solidFill>
                <a:effectLst/>
                <a:uFillTx/>
                <a:latin typeface="Arial"/>
              </a:rPr>
              <a:t>Fifth Outline Level</a:t>
            </a:r>
            <a:endParaRPr lang="en-US" sz="2600" b="0" u="none" strike="noStrike">
              <a:solidFill>
                <a:srgbClr val="000000"/>
              </a:solidFill>
              <a:effectLst/>
              <a:uFillTx/>
              <a:latin typeface="Arial"/>
            </a:endParaRPr>
          </a:p>
          <a:p>
            <a:pPr marL="2743200" lvl="5" indent="-291960" algn="l">
              <a:spcBef>
                <a:spcPts val="283"/>
              </a:spcBef>
              <a:buClr>
                <a:srgbClr val="000000"/>
              </a:buClr>
              <a:buSzPct val="45000"/>
              <a:buFont typeface="Wingdings" charset="2"/>
              <a:buChar char=""/>
            </a:pPr>
            <a:r>
              <a:rPr lang="en-US" sz="2600" b="0" u="none" strike="noStrike">
                <a:solidFill>
                  <a:srgbClr val="000000"/>
                </a:solidFill>
                <a:effectLst/>
                <a:uFillTx/>
                <a:latin typeface="Arial"/>
              </a:rPr>
              <a:t>Sixth Outline Level</a:t>
            </a:r>
            <a:endParaRPr lang="en-US" sz="2600" b="0" u="none" strike="noStrike">
              <a:solidFill>
                <a:srgbClr val="000000"/>
              </a:solidFill>
              <a:effectLst/>
              <a:uFillTx/>
              <a:latin typeface="Arial"/>
            </a:endParaRPr>
          </a:p>
          <a:p>
            <a:pPr marL="3200400" lvl="6" indent="-291960" algn="l">
              <a:spcBef>
                <a:spcPts val="283"/>
              </a:spcBef>
              <a:buClr>
                <a:srgbClr val="000000"/>
              </a:buClr>
              <a:buSzPct val="45000"/>
              <a:buFont typeface="Wingdings" charset="2"/>
              <a:buChar char=""/>
            </a:pPr>
            <a:r>
              <a:rPr lang="en-US" sz="2600" b="0" u="none" strike="noStrike">
                <a:solidFill>
                  <a:srgbClr val="000000"/>
                </a:solidFill>
                <a:effectLst/>
                <a:uFillTx/>
                <a:latin typeface="Arial"/>
              </a:rPr>
              <a:t>Seventh Outline Level</a:t>
            </a:r>
            <a:endParaRPr lang="en-US" sz="2600" b="0" u="none" strike="noStrike">
              <a:solidFill>
                <a:srgbClr val="000000"/>
              </a:solidFill>
              <a:effectLst/>
              <a:uFillTx/>
              <a:latin typeface="Arial"/>
            </a:endParaRPr>
          </a:p>
        </p:txBody>
      </p:sp>
      <p:sp>
        <p:nvSpPr>
          <p:cNvPr id="275" name="Google Shape;53;p81"/>
          <p:cNvSpPr/>
          <p:nvPr/>
        </p:nvSpPr>
        <p:spPr>
          <a:xfrm>
            <a:off x="3657600" y="6553080"/>
            <a:ext cx="4876560" cy="245880"/>
          </a:xfrm>
          <a:prstGeom prst="rect">
            <a:avLst/>
          </a:prstGeom>
          <a:noFill/>
          <a:ln w="0">
            <a:noFill/>
          </a:ln>
        </p:spPr>
        <p:style>
          <a:lnRef idx="0"/>
          <a:fillRef idx="0"/>
          <a:effectRef idx="0"/>
          <a:fontRef idx="minor"/>
        </p:style>
        <p:txBody>
          <a:bodyPr anchor="t">
            <a:noAutofit/>
          </a:bodyPr>
          <a:p>
            <a:pPr/>
            <a:endParaRPr lang="en-US" sz="1400" b="0" u="none" strike="noStrike">
              <a:solidFill>
                <a:srgbClr val="000000"/>
              </a:solidFill>
              <a:effectLst/>
              <a:uFillTx/>
              <a:latin typeface="Arial"/>
            </a:endParaRPr>
          </a:p>
        </p:txBody>
      </p:sp>
      <p:sp>
        <p:nvSpPr>
          <p:cNvPr id="276" name="Google Shape;54;p81"/>
          <p:cNvSpPr/>
          <p:nvPr/>
        </p:nvSpPr>
        <p:spPr>
          <a:xfrm>
            <a:off x="3657600" y="0"/>
            <a:ext cx="4876560" cy="245880"/>
          </a:xfrm>
          <a:prstGeom prst="rect">
            <a:avLst/>
          </a:prstGeom>
          <a:noFill/>
          <a:ln w="0">
            <a:noFill/>
          </a:ln>
        </p:spPr>
        <p:style>
          <a:lnRef idx="0"/>
          <a:fillRef idx="0"/>
          <a:effectRef idx="0"/>
          <a:fontRef idx="minor"/>
        </p:style>
        <p:txBody>
          <a:bodyPr anchor="t">
            <a:noAutofit/>
          </a:bodyPr>
          <a:p>
            <a:pPr/>
            <a:endParaRPr lang="en-US" sz="1400" b="0" u="none" strike="noStrike">
              <a:solidFill>
                <a:srgbClr val="000000"/>
              </a:solidFill>
              <a:effectLst/>
              <a:uFillTx/>
              <a:latin typeface="Arial"/>
            </a:endParaRPr>
          </a:p>
        </p:txBody>
      </p:sp>
      <p:sp>
        <p:nvSpPr>
          <p:cNvPr id="277"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lstStyle>
            <a:lvl1pPr indent="0" algn="l">
              <a:buNone/>
              <a:defRPr lang="en-US" sz="3400" b="0" u="none" strike="noStrike">
                <a:solidFill>
                  <a:srgbClr val="000000"/>
                </a:solidFill>
                <a:effectLst/>
                <a:uFillTx/>
                <a:latin typeface="Arial"/>
              </a:defRPr>
            </a:lvl1pPr>
          </a:lstStyle>
          <a:p>
            <a:pPr indent="0" algn="l">
              <a:buNone/>
            </a:pPr>
            <a:r>
              <a:rPr lang="en-US" sz="3400" b="0" u="none" strike="noStrike">
                <a:solidFill>
                  <a:srgbClr val="000000"/>
                </a:solidFill>
                <a:effectLst/>
                <a:uFillTx/>
                <a:latin typeface="Arial"/>
              </a:rPr>
              <a:t>Click to edit the title text format</a:t>
            </a:r>
            <a:endParaRPr lang="en-US" sz="3400" b="0" u="none" strike="noStrike">
              <a:solidFill>
                <a:srgbClr val="000000"/>
              </a:solidFill>
              <a:effectLst/>
              <a:uFillTx/>
              <a:latin typeface="Arial"/>
            </a:endParaRPr>
          </a:p>
        </p:txBody>
      </p:sp>
    </p:spTree>
  </p:cSld>
  <p:clrMapOvr>
    <a:masterClrMapping/>
  </p:clrMapOvr>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_HEADER">
    <p:bg>
      <p:bgPr>
        <a:solidFill>
          <a:schemeClr val="lt1"/>
        </a:solidFill>
      </p:bgPr>
    </p:bg>
    <p:spTree>
      <p:nvGrpSpPr>
        <p:cNvPr id="1" name=""/>
        <p:cNvGrpSpPr/>
        <p:nvPr/>
      </p:nvGrpSpPr>
      <p:grpSpPr>
        <a:xfrm>
          <a:off x="0" y="0"/>
          <a:ext cx="0" cy="0"/>
          <a:chOff x="0" y="0"/>
          <a:chExt cx="0" cy="0"/>
        </a:xfrm>
      </p:grpSpPr>
      <p:sp>
        <p:nvSpPr>
          <p:cNvPr id="278" name="Google Shape;10;p78"/>
          <p:cNvSpPr/>
          <p:nvPr/>
        </p:nvSpPr>
        <p:spPr>
          <a:xfrm>
            <a:off x="0" y="-2016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79" name="Google Shape;11;p78"/>
          <p:cNvSpPr/>
          <p:nvPr/>
        </p:nvSpPr>
        <p:spPr>
          <a:xfrm>
            <a:off x="0" y="243360"/>
            <a:ext cx="1127880" cy="6614280"/>
          </a:xfrm>
          <a:prstGeom prst="rect">
            <a:avLst/>
          </a:prstGeom>
          <a:solidFill>
            <a:schemeClr val="dk1"/>
          </a:soli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pic>
        <p:nvPicPr>
          <p:cNvPr id="280" name="Google Shape;14;p78"/>
          <p:cNvPicPr/>
          <p:nvPr/>
        </p:nvPicPr>
        <p:blipFill>
          <a:blip r:embed="rId2"/>
          <a:stretch/>
        </p:blipFill>
        <p:spPr>
          <a:xfrm>
            <a:off x="99720" y="231480"/>
            <a:ext cx="928440" cy="928440"/>
          </a:xfrm>
          <a:prstGeom prst="rect">
            <a:avLst/>
          </a:prstGeom>
          <a:noFill/>
          <a:ln w="0">
            <a:noFill/>
          </a:ln>
        </p:spPr>
      </p:pic>
      <p:sp>
        <p:nvSpPr>
          <p:cNvPr id="281" name="Google Shape;16;p78"/>
          <p:cNvSpPr/>
          <p:nvPr/>
        </p:nvSpPr>
        <p:spPr>
          <a:xfrm>
            <a:off x="0" y="659448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nvGrpSpPr>
          <p:cNvPr id="282" name="Google Shape;17;p78"/>
          <p:cNvGrpSpPr/>
          <p:nvPr/>
        </p:nvGrpSpPr>
        <p:grpSpPr>
          <a:xfrm>
            <a:off x="254520" y="37080"/>
            <a:ext cx="4123080" cy="140040"/>
            <a:chOff x="254520" y="37080"/>
            <a:chExt cx="4123080" cy="140040"/>
          </a:xfrm>
        </p:grpSpPr>
        <p:sp>
          <p:nvSpPr>
            <p:cNvPr id="283" name="Google Shape;18;p78"/>
            <p:cNvSpPr/>
            <p:nvPr/>
          </p:nvSpPr>
          <p:spPr>
            <a:xfrm>
              <a:off x="40053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84" name="Google Shape;19;p78"/>
            <p:cNvSpPr/>
            <p:nvPr/>
          </p:nvSpPr>
          <p:spPr>
            <a:xfrm>
              <a:off x="36327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85" name="Google Shape;20;p78"/>
            <p:cNvSpPr/>
            <p:nvPr/>
          </p:nvSpPr>
          <p:spPr>
            <a:xfrm>
              <a:off x="32518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86" name="Google Shape;21;p78"/>
            <p:cNvSpPr/>
            <p:nvPr/>
          </p:nvSpPr>
          <p:spPr>
            <a:xfrm>
              <a:off x="28792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87" name="Google Shape;22;p78"/>
            <p:cNvSpPr/>
            <p:nvPr/>
          </p:nvSpPr>
          <p:spPr>
            <a:xfrm>
              <a:off x="25066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88" name="Google Shape;23;p78"/>
            <p:cNvSpPr/>
            <p:nvPr/>
          </p:nvSpPr>
          <p:spPr>
            <a:xfrm>
              <a:off x="21258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89" name="Google Shape;24;p78"/>
            <p:cNvSpPr/>
            <p:nvPr/>
          </p:nvSpPr>
          <p:spPr>
            <a:xfrm>
              <a:off x="17532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90" name="Google Shape;25;p78"/>
            <p:cNvSpPr/>
            <p:nvPr/>
          </p:nvSpPr>
          <p:spPr>
            <a:xfrm>
              <a:off x="13806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91" name="Google Shape;26;p78"/>
            <p:cNvSpPr/>
            <p:nvPr/>
          </p:nvSpPr>
          <p:spPr>
            <a:xfrm>
              <a:off x="9997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92" name="Google Shape;27;p78"/>
            <p:cNvSpPr/>
            <p:nvPr/>
          </p:nvSpPr>
          <p:spPr>
            <a:xfrm>
              <a:off x="6271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93" name="Google Shape;28;p78"/>
            <p:cNvSpPr/>
            <p:nvPr/>
          </p:nvSpPr>
          <p:spPr>
            <a:xfrm>
              <a:off x="2545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294" name="Google Shape;29;p78"/>
          <p:cNvSpPr/>
          <p:nvPr/>
        </p:nvSpPr>
        <p:spPr>
          <a:xfrm flipH="1">
            <a:off x="1042920" y="6366960"/>
            <a:ext cx="4211640" cy="221400"/>
          </a:xfrm>
          <a:prstGeom prst="rect">
            <a:avLst/>
          </a:prstGeom>
          <a:noFill/>
          <a:ln w="0">
            <a:noFill/>
          </a:ln>
        </p:spPr>
        <p:style>
          <a:lnRef idx="0"/>
          <a:fillRef idx="0"/>
          <a:effectRef idx="0"/>
          <a:fontRef idx="minor"/>
        </p:style>
        <p:txBody>
          <a:bodyPr anchor="t">
            <a:noAutofit/>
          </a:bodyPr>
          <a:p>
            <a:pP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sp>
        <p:nvSpPr>
          <p:cNvPr id="295" name="Google Shape;30;p78"/>
          <p:cNvSpPr/>
          <p:nvPr/>
        </p:nvSpPr>
        <p:spPr>
          <a:xfrm>
            <a:off x="5482800" y="207000"/>
            <a:ext cx="6767280" cy="211680"/>
          </a:xfrm>
          <a:prstGeom prst="rect">
            <a:avLst/>
          </a:prstGeom>
          <a:noFill/>
          <a:ln w="0">
            <a:noFill/>
          </a:ln>
        </p:spPr>
        <p:style>
          <a:lnRef idx="0"/>
          <a:fillRef idx="0"/>
          <a:effectRef idx="0"/>
          <a:fontRef idx="minor"/>
        </p:style>
        <p:txBody>
          <a:bodyPr anchor="t">
            <a:noAutofit/>
          </a:bodyPr>
          <a:p>
            <a:pPr algn="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pic>
        <p:nvPicPr>
          <p:cNvPr id="296" name="Google Shape;31;p78"/>
          <p:cNvPicPr/>
          <p:nvPr/>
        </p:nvPicPr>
        <p:blipFill>
          <a:blip r:embed="rId3"/>
          <a:stretch/>
        </p:blipFill>
        <p:spPr>
          <a:xfrm rot="16200000">
            <a:off x="-2150640" y="3445920"/>
            <a:ext cx="5429520" cy="990720"/>
          </a:xfrm>
          <a:prstGeom prst="rect">
            <a:avLst/>
          </a:prstGeom>
          <a:noFill/>
          <a:ln w="0">
            <a:noFill/>
          </a:ln>
        </p:spPr>
      </p:pic>
      <p:grpSp>
        <p:nvGrpSpPr>
          <p:cNvPr id="297" name="Google Shape;32;p78"/>
          <p:cNvGrpSpPr/>
          <p:nvPr/>
        </p:nvGrpSpPr>
        <p:grpSpPr>
          <a:xfrm>
            <a:off x="7996680" y="6659640"/>
            <a:ext cx="4123080" cy="140040"/>
            <a:chOff x="7996680" y="6659640"/>
            <a:chExt cx="4123080" cy="140040"/>
          </a:xfrm>
        </p:grpSpPr>
        <p:sp>
          <p:nvSpPr>
            <p:cNvPr id="298" name="Google Shape;33;p78"/>
            <p:cNvSpPr/>
            <p:nvPr/>
          </p:nvSpPr>
          <p:spPr>
            <a:xfrm>
              <a:off x="117475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299" name="Google Shape;34;p78"/>
            <p:cNvSpPr/>
            <p:nvPr/>
          </p:nvSpPr>
          <p:spPr>
            <a:xfrm>
              <a:off x="113749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00" name="Google Shape;35;p78"/>
            <p:cNvSpPr/>
            <p:nvPr/>
          </p:nvSpPr>
          <p:spPr>
            <a:xfrm>
              <a:off x="109940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01" name="Google Shape;36;p78"/>
            <p:cNvSpPr/>
            <p:nvPr/>
          </p:nvSpPr>
          <p:spPr>
            <a:xfrm>
              <a:off x="106214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02" name="Google Shape;37;p78"/>
            <p:cNvSpPr/>
            <p:nvPr/>
          </p:nvSpPr>
          <p:spPr>
            <a:xfrm>
              <a:off x="102488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03" name="Google Shape;38;p78"/>
            <p:cNvSpPr/>
            <p:nvPr/>
          </p:nvSpPr>
          <p:spPr>
            <a:xfrm>
              <a:off x="98679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04" name="Google Shape;39;p78"/>
            <p:cNvSpPr/>
            <p:nvPr/>
          </p:nvSpPr>
          <p:spPr>
            <a:xfrm>
              <a:off x="94953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05" name="Google Shape;40;p78"/>
            <p:cNvSpPr/>
            <p:nvPr/>
          </p:nvSpPr>
          <p:spPr>
            <a:xfrm>
              <a:off x="91227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06" name="Google Shape;41;p78"/>
            <p:cNvSpPr/>
            <p:nvPr/>
          </p:nvSpPr>
          <p:spPr>
            <a:xfrm>
              <a:off x="87418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07" name="Google Shape;42;p78"/>
            <p:cNvSpPr/>
            <p:nvPr/>
          </p:nvSpPr>
          <p:spPr>
            <a:xfrm>
              <a:off x="83692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08" name="Google Shape;43;p78"/>
            <p:cNvSpPr/>
            <p:nvPr/>
          </p:nvSpPr>
          <p:spPr>
            <a:xfrm>
              <a:off x="79966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309" name="PlaceHolder 1"/>
          <p:cNvSpPr>
            <a:spLocks noGrp="1"/>
          </p:cNvSpPr>
          <p:nvPr>
            <p:ph type="title"/>
          </p:nvPr>
        </p:nvSpPr>
        <p:spPr>
          <a:xfrm>
            <a:off x="1723680" y="549360"/>
            <a:ext cx="9963000" cy="2852280"/>
          </a:xfrm>
          <a:prstGeom prst="rect">
            <a:avLst/>
          </a:prstGeom>
          <a:noFill/>
          <a:ln w="0">
            <a:noFill/>
          </a:ln>
        </p:spPr>
        <p:txBody>
          <a:bodyPr lIns="91440" tIns="91440" rIns="91440" bIns="91440" anchor="b">
            <a:noAutofit/>
          </a:bodyPr>
          <a:lstStyle>
            <a:lvl1pPr indent="0" algn="l">
              <a:buNone/>
              <a:defRPr lang="en-US" sz="3400" b="0" u="none" strike="noStrike">
                <a:solidFill>
                  <a:srgbClr val="000000"/>
                </a:solidFill>
                <a:effectLst/>
                <a:uFillTx/>
                <a:latin typeface="Arial"/>
              </a:defRPr>
            </a:lvl1pPr>
          </a:lstStyle>
          <a:p>
            <a:pPr indent="0" algn="l">
              <a:buNone/>
            </a:pPr>
            <a:r>
              <a:rPr lang="en-US" sz="3400" b="0" u="none" strike="noStrike">
                <a:solidFill>
                  <a:srgbClr val="000000"/>
                </a:solidFill>
                <a:effectLst/>
                <a:uFillTx/>
                <a:latin typeface="Arial"/>
              </a:rPr>
              <a:t>Click to edit the title text format</a:t>
            </a:r>
            <a:endParaRPr lang="en-US" sz="3400" b="0" u="none" strike="noStrike">
              <a:solidFill>
                <a:srgbClr val="000000"/>
              </a:solidFill>
              <a:effectLst/>
              <a:uFillTx/>
              <a:latin typeface="Arial"/>
            </a:endParaRPr>
          </a:p>
        </p:txBody>
      </p:sp>
      <p:sp>
        <p:nvSpPr>
          <p:cNvPr id="310" name="PlaceHolder 2"/>
          <p:cNvSpPr>
            <a:spLocks noGrp="1"/>
          </p:cNvSpPr>
          <p:nvPr>
            <p:ph type="body"/>
          </p:nvPr>
        </p:nvSpPr>
        <p:spPr>
          <a:xfrm>
            <a:off x="1723680" y="3429000"/>
            <a:ext cx="9963000" cy="2127960"/>
          </a:xfrm>
          <a:prstGeom prst="rect">
            <a:avLst/>
          </a:prstGeom>
          <a:noFill/>
          <a:ln w="0">
            <a:noFill/>
          </a:ln>
        </p:spPr>
        <p:txBody>
          <a:bodyPr lIns="91440" tIns="91440" rIns="91440" bIns="91440" anchor="t">
            <a:noAutofit/>
          </a:bodyPr>
          <a:lstStyle>
            <a:lvl1pPr algn="l">
              <a:spcBef>
                <a:spcPts val="1417"/>
              </a:spcBef>
              <a:buClr>
                <a:srgbClr val="000000"/>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00" b="0" u="none" strike="noStrike">
                <a:solidFill>
                  <a:srgbClr val="000000"/>
                </a:solidFill>
                <a:effectLst/>
                <a:uFillTx/>
                <a:latin typeface="Arial"/>
              </a:defRPr>
            </a:lvl7pPr>
          </a:lstStyle>
          <a:p>
            <a:pPr marL="457200" indent="-228600" algn="l">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914400" lvl="1" indent="-228600" algn="l">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371600" lvl="2" indent="-228600" algn="l">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828800" lvl="3" indent="-228600" algn="l">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286000" lvl="4" indent="-2286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743200" lvl="5" indent="-2286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200400" lvl="6" indent="-2286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Tree>
  </p:cSld>
  <p:clrMapOvr>
    <a:masterClrMapping/>
  </p:clrMapOvr>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OBJECT_WITH_CAPTION_TEXT">
    <p:bg>
      <p:bgPr>
        <a:solidFill>
          <a:schemeClr val="lt1"/>
        </a:solidFill>
      </p:bgPr>
    </p:bg>
    <p:spTree>
      <p:nvGrpSpPr>
        <p:cNvPr id="1" name=""/>
        <p:cNvGrpSpPr/>
        <p:nvPr/>
      </p:nvGrpSpPr>
      <p:grpSpPr>
        <a:xfrm>
          <a:off x="0" y="0"/>
          <a:ext cx="0" cy="0"/>
          <a:chOff x="0" y="0"/>
          <a:chExt cx="0" cy="0"/>
        </a:xfrm>
      </p:grpSpPr>
      <p:sp>
        <p:nvSpPr>
          <p:cNvPr id="311" name="Google Shape;10;p78"/>
          <p:cNvSpPr/>
          <p:nvPr/>
        </p:nvSpPr>
        <p:spPr>
          <a:xfrm>
            <a:off x="0" y="-2016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12" name="Google Shape;11;p78"/>
          <p:cNvSpPr/>
          <p:nvPr/>
        </p:nvSpPr>
        <p:spPr>
          <a:xfrm>
            <a:off x="0" y="243360"/>
            <a:ext cx="1127880" cy="6614280"/>
          </a:xfrm>
          <a:prstGeom prst="rect">
            <a:avLst/>
          </a:prstGeom>
          <a:solidFill>
            <a:schemeClr val="dk1"/>
          </a:soli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pic>
        <p:nvPicPr>
          <p:cNvPr id="313" name="Google Shape;14;p78"/>
          <p:cNvPicPr/>
          <p:nvPr/>
        </p:nvPicPr>
        <p:blipFill>
          <a:blip r:embed="rId2"/>
          <a:stretch/>
        </p:blipFill>
        <p:spPr>
          <a:xfrm>
            <a:off x="99720" y="231480"/>
            <a:ext cx="928440" cy="928440"/>
          </a:xfrm>
          <a:prstGeom prst="rect">
            <a:avLst/>
          </a:prstGeom>
          <a:noFill/>
          <a:ln w="0">
            <a:noFill/>
          </a:ln>
        </p:spPr>
      </p:pic>
      <p:sp>
        <p:nvSpPr>
          <p:cNvPr id="314" name="Google Shape;16;p78"/>
          <p:cNvSpPr/>
          <p:nvPr/>
        </p:nvSpPr>
        <p:spPr>
          <a:xfrm>
            <a:off x="0" y="659448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nvGrpSpPr>
          <p:cNvPr id="315" name="Google Shape;17;p78"/>
          <p:cNvGrpSpPr/>
          <p:nvPr/>
        </p:nvGrpSpPr>
        <p:grpSpPr>
          <a:xfrm>
            <a:off x="254520" y="37080"/>
            <a:ext cx="4123080" cy="140040"/>
            <a:chOff x="254520" y="37080"/>
            <a:chExt cx="4123080" cy="140040"/>
          </a:xfrm>
        </p:grpSpPr>
        <p:sp>
          <p:nvSpPr>
            <p:cNvPr id="316" name="Google Shape;18;p78"/>
            <p:cNvSpPr/>
            <p:nvPr/>
          </p:nvSpPr>
          <p:spPr>
            <a:xfrm>
              <a:off x="40053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17" name="Google Shape;19;p78"/>
            <p:cNvSpPr/>
            <p:nvPr/>
          </p:nvSpPr>
          <p:spPr>
            <a:xfrm>
              <a:off x="36327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18" name="Google Shape;20;p78"/>
            <p:cNvSpPr/>
            <p:nvPr/>
          </p:nvSpPr>
          <p:spPr>
            <a:xfrm>
              <a:off x="32518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19" name="Google Shape;21;p78"/>
            <p:cNvSpPr/>
            <p:nvPr/>
          </p:nvSpPr>
          <p:spPr>
            <a:xfrm>
              <a:off x="28792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20" name="Google Shape;22;p78"/>
            <p:cNvSpPr/>
            <p:nvPr/>
          </p:nvSpPr>
          <p:spPr>
            <a:xfrm>
              <a:off x="25066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21" name="Google Shape;23;p78"/>
            <p:cNvSpPr/>
            <p:nvPr/>
          </p:nvSpPr>
          <p:spPr>
            <a:xfrm>
              <a:off x="21258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22" name="Google Shape;24;p78"/>
            <p:cNvSpPr/>
            <p:nvPr/>
          </p:nvSpPr>
          <p:spPr>
            <a:xfrm>
              <a:off x="17532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23" name="Google Shape;25;p78"/>
            <p:cNvSpPr/>
            <p:nvPr/>
          </p:nvSpPr>
          <p:spPr>
            <a:xfrm>
              <a:off x="13806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24" name="Google Shape;26;p78"/>
            <p:cNvSpPr/>
            <p:nvPr/>
          </p:nvSpPr>
          <p:spPr>
            <a:xfrm>
              <a:off x="9997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25" name="Google Shape;27;p78"/>
            <p:cNvSpPr/>
            <p:nvPr/>
          </p:nvSpPr>
          <p:spPr>
            <a:xfrm>
              <a:off x="6271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26" name="Google Shape;28;p78"/>
            <p:cNvSpPr/>
            <p:nvPr/>
          </p:nvSpPr>
          <p:spPr>
            <a:xfrm>
              <a:off x="2545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327" name="Google Shape;29;p78"/>
          <p:cNvSpPr/>
          <p:nvPr/>
        </p:nvSpPr>
        <p:spPr>
          <a:xfrm flipH="1">
            <a:off x="1042920" y="6366960"/>
            <a:ext cx="4211640" cy="221400"/>
          </a:xfrm>
          <a:prstGeom prst="rect">
            <a:avLst/>
          </a:prstGeom>
          <a:noFill/>
          <a:ln w="0">
            <a:noFill/>
          </a:ln>
        </p:spPr>
        <p:style>
          <a:lnRef idx="0"/>
          <a:fillRef idx="0"/>
          <a:effectRef idx="0"/>
          <a:fontRef idx="minor"/>
        </p:style>
        <p:txBody>
          <a:bodyPr anchor="t">
            <a:noAutofit/>
          </a:bodyPr>
          <a:p>
            <a:pP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sp>
        <p:nvSpPr>
          <p:cNvPr id="328" name="Google Shape;30;p78"/>
          <p:cNvSpPr/>
          <p:nvPr/>
        </p:nvSpPr>
        <p:spPr>
          <a:xfrm>
            <a:off x="5482800" y="207000"/>
            <a:ext cx="6767280" cy="211680"/>
          </a:xfrm>
          <a:prstGeom prst="rect">
            <a:avLst/>
          </a:prstGeom>
          <a:noFill/>
          <a:ln w="0">
            <a:noFill/>
          </a:ln>
        </p:spPr>
        <p:style>
          <a:lnRef idx="0"/>
          <a:fillRef idx="0"/>
          <a:effectRef idx="0"/>
          <a:fontRef idx="minor"/>
        </p:style>
        <p:txBody>
          <a:bodyPr anchor="t">
            <a:noAutofit/>
          </a:bodyPr>
          <a:p>
            <a:pPr algn="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pic>
        <p:nvPicPr>
          <p:cNvPr id="329" name="Google Shape;31;p78"/>
          <p:cNvPicPr/>
          <p:nvPr/>
        </p:nvPicPr>
        <p:blipFill>
          <a:blip r:embed="rId3"/>
          <a:stretch/>
        </p:blipFill>
        <p:spPr>
          <a:xfrm rot="16200000">
            <a:off x="-2150640" y="3445920"/>
            <a:ext cx="5429520" cy="990720"/>
          </a:xfrm>
          <a:prstGeom prst="rect">
            <a:avLst/>
          </a:prstGeom>
          <a:noFill/>
          <a:ln w="0">
            <a:noFill/>
          </a:ln>
        </p:spPr>
      </p:pic>
      <p:grpSp>
        <p:nvGrpSpPr>
          <p:cNvPr id="330" name="Google Shape;32;p78"/>
          <p:cNvGrpSpPr/>
          <p:nvPr/>
        </p:nvGrpSpPr>
        <p:grpSpPr>
          <a:xfrm>
            <a:off x="7996680" y="6659640"/>
            <a:ext cx="4123080" cy="140040"/>
            <a:chOff x="7996680" y="6659640"/>
            <a:chExt cx="4123080" cy="140040"/>
          </a:xfrm>
        </p:grpSpPr>
        <p:sp>
          <p:nvSpPr>
            <p:cNvPr id="331" name="Google Shape;33;p78"/>
            <p:cNvSpPr/>
            <p:nvPr/>
          </p:nvSpPr>
          <p:spPr>
            <a:xfrm>
              <a:off x="117475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32" name="Google Shape;34;p78"/>
            <p:cNvSpPr/>
            <p:nvPr/>
          </p:nvSpPr>
          <p:spPr>
            <a:xfrm>
              <a:off x="113749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33" name="Google Shape;35;p78"/>
            <p:cNvSpPr/>
            <p:nvPr/>
          </p:nvSpPr>
          <p:spPr>
            <a:xfrm>
              <a:off x="109940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34" name="Google Shape;36;p78"/>
            <p:cNvSpPr/>
            <p:nvPr/>
          </p:nvSpPr>
          <p:spPr>
            <a:xfrm>
              <a:off x="106214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35" name="Google Shape;37;p78"/>
            <p:cNvSpPr/>
            <p:nvPr/>
          </p:nvSpPr>
          <p:spPr>
            <a:xfrm>
              <a:off x="102488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36" name="Google Shape;38;p78"/>
            <p:cNvSpPr/>
            <p:nvPr/>
          </p:nvSpPr>
          <p:spPr>
            <a:xfrm>
              <a:off x="98679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37" name="Google Shape;39;p78"/>
            <p:cNvSpPr/>
            <p:nvPr/>
          </p:nvSpPr>
          <p:spPr>
            <a:xfrm>
              <a:off x="94953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38" name="Google Shape;40;p78"/>
            <p:cNvSpPr/>
            <p:nvPr/>
          </p:nvSpPr>
          <p:spPr>
            <a:xfrm>
              <a:off x="91227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39" name="Google Shape;41;p78"/>
            <p:cNvSpPr/>
            <p:nvPr/>
          </p:nvSpPr>
          <p:spPr>
            <a:xfrm>
              <a:off x="87418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40" name="Google Shape;42;p78"/>
            <p:cNvSpPr/>
            <p:nvPr/>
          </p:nvSpPr>
          <p:spPr>
            <a:xfrm>
              <a:off x="83692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41" name="Google Shape;43;p78"/>
            <p:cNvSpPr/>
            <p:nvPr/>
          </p:nvSpPr>
          <p:spPr>
            <a:xfrm>
              <a:off x="79966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342" name="PlaceHolder 1"/>
          <p:cNvSpPr>
            <a:spLocks noGrp="1"/>
          </p:cNvSpPr>
          <p:nvPr>
            <p:ph type="title"/>
          </p:nvPr>
        </p:nvSpPr>
        <p:spPr>
          <a:xfrm>
            <a:off x="1363320" y="952200"/>
            <a:ext cx="3097800" cy="1600200"/>
          </a:xfrm>
          <a:prstGeom prst="rect">
            <a:avLst/>
          </a:prstGeom>
          <a:noFill/>
          <a:ln w="0">
            <a:noFill/>
          </a:ln>
        </p:spPr>
        <p:txBody>
          <a:bodyPr lIns="91440" tIns="91440" rIns="91440" bIns="91440" anchor="b">
            <a:noAutofit/>
          </a:bodyPr>
          <a:lstStyle>
            <a:lvl1pPr indent="0" algn="l">
              <a:buNone/>
              <a:defRPr lang="en-US" sz="3200" b="0" u="none" strike="noStrike">
                <a:solidFill>
                  <a:srgbClr val="000000"/>
                </a:solidFill>
                <a:effectLst/>
                <a:uFillTx/>
                <a:latin typeface="Arial"/>
              </a:defRPr>
            </a:lvl1pPr>
          </a:lstStyle>
          <a:p>
            <a:pPr indent="0" algn="l">
              <a:buNone/>
            </a:pPr>
            <a:r>
              <a:rPr lang="en-US" sz="3200" b="0" u="none" strike="noStrike">
                <a:solidFill>
                  <a:srgbClr val="000000"/>
                </a:solidFill>
                <a:effectLst/>
                <a:uFillTx/>
                <a:latin typeface="Arial"/>
              </a:rPr>
              <a:t>Click to edit the title text format</a:t>
            </a:r>
            <a:endParaRPr lang="en-US" sz="3200" b="0" u="none" strike="noStrike">
              <a:solidFill>
                <a:srgbClr val="000000"/>
              </a:solidFill>
              <a:effectLst/>
              <a:uFillTx/>
              <a:latin typeface="Arial"/>
            </a:endParaRPr>
          </a:p>
        </p:txBody>
      </p:sp>
      <p:sp>
        <p:nvSpPr>
          <p:cNvPr id="343" name="PlaceHolder 2"/>
          <p:cNvSpPr>
            <a:spLocks noGrp="1"/>
          </p:cNvSpPr>
          <p:nvPr>
            <p:ph type="body"/>
          </p:nvPr>
        </p:nvSpPr>
        <p:spPr>
          <a:xfrm>
            <a:off x="4720680" y="952200"/>
            <a:ext cx="7091280" cy="5403600"/>
          </a:xfrm>
          <a:prstGeom prst="rect">
            <a:avLst/>
          </a:prstGeom>
          <a:noFill/>
          <a:ln w="0">
            <a:noFill/>
          </a:ln>
        </p:spPr>
        <p:txBody>
          <a:bodyPr lIns="91440" tIns="91440" rIns="91440" bIns="91440" anchor="t">
            <a:noAutofit/>
          </a:bodyPr>
          <a:lstStyle>
            <a:lvl1pPr algn="l">
              <a:spcBef>
                <a:spcPts val="1417"/>
              </a:spcBef>
              <a:buClr>
                <a:srgbClr val="000000"/>
              </a:buClr>
              <a:buSzPct val="45000"/>
              <a:buFont typeface="Wingdings" charset="2"/>
              <a:buChar char=""/>
              <a:defRPr lang="en-US" sz="266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66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66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66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66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66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660" b="0" u="none" strike="noStrike">
                <a:solidFill>
                  <a:srgbClr val="000000"/>
                </a:solidFill>
                <a:effectLst/>
                <a:uFillTx/>
                <a:latin typeface="Arial"/>
              </a:defRPr>
            </a:lvl7pPr>
          </a:lstStyle>
          <a:p>
            <a:pPr marL="457200" indent="-343080" algn="l">
              <a:spcBef>
                <a:spcPts val="1417"/>
              </a:spcBef>
              <a:buClr>
                <a:srgbClr val="000000"/>
              </a:buClr>
              <a:buSzPct val="45000"/>
              <a:buFont typeface="Wingdings" charset="2"/>
              <a:buChar char=""/>
            </a:pPr>
            <a:r>
              <a:rPr lang="en-US" sz="2660" b="0" u="none" strike="noStrike">
                <a:solidFill>
                  <a:srgbClr val="000000"/>
                </a:solidFill>
                <a:effectLst/>
                <a:uFillTx/>
                <a:latin typeface="Arial"/>
              </a:rPr>
              <a:t>Click to edit the outline text format</a:t>
            </a:r>
            <a:endParaRPr lang="en-US" sz="2660" b="0" u="none" strike="noStrike">
              <a:solidFill>
                <a:srgbClr val="000000"/>
              </a:solidFill>
              <a:effectLst/>
              <a:uFillTx/>
              <a:latin typeface="Arial"/>
            </a:endParaRPr>
          </a:p>
          <a:p>
            <a:pPr marL="914400" lvl="1" indent="-330120" algn="l">
              <a:spcBef>
                <a:spcPts val="1134"/>
              </a:spcBef>
              <a:buClr>
                <a:srgbClr val="000000"/>
              </a:buClr>
              <a:buSzPct val="75000"/>
              <a:buFont typeface="Symbol" charset="2"/>
              <a:buChar char=""/>
            </a:pPr>
            <a:r>
              <a:rPr lang="en-US" sz="2660" b="0" u="none" strike="noStrike">
                <a:solidFill>
                  <a:srgbClr val="000000"/>
                </a:solidFill>
                <a:effectLst/>
                <a:uFillTx/>
                <a:latin typeface="Arial"/>
              </a:rPr>
              <a:t>Second Outline Level</a:t>
            </a:r>
            <a:endParaRPr lang="en-US" sz="2660" b="0" u="none" strike="noStrike">
              <a:solidFill>
                <a:srgbClr val="000000"/>
              </a:solidFill>
              <a:effectLst/>
              <a:uFillTx/>
              <a:latin typeface="Arial"/>
            </a:endParaRPr>
          </a:p>
          <a:p>
            <a:pPr marL="1371600" lvl="2" indent="-317520" algn="l">
              <a:spcBef>
                <a:spcPts val="850"/>
              </a:spcBef>
              <a:buClr>
                <a:srgbClr val="000000"/>
              </a:buClr>
              <a:buSzPct val="45000"/>
              <a:buFont typeface="Wingdings" charset="2"/>
              <a:buChar char=""/>
            </a:pPr>
            <a:r>
              <a:rPr lang="en-US" sz="2660" b="0" u="none" strike="noStrike">
                <a:solidFill>
                  <a:srgbClr val="000000"/>
                </a:solidFill>
                <a:effectLst/>
                <a:uFillTx/>
                <a:latin typeface="Arial"/>
              </a:rPr>
              <a:t>Third Outline Level</a:t>
            </a:r>
            <a:endParaRPr lang="en-US" sz="2660" b="0" u="none" strike="noStrike">
              <a:solidFill>
                <a:srgbClr val="000000"/>
              </a:solidFill>
              <a:effectLst/>
              <a:uFillTx/>
              <a:latin typeface="Arial"/>
            </a:endParaRPr>
          </a:p>
          <a:p>
            <a:pPr marL="1828800" lvl="3" indent="-298440" algn="l">
              <a:spcBef>
                <a:spcPts val="567"/>
              </a:spcBef>
              <a:buClr>
                <a:srgbClr val="000000"/>
              </a:buClr>
              <a:buSzPct val="75000"/>
              <a:buFont typeface="Symbol" charset="2"/>
              <a:buChar char=""/>
            </a:pPr>
            <a:r>
              <a:rPr lang="en-US" sz="2660" b="0" u="none" strike="noStrike">
                <a:solidFill>
                  <a:srgbClr val="000000"/>
                </a:solidFill>
                <a:effectLst/>
                <a:uFillTx/>
                <a:latin typeface="Arial"/>
              </a:rPr>
              <a:t>Fourth Outline Level</a:t>
            </a:r>
            <a:endParaRPr lang="en-US" sz="2660" b="0" u="none" strike="noStrike">
              <a:solidFill>
                <a:srgbClr val="000000"/>
              </a:solidFill>
              <a:effectLst/>
              <a:uFillTx/>
              <a:latin typeface="Arial"/>
            </a:endParaRPr>
          </a:p>
          <a:p>
            <a:pPr marL="2286000" lvl="4" indent="-298440" algn="l">
              <a:spcBef>
                <a:spcPts val="283"/>
              </a:spcBef>
              <a:buClr>
                <a:srgbClr val="000000"/>
              </a:buClr>
              <a:buSzPct val="45000"/>
              <a:buFont typeface="Wingdings" charset="2"/>
              <a:buChar char=""/>
            </a:pPr>
            <a:r>
              <a:rPr lang="en-US" sz="2660" b="0" u="none" strike="noStrike">
                <a:solidFill>
                  <a:srgbClr val="000000"/>
                </a:solidFill>
                <a:effectLst/>
                <a:uFillTx/>
                <a:latin typeface="Arial"/>
              </a:rPr>
              <a:t>Fifth Outline Level</a:t>
            </a:r>
            <a:endParaRPr lang="en-US" sz="2660" b="0" u="none" strike="noStrike">
              <a:solidFill>
                <a:srgbClr val="000000"/>
              </a:solidFill>
              <a:effectLst/>
              <a:uFillTx/>
              <a:latin typeface="Arial"/>
            </a:endParaRPr>
          </a:p>
          <a:p>
            <a:pPr marL="2743200" lvl="5" indent="-298440" algn="l">
              <a:spcBef>
                <a:spcPts val="283"/>
              </a:spcBef>
              <a:buClr>
                <a:srgbClr val="000000"/>
              </a:buClr>
              <a:buSzPct val="45000"/>
              <a:buFont typeface="Wingdings" charset="2"/>
              <a:buChar char=""/>
            </a:pPr>
            <a:r>
              <a:rPr lang="en-US" sz="2660" b="0" u="none" strike="noStrike">
                <a:solidFill>
                  <a:srgbClr val="000000"/>
                </a:solidFill>
                <a:effectLst/>
                <a:uFillTx/>
                <a:latin typeface="Arial"/>
              </a:rPr>
              <a:t>Sixth Outline Level</a:t>
            </a:r>
            <a:endParaRPr lang="en-US" sz="2660" b="0" u="none" strike="noStrike">
              <a:solidFill>
                <a:srgbClr val="000000"/>
              </a:solidFill>
              <a:effectLst/>
              <a:uFillTx/>
              <a:latin typeface="Arial"/>
            </a:endParaRPr>
          </a:p>
          <a:p>
            <a:pPr marL="3200400" lvl="6" indent="-298440" algn="l">
              <a:spcBef>
                <a:spcPts val="283"/>
              </a:spcBef>
              <a:buClr>
                <a:srgbClr val="000000"/>
              </a:buClr>
              <a:buSzPct val="45000"/>
              <a:buFont typeface="Wingdings" charset="2"/>
              <a:buChar char=""/>
            </a:pPr>
            <a:r>
              <a:rPr lang="en-US" sz="2660" b="0" u="none" strike="noStrike">
                <a:solidFill>
                  <a:srgbClr val="000000"/>
                </a:solidFill>
                <a:effectLst/>
                <a:uFillTx/>
                <a:latin typeface="Arial"/>
              </a:rPr>
              <a:t>Seventh Outline Level</a:t>
            </a:r>
            <a:endParaRPr lang="en-US" sz="2660" b="0" u="none" strike="noStrike">
              <a:solidFill>
                <a:srgbClr val="000000"/>
              </a:solidFill>
              <a:effectLst/>
              <a:uFillTx/>
              <a:latin typeface="Arial"/>
            </a:endParaRPr>
          </a:p>
        </p:txBody>
      </p:sp>
      <p:sp>
        <p:nvSpPr>
          <p:cNvPr id="344" name="PlaceHolder 3"/>
          <p:cNvSpPr>
            <a:spLocks noGrp="1"/>
          </p:cNvSpPr>
          <p:nvPr>
            <p:ph type="body"/>
          </p:nvPr>
        </p:nvSpPr>
        <p:spPr>
          <a:xfrm>
            <a:off x="1363320" y="2552400"/>
            <a:ext cx="3097800" cy="3811320"/>
          </a:xfrm>
          <a:prstGeom prst="rect">
            <a:avLst/>
          </a:prstGeom>
          <a:noFill/>
          <a:ln w="0">
            <a:noFill/>
          </a:ln>
        </p:spPr>
        <p:txBody>
          <a:bodyPr lIns="91440" tIns="91440" rIns="91440" bIns="91440" anchor="t">
            <a:noAutofit/>
          </a:bodyPr>
          <a:lstStyle>
            <a:lvl1pPr algn="l">
              <a:spcBef>
                <a:spcPts val="1417"/>
              </a:spcBef>
              <a:buClr>
                <a:srgbClr val="000000"/>
              </a:buClr>
              <a:buSzPct val="45000"/>
              <a:buFont typeface="Wingdings" charset="2"/>
              <a:buChar char=""/>
              <a:defRPr lang="en-US" sz="187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7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7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7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7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7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70" b="0" u="none" strike="noStrike">
                <a:solidFill>
                  <a:srgbClr val="000000"/>
                </a:solidFill>
                <a:effectLst/>
                <a:uFillTx/>
                <a:latin typeface="Arial"/>
              </a:defRPr>
            </a:lvl7pPr>
          </a:lstStyle>
          <a:p>
            <a:pPr marL="457200" indent="-228600" algn="l">
              <a:spcBef>
                <a:spcPts val="1417"/>
              </a:spcBef>
              <a:buClr>
                <a:srgbClr val="000000"/>
              </a:buClr>
              <a:buSzPct val="45000"/>
              <a:buFont typeface="Wingdings" charset="2"/>
              <a:buChar char=""/>
            </a:pPr>
            <a:r>
              <a:rPr lang="en-US" sz="1870" b="0" u="none" strike="noStrike">
                <a:solidFill>
                  <a:srgbClr val="000000"/>
                </a:solidFill>
                <a:effectLst/>
                <a:uFillTx/>
                <a:latin typeface="Arial"/>
              </a:rPr>
              <a:t>Click to edit the outline text format</a:t>
            </a:r>
            <a:endParaRPr lang="en-US" sz="1870" b="0" u="none" strike="noStrike">
              <a:solidFill>
                <a:srgbClr val="000000"/>
              </a:solidFill>
              <a:effectLst/>
              <a:uFillTx/>
              <a:latin typeface="Arial"/>
            </a:endParaRPr>
          </a:p>
          <a:p>
            <a:pPr marL="914400" lvl="1" indent="-228600" algn="l">
              <a:spcBef>
                <a:spcPts val="1134"/>
              </a:spcBef>
              <a:buClr>
                <a:srgbClr val="000000"/>
              </a:buClr>
              <a:buSzPct val="75000"/>
              <a:buFont typeface="Symbol" charset="2"/>
              <a:buChar char=""/>
            </a:pPr>
            <a:r>
              <a:rPr lang="en-US" sz="1870" b="0" u="none" strike="noStrike">
                <a:solidFill>
                  <a:srgbClr val="000000"/>
                </a:solidFill>
                <a:effectLst/>
                <a:uFillTx/>
                <a:latin typeface="Arial"/>
              </a:rPr>
              <a:t>Second Outline Level</a:t>
            </a:r>
            <a:endParaRPr lang="en-US" sz="1870" b="0" u="none" strike="noStrike">
              <a:solidFill>
                <a:srgbClr val="000000"/>
              </a:solidFill>
              <a:effectLst/>
              <a:uFillTx/>
              <a:latin typeface="Arial"/>
            </a:endParaRPr>
          </a:p>
          <a:p>
            <a:pPr marL="1371600" lvl="2" indent="-228600" algn="l">
              <a:spcBef>
                <a:spcPts val="850"/>
              </a:spcBef>
              <a:buClr>
                <a:srgbClr val="000000"/>
              </a:buClr>
              <a:buSzPct val="45000"/>
              <a:buFont typeface="Wingdings" charset="2"/>
              <a:buChar char=""/>
            </a:pPr>
            <a:r>
              <a:rPr lang="en-US" sz="1870" b="0" u="none" strike="noStrike">
                <a:solidFill>
                  <a:srgbClr val="000000"/>
                </a:solidFill>
                <a:effectLst/>
                <a:uFillTx/>
                <a:latin typeface="Arial"/>
              </a:rPr>
              <a:t>Third Outline Level</a:t>
            </a:r>
            <a:endParaRPr lang="en-US" sz="1870" b="0" u="none" strike="noStrike">
              <a:solidFill>
                <a:srgbClr val="000000"/>
              </a:solidFill>
              <a:effectLst/>
              <a:uFillTx/>
              <a:latin typeface="Arial"/>
            </a:endParaRPr>
          </a:p>
          <a:p>
            <a:pPr marL="1828800" lvl="3" indent="-228600" algn="l">
              <a:spcBef>
                <a:spcPts val="567"/>
              </a:spcBef>
              <a:buClr>
                <a:srgbClr val="000000"/>
              </a:buClr>
              <a:buSzPct val="75000"/>
              <a:buFont typeface="Symbol" charset="2"/>
              <a:buChar char=""/>
            </a:pPr>
            <a:r>
              <a:rPr lang="en-US" sz="1870" b="0" u="none" strike="noStrike">
                <a:solidFill>
                  <a:srgbClr val="000000"/>
                </a:solidFill>
                <a:effectLst/>
                <a:uFillTx/>
                <a:latin typeface="Arial"/>
              </a:rPr>
              <a:t>Fourth Outline Level</a:t>
            </a:r>
            <a:endParaRPr lang="en-US" sz="1870" b="0" u="none" strike="noStrike">
              <a:solidFill>
                <a:srgbClr val="000000"/>
              </a:solidFill>
              <a:effectLst/>
              <a:uFillTx/>
              <a:latin typeface="Arial"/>
            </a:endParaRPr>
          </a:p>
          <a:p>
            <a:pPr marL="2286000" lvl="4" indent="-228600" algn="l">
              <a:spcBef>
                <a:spcPts val="283"/>
              </a:spcBef>
              <a:buClr>
                <a:srgbClr val="000000"/>
              </a:buClr>
              <a:buSzPct val="45000"/>
              <a:buFont typeface="Wingdings" charset="2"/>
              <a:buChar char=""/>
            </a:pPr>
            <a:r>
              <a:rPr lang="en-US" sz="1870" b="0" u="none" strike="noStrike">
                <a:solidFill>
                  <a:srgbClr val="000000"/>
                </a:solidFill>
                <a:effectLst/>
                <a:uFillTx/>
                <a:latin typeface="Arial"/>
              </a:rPr>
              <a:t>Fifth Outline Level</a:t>
            </a:r>
            <a:endParaRPr lang="en-US" sz="1870" b="0" u="none" strike="noStrike">
              <a:solidFill>
                <a:srgbClr val="000000"/>
              </a:solidFill>
              <a:effectLst/>
              <a:uFillTx/>
              <a:latin typeface="Arial"/>
            </a:endParaRPr>
          </a:p>
          <a:p>
            <a:pPr marL="2743200" lvl="5" indent="-228600" algn="l">
              <a:spcBef>
                <a:spcPts val="283"/>
              </a:spcBef>
              <a:buClr>
                <a:srgbClr val="000000"/>
              </a:buClr>
              <a:buSzPct val="45000"/>
              <a:buFont typeface="Wingdings" charset="2"/>
              <a:buChar char=""/>
            </a:pPr>
            <a:r>
              <a:rPr lang="en-US" sz="1870" b="0" u="none" strike="noStrike">
                <a:solidFill>
                  <a:srgbClr val="000000"/>
                </a:solidFill>
                <a:effectLst/>
                <a:uFillTx/>
                <a:latin typeface="Arial"/>
              </a:rPr>
              <a:t>Sixth Outline Level</a:t>
            </a:r>
            <a:endParaRPr lang="en-US" sz="1870" b="0" u="none" strike="noStrike">
              <a:solidFill>
                <a:srgbClr val="000000"/>
              </a:solidFill>
              <a:effectLst/>
              <a:uFillTx/>
              <a:latin typeface="Arial"/>
            </a:endParaRPr>
          </a:p>
          <a:p>
            <a:pPr marL="3200400" lvl="6" indent="-228600" algn="l">
              <a:spcBef>
                <a:spcPts val="283"/>
              </a:spcBef>
              <a:buClr>
                <a:srgbClr val="000000"/>
              </a:buClr>
              <a:buSzPct val="45000"/>
              <a:buFont typeface="Wingdings" charset="2"/>
              <a:buChar char=""/>
            </a:pPr>
            <a:r>
              <a:rPr lang="en-US" sz="1870" b="0" u="none" strike="noStrike">
                <a:solidFill>
                  <a:srgbClr val="000000"/>
                </a:solidFill>
                <a:effectLst/>
                <a:uFillTx/>
                <a:latin typeface="Arial"/>
              </a:rPr>
              <a:t>Seventh Outline Level</a:t>
            </a:r>
            <a:endParaRPr lang="en-US" sz="1870" b="0" u="none" strike="noStrike">
              <a:solidFill>
                <a:srgbClr val="000000"/>
              </a:solidFill>
              <a:effectLst/>
              <a:uFillTx/>
              <a:latin typeface="Arial"/>
            </a:endParaRPr>
          </a:p>
        </p:txBody>
      </p:sp>
    </p:spTree>
  </p:cSld>
  <p:clrMapOvr>
    <a:masterClrMapping/>
  </p:clrMapOvr>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Section Header">
    <p:bg>
      <p:bgPr>
        <a:solidFill>
          <a:schemeClr val="lt1"/>
        </a:solidFill>
      </p:bgPr>
    </p:bg>
    <p:spTree>
      <p:nvGrpSpPr>
        <p:cNvPr id="1" name=""/>
        <p:cNvGrpSpPr/>
        <p:nvPr/>
      </p:nvGrpSpPr>
      <p:grpSpPr>
        <a:xfrm>
          <a:off x="0" y="0"/>
          <a:ext cx="0" cy="0"/>
          <a:chOff x="0" y="0"/>
          <a:chExt cx="0" cy="0"/>
        </a:xfrm>
      </p:grpSpPr>
      <p:sp>
        <p:nvSpPr>
          <p:cNvPr id="345" name="Google Shape;10;p78"/>
          <p:cNvSpPr/>
          <p:nvPr/>
        </p:nvSpPr>
        <p:spPr>
          <a:xfrm>
            <a:off x="0" y="-2016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46" name="Google Shape;11;p78"/>
          <p:cNvSpPr/>
          <p:nvPr/>
        </p:nvSpPr>
        <p:spPr>
          <a:xfrm>
            <a:off x="0" y="243360"/>
            <a:ext cx="1127880" cy="6614280"/>
          </a:xfrm>
          <a:prstGeom prst="rect">
            <a:avLst/>
          </a:prstGeom>
          <a:solidFill>
            <a:schemeClr val="dk1"/>
          </a:soli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pic>
        <p:nvPicPr>
          <p:cNvPr id="347" name="Google Shape;14;p78"/>
          <p:cNvPicPr/>
          <p:nvPr/>
        </p:nvPicPr>
        <p:blipFill>
          <a:blip r:embed="rId2"/>
          <a:stretch/>
        </p:blipFill>
        <p:spPr>
          <a:xfrm>
            <a:off x="99720" y="231480"/>
            <a:ext cx="928440" cy="928440"/>
          </a:xfrm>
          <a:prstGeom prst="rect">
            <a:avLst/>
          </a:prstGeom>
          <a:noFill/>
          <a:ln w="0">
            <a:noFill/>
          </a:ln>
        </p:spPr>
      </p:pic>
      <p:sp>
        <p:nvSpPr>
          <p:cNvPr id="348" name="Google Shape;16;p78"/>
          <p:cNvSpPr/>
          <p:nvPr/>
        </p:nvSpPr>
        <p:spPr>
          <a:xfrm>
            <a:off x="0" y="659448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nvGrpSpPr>
          <p:cNvPr id="349" name="Google Shape;17;p78"/>
          <p:cNvGrpSpPr/>
          <p:nvPr/>
        </p:nvGrpSpPr>
        <p:grpSpPr>
          <a:xfrm>
            <a:off x="254520" y="37080"/>
            <a:ext cx="4123080" cy="140040"/>
            <a:chOff x="254520" y="37080"/>
            <a:chExt cx="4123080" cy="140040"/>
          </a:xfrm>
        </p:grpSpPr>
        <p:sp>
          <p:nvSpPr>
            <p:cNvPr id="350" name="Google Shape;18;p78"/>
            <p:cNvSpPr/>
            <p:nvPr/>
          </p:nvSpPr>
          <p:spPr>
            <a:xfrm>
              <a:off x="40053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51" name="Google Shape;19;p78"/>
            <p:cNvSpPr/>
            <p:nvPr/>
          </p:nvSpPr>
          <p:spPr>
            <a:xfrm>
              <a:off x="36327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52" name="Google Shape;20;p78"/>
            <p:cNvSpPr/>
            <p:nvPr/>
          </p:nvSpPr>
          <p:spPr>
            <a:xfrm>
              <a:off x="32518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53" name="Google Shape;21;p78"/>
            <p:cNvSpPr/>
            <p:nvPr/>
          </p:nvSpPr>
          <p:spPr>
            <a:xfrm>
              <a:off x="28792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54" name="Google Shape;22;p78"/>
            <p:cNvSpPr/>
            <p:nvPr/>
          </p:nvSpPr>
          <p:spPr>
            <a:xfrm>
              <a:off x="25066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55" name="Google Shape;23;p78"/>
            <p:cNvSpPr/>
            <p:nvPr/>
          </p:nvSpPr>
          <p:spPr>
            <a:xfrm>
              <a:off x="21258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56" name="Google Shape;24;p78"/>
            <p:cNvSpPr/>
            <p:nvPr/>
          </p:nvSpPr>
          <p:spPr>
            <a:xfrm>
              <a:off x="17532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57" name="Google Shape;25;p78"/>
            <p:cNvSpPr/>
            <p:nvPr/>
          </p:nvSpPr>
          <p:spPr>
            <a:xfrm>
              <a:off x="13806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58" name="Google Shape;26;p78"/>
            <p:cNvSpPr/>
            <p:nvPr/>
          </p:nvSpPr>
          <p:spPr>
            <a:xfrm>
              <a:off x="9997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59" name="Google Shape;27;p78"/>
            <p:cNvSpPr/>
            <p:nvPr/>
          </p:nvSpPr>
          <p:spPr>
            <a:xfrm>
              <a:off x="6271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60" name="Google Shape;28;p78"/>
            <p:cNvSpPr/>
            <p:nvPr/>
          </p:nvSpPr>
          <p:spPr>
            <a:xfrm>
              <a:off x="2545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361" name="Google Shape;29;p78"/>
          <p:cNvSpPr/>
          <p:nvPr/>
        </p:nvSpPr>
        <p:spPr>
          <a:xfrm flipH="1">
            <a:off x="1042920" y="6366960"/>
            <a:ext cx="4211640" cy="221400"/>
          </a:xfrm>
          <a:prstGeom prst="rect">
            <a:avLst/>
          </a:prstGeom>
          <a:noFill/>
          <a:ln w="0">
            <a:noFill/>
          </a:ln>
        </p:spPr>
        <p:style>
          <a:lnRef idx="0"/>
          <a:fillRef idx="0"/>
          <a:effectRef idx="0"/>
          <a:fontRef idx="minor"/>
        </p:style>
        <p:txBody>
          <a:bodyPr anchor="t">
            <a:noAutofit/>
          </a:bodyPr>
          <a:p>
            <a:pP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sp>
        <p:nvSpPr>
          <p:cNvPr id="362" name="Google Shape;30;p78"/>
          <p:cNvSpPr/>
          <p:nvPr/>
        </p:nvSpPr>
        <p:spPr>
          <a:xfrm>
            <a:off x="5482800" y="207000"/>
            <a:ext cx="6767280" cy="211680"/>
          </a:xfrm>
          <a:prstGeom prst="rect">
            <a:avLst/>
          </a:prstGeom>
          <a:noFill/>
          <a:ln w="0">
            <a:noFill/>
          </a:ln>
        </p:spPr>
        <p:style>
          <a:lnRef idx="0"/>
          <a:fillRef idx="0"/>
          <a:effectRef idx="0"/>
          <a:fontRef idx="minor"/>
        </p:style>
        <p:txBody>
          <a:bodyPr anchor="t">
            <a:noAutofit/>
          </a:bodyPr>
          <a:p>
            <a:pPr algn="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pic>
        <p:nvPicPr>
          <p:cNvPr id="363" name="Google Shape;31;p78"/>
          <p:cNvPicPr/>
          <p:nvPr/>
        </p:nvPicPr>
        <p:blipFill>
          <a:blip r:embed="rId3"/>
          <a:stretch/>
        </p:blipFill>
        <p:spPr>
          <a:xfrm rot="16200000">
            <a:off x="-2150640" y="3445920"/>
            <a:ext cx="5429520" cy="990720"/>
          </a:xfrm>
          <a:prstGeom prst="rect">
            <a:avLst/>
          </a:prstGeom>
          <a:noFill/>
          <a:ln w="0">
            <a:noFill/>
          </a:ln>
        </p:spPr>
      </p:pic>
      <p:grpSp>
        <p:nvGrpSpPr>
          <p:cNvPr id="364" name="Google Shape;32;p78"/>
          <p:cNvGrpSpPr/>
          <p:nvPr/>
        </p:nvGrpSpPr>
        <p:grpSpPr>
          <a:xfrm>
            <a:off x="7996680" y="6659640"/>
            <a:ext cx="4123080" cy="140040"/>
            <a:chOff x="7996680" y="6659640"/>
            <a:chExt cx="4123080" cy="140040"/>
          </a:xfrm>
        </p:grpSpPr>
        <p:sp>
          <p:nvSpPr>
            <p:cNvPr id="365" name="Google Shape;33;p78"/>
            <p:cNvSpPr/>
            <p:nvPr/>
          </p:nvSpPr>
          <p:spPr>
            <a:xfrm>
              <a:off x="117475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66" name="Google Shape;34;p78"/>
            <p:cNvSpPr/>
            <p:nvPr/>
          </p:nvSpPr>
          <p:spPr>
            <a:xfrm>
              <a:off x="113749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67" name="Google Shape;35;p78"/>
            <p:cNvSpPr/>
            <p:nvPr/>
          </p:nvSpPr>
          <p:spPr>
            <a:xfrm>
              <a:off x="109940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68" name="Google Shape;36;p78"/>
            <p:cNvSpPr/>
            <p:nvPr/>
          </p:nvSpPr>
          <p:spPr>
            <a:xfrm>
              <a:off x="106214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69" name="Google Shape;37;p78"/>
            <p:cNvSpPr/>
            <p:nvPr/>
          </p:nvSpPr>
          <p:spPr>
            <a:xfrm>
              <a:off x="102488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70" name="Google Shape;38;p78"/>
            <p:cNvSpPr/>
            <p:nvPr/>
          </p:nvSpPr>
          <p:spPr>
            <a:xfrm>
              <a:off x="98679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71" name="Google Shape;39;p78"/>
            <p:cNvSpPr/>
            <p:nvPr/>
          </p:nvSpPr>
          <p:spPr>
            <a:xfrm>
              <a:off x="94953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72" name="Google Shape;40;p78"/>
            <p:cNvSpPr/>
            <p:nvPr/>
          </p:nvSpPr>
          <p:spPr>
            <a:xfrm>
              <a:off x="91227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73" name="Google Shape;41;p78"/>
            <p:cNvSpPr/>
            <p:nvPr/>
          </p:nvSpPr>
          <p:spPr>
            <a:xfrm>
              <a:off x="87418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74" name="Google Shape;42;p78"/>
            <p:cNvSpPr/>
            <p:nvPr/>
          </p:nvSpPr>
          <p:spPr>
            <a:xfrm>
              <a:off x="83692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75" name="Google Shape;43;p78"/>
            <p:cNvSpPr/>
            <p:nvPr/>
          </p:nvSpPr>
          <p:spPr>
            <a:xfrm>
              <a:off x="79966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376" name="PlaceHolder 1"/>
          <p:cNvSpPr>
            <a:spLocks noGrp="1"/>
          </p:cNvSpPr>
          <p:nvPr>
            <p:ph type="title"/>
          </p:nvPr>
        </p:nvSpPr>
        <p:spPr>
          <a:xfrm>
            <a:off x="1723680" y="549360"/>
            <a:ext cx="9963000" cy="2852280"/>
          </a:xfrm>
          <a:prstGeom prst="rect">
            <a:avLst/>
          </a:prstGeom>
          <a:noFill/>
          <a:ln w="0">
            <a:noFill/>
          </a:ln>
        </p:spPr>
        <p:txBody>
          <a:bodyPr lIns="91440" tIns="91440" rIns="91440" bIns="91440" anchor="b">
            <a:noAutofit/>
          </a:bodyPr>
          <a:lstStyle>
            <a:lvl1pPr indent="0" algn="l">
              <a:buNone/>
              <a:defRPr lang="en-US" sz="3400" b="0" u="none" strike="noStrike">
                <a:solidFill>
                  <a:srgbClr val="000000"/>
                </a:solidFill>
                <a:effectLst/>
                <a:uFillTx/>
                <a:latin typeface="Arial"/>
              </a:defRPr>
            </a:lvl1pPr>
          </a:lstStyle>
          <a:p>
            <a:pPr indent="0" algn="l">
              <a:buNone/>
            </a:pPr>
            <a:r>
              <a:rPr lang="en-US" sz="3400" b="0" u="none" strike="noStrike">
                <a:solidFill>
                  <a:srgbClr val="000000"/>
                </a:solidFill>
                <a:effectLst/>
                <a:uFillTx/>
                <a:latin typeface="Arial"/>
              </a:rPr>
              <a:t>Click to edit the title text format</a:t>
            </a:r>
            <a:endParaRPr lang="en-US" sz="3400" b="0" u="none" strike="noStrike">
              <a:solidFill>
                <a:srgbClr val="000000"/>
              </a:solidFill>
              <a:effectLst/>
              <a:uFillTx/>
              <a:latin typeface="Arial"/>
            </a:endParaRPr>
          </a:p>
        </p:txBody>
      </p:sp>
      <p:sp>
        <p:nvSpPr>
          <p:cNvPr id="377"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400" b="0" u="none" strike="noStrike">
                <a:solidFill>
                  <a:srgbClr val="000000"/>
                </a:solidFill>
                <a:effectLst/>
                <a:uFillTx/>
                <a:latin typeface="Arial"/>
              </a:rPr>
              <a:t>Click to edit the outline text format</a:t>
            </a:r>
            <a:endParaRPr lang="en-US" sz="14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400" b="0" u="none" strike="noStrike">
                <a:solidFill>
                  <a:srgbClr val="000000"/>
                </a:solidFill>
                <a:effectLst/>
                <a:uFillTx/>
                <a:latin typeface="Arial"/>
              </a:rPr>
              <a:t>Second Outline Level</a:t>
            </a:r>
            <a:endParaRPr lang="en-US" sz="14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400" b="0" u="none" strike="noStrike">
                <a:solidFill>
                  <a:srgbClr val="000000"/>
                </a:solidFill>
                <a:effectLst/>
                <a:uFillTx/>
                <a:latin typeface="Arial"/>
              </a:rPr>
              <a:t>Third Outline Level</a:t>
            </a:r>
            <a:endParaRPr lang="en-US" sz="1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400" b="0" u="none" strike="noStrike">
                <a:solidFill>
                  <a:srgbClr val="000000"/>
                </a:solidFill>
                <a:effectLst/>
                <a:uFillTx/>
                <a:latin typeface="Arial"/>
              </a:rPr>
              <a:t>Fourth Outline Level</a:t>
            </a:r>
            <a:endParaRPr lang="en-US" sz="14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Ovr>
    <a:masterClrMapping/>
  </p:clrMapOvr>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Title and Content 2">
    <p:bg>
      <p:bgPr>
        <a:solidFill>
          <a:schemeClr val="lt1"/>
        </a:solidFill>
      </p:bgPr>
    </p:bg>
    <p:spTree>
      <p:nvGrpSpPr>
        <p:cNvPr id="1" name=""/>
        <p:cNvGrpSpPr/>
        <p:nvPr/>
      </p:nvGrpSpPr>
      <p:grpSpPr>
        <a:xfrm>
          <a:off x="0" y="0"/>
          <a:ext cx="0" cy="0"/>
          <a:chOff x="0" y="0"/>
          <a:chExt cx="0" cy="0"/>
        </a:xfrm>
      </p:grpSpPr>
      <p:sp>
        <p:nvSpPr>
          <p:cNvPr id="378" name="Google Shape;10;p78"/>
          <p:cNvSpPr/>
          <p:nvPr/>
        </p:nvSpPr>
        <p:spPr>
          <a:xfrm>
            <a:off x="0" y="-2016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79" name="Google Shape;11;p78"/>
          <p:cNvSpPr/>
          <p:nvPr/>
        </p:nvSpPr>
        <p:spPr>
          <a:xfrm>
            <a:off x="0" y="243360"/>
            <a:ext cx="1127880" cy="6614280"/>
          </a:xfrm>
          <a:prstGeom prst="rect">
            <a:avLst/>
          </a:prstGeom>
          <a:solidFill>
            <a:schemeClr val="dk1"/>
          </a:soli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pic>
        <p:nvPicPr>
          <p:cNvPr id="380" name="Google Shape;14;p78"/>
          <p:cNvPicPr/>
          <p:nvPr/>
        </p:nvPicPr>
        <p:blipFill>
          <a:blip r:embed="rId2"/>
          <a:stretch/>
        </p:blipFill>
        <p:spPr>
          <a:xfrm>
            <a:off x="99720" y="231480"/>
            <a:ext cx="928440" cy="928440"/>
          </a:xfrm>
          <a:prstGeom prst="rect">
            <a:avLst/>
          </a:prstGeom>
          <a:noFill/>
          <a:ln w="0">
            <a:noFill/>
          </a:ln>
        </p:spPr>
      </p:pic>
      <p:sp>
        <p:nvSpPr>
          <p:cNvPr id="381" name="Google Shape;16;p78"/>
          <p:cNvSpPr/>
          <p:nvPr/>
        </p:nvSpPr>
        <p:spPr>
          <a:xfrm>
            <a:off x="0" y="6594480"/>
            <a:ext cx="12191760" cy="263160"/>
          </a:xfrm>
          <a:prstGeom prst="rect">
            <a:avLst/>
          </a:prstGeom>
          <a:solidFill>
            <a:schemeClr val="dk1"/>
          </a:solidFill>
          <a:ln w="0">
            <a:noFill/>
          </a:ln>
          <a:effectLst>
            <a:outerShdw blurRad="39960" dir="5400000" dist="20160" rotWithShape="0">
              <a:srgbClr val="000000">
                <a:alpha val="38000"/>
              </a:srgbClr>
            </a:outerShdw>
          </a:effectLst>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nvGrpSpPr>
          <p:cNvPr id="382" name="Google Shape;17;p78"/>
          <p:cNvGrpSpPr/>
          <p:nvPr/>
        </p:nvGrpSpPr>
        <p:grpSpPr>
          <a:xfrm>
            <a:off x="254520" y="37080"/>
            <a:ext cx="4123080" cy="140040"/>
            <a:chOff x="254520" y="37080"/>
            <a:chExt cx="4123080" cy="140040"/>
          </a:xfrm>
        </p:grpSpPr>
        <p:sp>
          <p:nvSpPr>
            <p:cNvPr id="383" name="Google Shape;18;p78"/>
            <p:cNvSpPr/>
            <p:nvPr/>
          </p:nvSpPr>
          <p:spPr>
            <a:xfrm>
              <a:off x="40053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84" name="Google Shape;19;p78"/>
            <p:cNvSpPr/>
            <p:nvPr/>
          </p:nvSpPr>
          <p:spPr>
            <a:xfrm>
              <a:off x="363276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85" name="Google Shape;20;p78"/>
            <p:cNvSpPr/>
            <p:nvPr/>
          </p:nvSpPr>
          <p:spPr>
            <a:xfrm>
              <a:off x="32518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86" name="Google Shape;21;p78"/>
            <p:cNvSpPr/>
            <p:nvPr/>
          </p:nvSpPr>
          <p:spPr>
            <a:xfrm>
              <a:off x="28792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87" name="Google Shape;22;p78"/>
            <p:cNvSpPr/>
            <p:nvPr/>
          </p:nvSpPr>
          <p:spPr>
            <a:xfrm>
              <a:off x="250668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88" name="Google Shape;23;p78"/>
            <p:cNvSpPr/>
            <p:nvPr/>
          </p:nvSpPr>
          <p:spPr>
            <a:xfrm>
              <a:off x="21258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89" name="Google Shape;24;p78"/>
            <p:cNvSpPr/>
            <p:nvPr/>
          </p:nvSpPr>
          <p:spPr>
            <a:xfrm>
              <a:off x="17532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90" name="Google Shape;25;p78"/>
            <p:cNvSpPr/>
            <p:nvPr/>
          </p:nvSpPr>
          <p:spPr>
            <a:xfrm>
              <a:off x="138060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91" name="Google Shape;26;p78"/>
            <p:cNvSpPr/>
            <p:nvPr/>
          </p:nvSpPr>
          <p:spPr>
            <a:xfrm>
              <a:off x="9997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92" name="Google Shape;27;p78"/>
            <p:cNvSpPr/>
            <p:nvPr/>
          </p:nvSpPr>
          <p:spPr>
            <a:xfrm>
              <a:off x="6271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93" name="Google Shape;28;p78"/>
            <p:cNvSpPr/>
            <p:nvPr/>
          </p:nvSpPr>
          <p:spPr>
            <a:xfrm>
              <a:off x="254520" y="3708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394" name="Google Shape;29;p78"/>
          <p:cNvSpPr/>
          <p:nvPr/>
        </p:nvSpPr>
        <p:spPr>
          <a:xfrm flipH="1">
            <a:off x="1042920" y="6366960"/>
            <a:ext cx="4211640" cy="221400"/>
          </a:xfrm>
          <a:prstGeom prst="rect">
            <a:avLst/>
          </a:prstGeom>
          <a:noFill/>
          <a:ln w="0">
            <a:noFill/>
          </a:ln>
        </p:spPr>
        <p:style>
          <a:lnRef idx="0"/>
          <a:fillRef idx="0"/>
          <a:effectRef idx="0"/>
          <a:fontRef idx="minor"/>
        </p:style>
        <p:txBody>
          <a:bodyPr anchor="t">
            <a:noAutofit/>
          </a:bodyPr>
          <a:p>
            <a:pP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sp>
        <p:nvSpPr>
          <p:cNvPr id="395" name="Google Shape;30;p78"/>
          <p:cNvSpPr/>
          <p:nvPr/>
        </p:nvSpPr>
        <p:spPr>
          <a:xfrm>
            <a:off x="5482800" y="207000"/>
            <a:ext cx="6767280" cy="211680"/>
          </a:xfrm>
          <a:prstGeom prst="rect">
            <a:avLst/>
          </a:prstGeom>
          <a:noFill/>
          <a:ln w="0">
            <a:noFill/>
          </a:ln>
        </p:spPr>
        <p:style>
          <a:lnRef idx="0"/>
          <a:fillRef idx="0"/>
          <a:effectRef idx="0"/>
          <a:fontRef idx="minor"/>
        </p:style>
        <p:txBody>
          <a:bodyPr anchor="t">
            <a:noAutofit/>
          </a:bodyPr>
          <a:p>
            <a:pPr algn="r">
              <a:lnSpc>
                <a:spcPct val="100000"/>
              </a:lnSpc>
              <a:tabLst>
                <a:tab pos="0" algn="l"/>
              </a:tabLst>
            </a:pPr>
            <a:r>
              <a:rPr lang="en-US" sz="1200" b="1" u="none" strike="noStrike">
                <a:solidFill>
                  <a:srgbClr val="00B050"/>
                </a:solidFill>
                <a:effectLst/>
                <a:uFillTx/>
                <a:latin typeface="Arial"/>
                <a:ea typeface="Arial"/>
              </a:rPr>
              <a:t>UNCLASSIFIED</a:t>
            </a:r>
            <a:endParaRPr lang="en-US" sz="1200" b="0" u="none" strike="noStrike">
              <a:solidFill>
                <a:srgbClr val="000000"/>
              </a:solidFill>
              <a:effectLst/>
              <a:uFillTx/>
              <a:latin typeface="Arial"/>
            </a:endParaRPr>
          </a:p>
        </p:txBody>
      </p:sp>
      <p:pic>
        <p:nvPicPr>
          <p:cNvPr id="396" name="Google Shape;31;p78"/>
          <p:cNvPicPr/>
          <p:nvPr/>
        </p:nvPicPr>
        <p:blipFill>
          <a:blip r:embed="rId3"/>
          <a:stretch/>
        </p:blipFill>
        <p:spPr>
          <a:xfrm rot="16200000">
            <a:off x="-2150640" y="3445920"/>
            <a:ext cx="5429520" cy="990720"/>
          </a:xfrm>
          <a:prstGeom prst="rect">
            <a:avLst/>
          </a:prstGeom>
          <a:noFill/>
          <a:ln w="0">
            <a:noFill/>
          </a:ln>
        </p:spPr>
      </p:pic>
      <p:grpSp>
        <p:nvGrpSpPr>
          <p:cNvPr id="397" name="Google Shape;32;p78"/>
          <p:cNvGrpSpPr/>
          <p:nvPr/>
        </p:nvGrpSpPr>
        <p:grpSpPr>
          <a:xfrm>
            <a:off x="7996680" y="6659640"/>
            <a:ext cx="4123080" cy="140040"/>
            <a:chOff x="7996680" y="6659640"/>
            <a:chExt cx="4123080" cy="140040"/>
          </a:xfrm>
        </p:grpSpPr>
        <p:sp>
          <p:nvSpPr>
            <p:cNvPr id="398" name="Google Shape;33;p78"/>
            <p:cNvSpPr/>
            <p:nvPr/>
          </p:nvSpPr>
          <p:spPr>
            <a:xfrm>
              <a:off x="117475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399" name="Google Shape;34;p78"/>
            <p:cNvSpPr/>
            <p:nvPr/>
          </p:nvSpPr>
          <p:spPr>
            <a:xfrm>
              <a:off x="1137492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400" name="Google Shape;35;p78"/>
            <p:cNvSpPr/>
            <p:nvPr/>
          </p:nvSpPr>
          <p:spPr>
            <a:xfrm>
              <a:off x="109940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401" name="Google Shape;36;p78"/>
            <p:cNvSpPr/>
            <p:nvPr/>
          </p:nvSpPr>
          <p:spPr>
            <a:xfrm>
              <a:off x="106214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402" name="Google Shape;37;p78"/>
            <p:cNvSpPr/>
            <p:nvPr/>
          </p:nvSpPr>
          <p:spPr>
            <a:xfrm>
              <a:off x="1024884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403" name="Google Shape;38;p78"/>
            <p:cNvSpPr/>
            <p:nvPr/>
          </p:nvSpPr>
          <p:spPr>
            <a:xfrm>
              <a:off x="98679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404" name="Google Shape;39;p78"/>
            <p:cNvSpPr/>
            <p:nvPr/>
          </p:nvSpPr>
          <p:spPr>
            <a:xfrm>
              <a:off x="94953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405" name="Google Shape;40;p78"/>
            <p:cNvSpPr/>
            <p:nvPr/>
          </p:nvSpPr>
          <p:spPr>
            <a:xfrm>
              <a:off x="912276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406" name="Google Shape;41;p78"/>
            <p:cNvSpPr/>
            <p:nvPr/>
          </p:nvSpPr>
          <p:spPr>
            <a:xfrm>
              <a:off x="87418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407" name="Google Shape;42;p78"/>
            <p:cNvSpPr/>
            <p:nvPr/>
          </p:nvSpPr>
          <p:spPr>
            <a:xfrm>
              <a:off x="83692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sp>
          <p:nvSpPr>
            <p:cNvPr id="408" name="Google Shape;43;p78"/>
            <p:cNvSpPr/>
            <p:nvPr/>
          </p:nvSpPr>
          <p:spPr>
            <a:xfrm>
              <a:off x="7996680" y="6659640"/>
              <a:ext cx="372240" cy="140040"/>
            </a:xfrm>
            <a:prstGeom prst="chevron">
              <a:avLst>
                <a:gd name="adj" fmla="val 50000"/>
              </a:avLst>
            </a:prstGeom>
            <a:gradFill rotWithShape="0">
              <a:gsLst>
                <a:gs pos="0">
                  <a:srgbClr val="5B9BD5"/>
                </a:gs>
                <a:gs pos="100000">
                  <a:srgbClr val="5B9BD5"/>
                </a:gs>
              </a:gsLst>
              <a:lin ang="2700000"/>
            </a:gradFill>
            <a:ln w="0">
              <a:noFill/>
            </a:ln>
          </p:spPr>
          <p:style>
            <a:lnRef idx="0"/>
            <a:fillRef idx="0"/>
            <a:effectRef idx="0"/>
            <a:fontRef idx="minor"/>
          </p:style>
          <p:txBody>
            <a:bodyPr anchor="ctr">
              <a:noAutofit/>
            </a:bodyPr>
            <a:p>
              <a:pPr/>
              <a:endParaRPr lang="en-US" sz="1400" b="0" u="none" strike="noStrike">
                <a:solidFill>
                  <a:srgbClr val="FFFFFF"/>
                </a:solidFill>
                <a:effectLst/>
                <a:uFillTx/>
                <a:latin typeface="Arial"/>
              </a:endParaRPr>
            </a:p>
          </p:txBody>
        </p:sp>
      </p:grpSp>
      <p:sp>
        <p:nvSpPr>
          <p:cNvPr id="409" name="PlaceHolder 1"/>
          <p:cNvSpPr>
            <a:spLocks noGrp="1"/>
          </p:cNvSpPr>
          <p:nvPr>
            <p:ph type="body"/>
          </p:nvPr>
        </p:nvSpPr>
        <p:spPr>
          <a:xfrm>
            <a:off x="1510200" y="1188720"/>
            <a:ext cx="10361160" cy="5131440"/>
          </a:xfrm>
          <a:prstGeom prst="rect">
            <a:avLst/>
          </a:prstGeom>
          <a:noFill/>
          <a:ln w="0">
            <a:noFill/>
          </a:ln>
        </p:spPr>
        <p:txBody>
          <a:bodyPr lIns="91440" tIns="91440" rIns="91440" bIns="91440" anchor="t">
            <a:noAutofit/>
          </a:bodyPr>
          <a:lstStyle>
            <a:lvl1pPr algn="l">
              <a:spcBef>
                <a:spcPts val="1417"/>
              </a:spcBef>
              <a:buClr>
                <a:srgbClr val="000000"/>
              </a:buClr>
              <a:buSzPct val="45000"/>
              <a:buFont typeface="Wingdings" charset="2"/>
              <a:buChar char=""/>
              <a:defRPr lang="en-US" sz="26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6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6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6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6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6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600" b="0" u="none" strike="noStrike">
                <a:solidFill>
                  <a:srgbClr val="000000"/>
                </a:solidFill>
                <a:effectLst/>
                <a:uFillTx/>
                <a:latin typeface="Arial"/>
              </a:defRPr>
            </a:lvl7pPr>
          </a:lstStyle>
          <a:p>
            <a:pPr marL="457200" indent="-330120" algn="l">
              <a:spcBef>
                <a:spcPts val="1417"/>
              </a:spcBef>
              <a:buClr>
                <a:srgbClr val="000000"/>
              </a:buClr>
              <a:buSzPct val="45000"/>
              <a:buFont typeface="Wingdings" charset="2"/>
              <a:buChar char=""/>
            </a:pPr>
            <a:r>
              <a:rPr lang="en-US" sz="2600" b="0" u="none" strike="noStrike">
                <a:solidFill>
                  <a:srgbClr val="000000"/>
                </a:solidFill>
                <a:effectLst/>
                <a:uFillTx/>
                <a:latin typeface="Arial"/>
              </a:rPr>
              <a:t>Click to edit the outline text format</a:t>
            </a:r>
            <a:endParaRPr lang="en-US" sz="2600" b="0" u="none" strike="noStrike">
              <a:solidFill>
                <a:srgbClr val="000000"/>
              </a:solidFill>
              <a:effectLst/>
              <a:uFillTx/>
              <a:latin typeface="Arial"/>
            </a:endParaRPr>
          </a:p>
          <a:p>
            <a:pPr marL="914400" lvl="1" indent="-317520" algn="l">
              <a:spcBef>
                <a:spcPts val="1134"/>
              </a:spcBef>
              <a:buClr>
                <a:srgbClr val="000000"/>
              </a:buClr>
              <a:buSzPct val="75000"/>
              <a:buFont typeface="Symbol" charset="2"/>
              <a:buChar char=""/>
            </a:pPr>
            <a:r>
              <a:rPr lang="en-US" sz="2600" b="0" u="none" strike="noStrike">
                <a:solidFill>
                  <a:srgbClr val="000000"/>
                </a:solidFill>
                <a:effectLst/>
                <a:uFillTx/>
                <a:latin typeface="Arial"/>
              </a:rPr>
              <a:t>Second Outline Level</a:t>
            </a:r>
            <a:endParaRPr lang="en-US" sz="2600" b="0" u="none" strike="noStrike">
              <a:solidFill>
                <a:srgbClr val="000000"/>
              </a:solidFill>
              <a:effectLst/>
              <a:uFillTx/>
              <a:latin typeface="Arial"/>
            </a:endParaRPr>
          </a:p>
          <a:p>
            <a:pPr marL="1371600" lvl="2" indent="-298440" algn="l">
              <a:spcBef>
                <a:spcPts val="850"/>
              </a:spcBef>
              <a:buClr>
                <a:srgbClr val="000000"/>
              </a:buClr>
              <a:buSzPct val="45000"/>
              <a:buFont typeface="Wingdings" charset="2"/>
              <a:buChar char=""/>
            </a:pPr>
            <a:r>
              <a:rPr lang="en-US" sz="2600" b="0" u="none" strike="noStrike">
                <a:solidFill>
                  <a:srgbClr val="000000"/>
                </a:solidFill>
                <a:effectLst/>
                <a:uFillTx/>
                <a:latin typeface="Arial"/>
              </a:rPr>
              <a:t>Third Outline Level</a:t>
            </a:r>
            <a:endParaRPr lang="en-US" sz="2600" b="0" u="none" strike="noStrike">
              <a:solidFill>
                <a:srgbClr val="000000"/>
              </a:solidFill>
              <a:effectLst/>
              <a:uFillTx/>
              <a:latin typeface="Arial"/>
            </a:endParaRPr>
          </a:p>
          <a:p>
            <a:pPr marL="1828800" lvl="3" indent="-291960" algn="l">
              <a:spcBef>
                <a:spcPts val="567"/>
              </a:spcBef>
              <a:buClr>
                <a:srgbClr val="000000"/>
              </a:buClr>
              <a:buSzPct val="75000"/>
              <a:buFont typeface="Symbol" charset="2"/>
              <a:buChar char=""/>
            </a:pPr>
            <a:r>
              <a:rPr lang="en-US" sz="2600" b="0" u="none" strike="noStrike">
                <a:solidFill>
                  <a:srgbClr val="000000"/>
                </a:solidFill>
                <a:effectLst/>
                <a:uFillTx/>
                <a:latin typeface="Arial"/>
              </a:rPr>
              <a:t>Fourth Outline Level</a:t>
            </a:r>
            <a:endParaRPr lang="en-US" sz="2600" b="0" u="none" strike="noStrike">
              <a:solidFill>
                <a:srgbClr val="000000"/>
              </a:solidFill>
              <a:effectLst/>
              <a:uFillTx/>
              <a:latin typeface="Arial"/>
            </a:endParaRPr>
          </a:p>
          <a:p>
            <a:pPr marL="2286000" lvl="4" indent="-291960" algn="l">
              <a:spcBef>
                <a:spcPts val="283"/>
              </a:spcBef>
              <a:buClr>
                <a:srgbClr val="000000"/>
              </a:buClr>
              <a:buSzPct val="45000"/>
              <a:buFont typeface="Wingdings" charset="2"/>
              <a:buChar char=""/>
            </a:pPr>
            <a:r>
              <a:rPr lang="en-US" sz="2600" b="0" u="none" strike="noStrike">
                <a:solidFill>
                  <a:srgbClr val="000000"/>
                </a:solidFill>
                <a:effectLst/>
                <a:uFillTx/>
                <a:latin typeface="Arial"/>
              </a:rPr>
              <a:t>Fifth Outline Level</a:t>
            </a:r>
            <a:endParaRPr lang="en-US" sz="2600" b="0" u="none" strike="noStrike">
              <a:solidFill>
                <a:srgbClr val="000000"/>
              </a:solidFill>
              <a:effectLst/>
              <a:uFillTx/>
              <a:latin typeface="Arial"/>
            </a:endParaRPr>
          </a:p>
          <a:p>
            <a:pPr marL="2743200" lvl="5" indent="-291960" algn="l">
              <a:spcBef>
                <a:spcPts val="283"/>
              </a:spcBef>
              <a:buClr>
                <a:srgbClr val="000000"/>
              </a:buClr>
              <a:buSzPct val="45000"/>
              <a:buFont typeface="Wingdings" charset="2"/>
              <a:buChar char=""/>
            </a:pPr>
            <a:r>
              <a:rPr lang="en-US" sz="2600" b="0" u="none" strike="noStrike">
                <a:solidFill>
                  <a:srgbClr val="000000"/>
                </a:solidFill>
                <a:effectLst/>
                <a:uFillTx/>
                <a:latin typeface="Arial"/>
              </a:rPr>
              <a:t>Sixth Outline Level</a:t>
            </a:r>
            <a:endParaRPr lang="en-US" sz="2600" b="0" u="none" strike="noStrike">
              <a:solidFill>
                <a:srgbClr val="000000"/>
              </a:solidFill>
              <a:effectLst/>
              <a:uFillTx/>
              <a:latin typeface="Arial"/>
            </a:endParaRPr>
          </a:p>
          <a:p>
            <a:pPr marL="3200400" lvl="6" indent="-291960" algn="l">
              <a:spcBef>
                <a:spcPts val="283"/>
              </a:spcBef>
              <a:buClr>
                <a:srgbClr val="000000"/>
              </a:buClr>
              <a:buSzPct val="45000"/>
              <a:buFont typeface="Wingdings" charset="2"/>
              <a:buChar char=""/>
            </a:pPr>
            <a:r>
              <a:rPr lang="en-US" sz="2600" b="0" u="none" strike="noStrike">
                <a:solidFill>
                  <a:srgbClr val="000000"/>
                </a:solidFill>
                <a:effectLst/>
                <a:uFillTx/>
                <a:latin typeface="Arial"/>
              </a:rPr>
              <a:t>Seventh Outline Level</a:t>
            </a:r>
            <a:endParaRPr lang="en-US" sz="2600" b="0" u="none" strike="noStrike">
              <a:solidFill>
                <a:srgbClr val="000000"/>
              </a:solidFill>
              <a:effectLst/>
              <a:uFillTx/>
              <a:latin typeface="Arial"/>
            </a:endParaRPr>
          </a:p>
        </p:txBody>
      </p:sp>
      <p:sp>
        <p:nvSpPr>
          <p:cNvPr id="410" name="Google Shape;67;p85"/>
          <p:cNvSpPr/>
          <p:nvPr/>
        </p:nvSpPr>
        <p:spPr>
          <a:xfrm>
            <a:off x="3657600" y="6553080"/>
            <a:ext cx="4876560" cy="245880"/>
          </a:xfrm>
          <a:prstGeom prst="rect">
            <a:avLst/>
          </a:prstGeom>
          <a:noFill/>
          <a:ln w="0">
            <a:noFill/>
          </a:ln>
        </p:spPr>
        <p:style>
          <a:lnRef idx="0"/>
          <a:fillRef idx="0"/>
          <a:effectRef idx="0"/>
          <a:fontRef idx="minor"/>
        </p:style>
        <p:txBody>
          <a:bodyPr anchor="t">
            <a:noAutofit/>
          </a:bodyPr>
          <a:p>
            <a:pPr/>
            <a:endParaRPr lang="en-US" sz="1400" b="0" u="none" strike="noStrike">
              <a:solidFill>
                <a:srgbClr val="000000"/>
              </a:solidFill>
              <a:effectLst/>
              <a:uFillTx/>
              <a:latin typeface="Arial"/>
            </a:endParaRPr>
          </a:p>
        </p:txBody>
      </p:sp>
      <p:sp>
        <p:nvSpPr>
          <p:cNvPr id="411" name="Google Shape;68;p85"/>
          <p:cNvSpPr/>
          <p:nvPr/>
        </p:nvSpPr>
        <p:spPr>
          <a:xfrm>
            <a:off x="3657600" y="0"/>
            <a:ext cx="4876560" cy="245880"/>
          </a:xfrm>
          <a:prstGeom prst="rect">
            <a:avLst/>
          </a:prstGeom>
          <a:noFill/>
          <a:ln w="0">
            <a:noFill/>
          </a:ln>
        </p:spPr>
        <p:style>
          <a:lnRef idx="0"/>
          <a:fillRef idx="0"/>
          <a:effectRef idx="0"/>
          <a:fontRef idx="minor"/>
        </p:style>
        <p:txBody>
          <a:bodyPr anchor="t">
            <a:noAutofit/>
          </a:bodyPr>
          <a:p>
            <a:pPr/>
            <a:endParaRPr lang="en-US" sz="1400" b="0" u="none" strike="noStrike">
              <a:solidFill>
                <a:srgbClr val="000000"/>
              </a:solidFill>
              <a:effectLst/>
              <a:uFillTx/>
              <a:latin typeface="Arial"/>
            </a:endParaRPr>
          </a:p>
        </p:txBody>
      </p:sp>
      <p:sp>
        <p:nvSpPr>
          <p:cNvPr id="412"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lstStyle>
            <a:lvl1pPr indent="0" algn="l">
              <a:buNone/>
              <a:defRPr lang="en-US" sz="3400" b="0" u="none" strike="noStrike">
                <a:solidFill>
                  <a:srgbClr val="000000"/>
                </a:solidFill>
                <a:effectLst/>
                <a:uFillTx/>
                <a:latin typeface="Arial"/>
              </a:defRPr>
            </a:lvl1pPr>
          </a:lstStyle>
          <a:p>
            <a:pPr indent="0" algn="l">
              <a:buNone/>
            </a:pPr>
            <a:r>
              <a:rPr lang="en-US" sz="3400" b="0" u="none" strike="noStrike">
                <a:solidFill>
                  <a:srgbClr val="000000"/>
                </a:solidFill>
                <a:effectLst/>
                <a:uFillTx/>
                <a:latin typeface="Arial"/>
              </a:rPr>
              <a:t>Click to edit the title text format</a:t>
            </a:r>
            <a:endParaRPr lang="en-US" sz="34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9.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7.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slideLayout" Target="../slideLayouts/slideLayout8.xml"/><Relationship Id="rId5"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6.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9.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8.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11.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
<Relationships xmlns="http://schemas.openxmlformats.org/package/2006/relationships"><Relationship Id="rId1" Type="http://schemas.openxmlformats.org/officeDocument/2006/relationships/image" Target="../media/image10.gif"/><Relationship Id="rId2" Type="http://schemas.openxmlformats.org/officeDocument/2006/relationships/image" Target="../media/image11.jpeg"/><Relationship Id="rId3" Type="http://schemas.openxmlformats.org/officeDocument/2006/relationships/slideLayout" Target="../slideLayouts/slideLayout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56.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9.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61.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62.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6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65.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68.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69.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70.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71.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72.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73.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74.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75.xml.rels><?xml version="1.0" encoding="UTF-8"?>
<Relationships xmlns="http://schemas.openxmlformats.org/package/2006/relationships"><Relationship Id="rId1" Type="http://schemas.openxmlformats.org/officeDocument/2006/relationships/slideLayout" Target="../slideLayouts/slideLayout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PlaceHolder 1"/>
          <p:cNvSpPr>
            <a:spLocks noGrp="1"/>
          </p:cNvSpPr>
          <p:nvPr>
            <p:ph type="title"/>
          </p:nvPr>
        </p:nvSpPr>
        <p:spPr>
          <a:xfrm>
            <a:off x="2062440" y="898920"/>
            <a:ext cx="9143640" cy="2387160"/>
          </a:xfrm>
          <a:prstGeom prst="rect">
            <a:avLst/>
          </a:prstGeom>
          <a:noFill/>
          <a:ln w="0">
            <a:noFill/>
          </a:ln>
        </p:spPr>
        <p:txBody>
          <a:bodyPr lIns="91440" tIns="91440" rIns="91440" bIns="91440" anchor="b">
            <a:noAutofit/>
          </a:bodyPr>
          <a:p>
            <a:pPr indent="0" algn="ctr">
              <a:lnSpc>
                <a:spcPct val="90000"/>
              </a:lnSpc>
              <a:buNone/>
              <a:tabLst>
                <a:tab pos="0" algn="l"/>
              </a:tabLst>
            </a:pPr>
            <a:r>
              <a:rPr lang="en-US" sz="4000" b="1" u="none" strike="noStrike">
                <a:solidFill>
                  <a:srgbClr val="00004C"/>
                </a:solidFill>
                <a:effectLst/>
                <a:uFillTx/>
                <a:latin typeface="Arial"/>
                <a:ea typeface="Arial"/>
              </a:rPr>
              <a:t>Military Tactical Planning</a:t>
            </a:r>
            <a:endParaRPr lang="en-US" sz="4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0"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indent="0" algn="l">
              <a:spcBef>
                <a:spcPts val="1417"/>
              </a:spcBef>
              <a:buNone/>
            </a:pPr>
            <a:endParaRPr lang="en-US" sz="2600" b="0" u="none" strike="noStrike">
              <a:solidFill>
                <a:srgbClr val="00004C"/>
              </a:solidFill>
              <a:effectLst/>
              <a:uFillTx/>
              <a:latin typeface="Arial"/>
            </a:endParaRPr>
          </a:p>
        </p:txBody>
      </p:sp>
      <p:sp>
        <p:nvSpPr>
          <p:cNvPr id="421"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Intro Video</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2" name="PlaceHolder 1"/>
          <p:cNvSpPr>
            <a:spLocks noGrp="1"/>
          </p:cNvSpPr>
          <p:nvPr>
            <p:ph/>
          </p:nvPr>
        </p:nvSpPr>
        <p:spPr>
          <a:xfrm>
            <a:off x="1510200" y="1188720"/>
            <a:ext cx="10361160" cy="5131080"/>
          </a:xfrm>
          <a:prstGeom prst="rect">
            <a:avLst/>
          </a:prstGeom>
          <a:noFill/>
          <a:ln w="0">
            <a:noFill/>
          </a:ln>
        </p:spPr>
        <p:txBody>
          <a:bodyPr lIns="91440" tIns="91440" rIns="91440" bIns="91440" anchor="t">
            <a:noAutofit/>
          </a:bodyPr>
          <a:p>
            <a:pPr indent="0" algn="l">
              <a:lnSpc>
                <a:spcPct val="90000"/>
              </a:lnSpc>
              <a:spcBef>
                <a:spcPts val="799"/>
              </a:spcBef>
              <a:buNone/>
              <a:tabLst>
                <a:tab pos="0" algn="l"/>
              </a:tabLst>
            </a:pPr>
            <a:r>
              <a:rPr lang="en-US" sz="2600" b="0" u="none" strike="noStrike">
                <a:solidFill>
                  <a:srgbClr val="00004C"/>
                </a:solidFill>
                <a:effectLst/>
                <a:uFillTx/>
                <a:latin typeface="Arial"/>
                <a:ea typeface="Arial"/>
              </a:rPr>
              <a:t>By the end of this lesson you will be able to:</a:t>
            </a:r>
            <a:endParaRPr lang="en-US" sz="2600" b="0" u="none" strike="noStrike">
              <a:solidFill>
                <a:srgbClr val="000000"/>
              </a:solidFill>
              <a:effectLst/>
              <a:uFillTx/>
              <a:latin typeface="Arial"/>
            </a:endParaRPr>
          </a:p>
          <a:p>
            <a:pPr indent="0" algn="l">
              <a:lnSpc>
                <a:spcPct val="90000"/>
              </a:lnSpc>
              <a:spcBef>
                <a:spcPts val="799"/>
              </a:spcBef>
              <a:buNone/>
              <a:tabLst>
                <a:tab pos="0" algn="l"/>
              </a:tabLst>
            </a:pPr>
            <a:r>
              <a:rPr lang="en-US" sz="2600" b="0" u="none" strike="noStrike">
                <a:solidFill>
                  <a:srgbClr val="00004C"/>
                </a:solidFill>
                <a:effectLst/>
                <a:uFillTx/>
                <a:latin typeface="Arial"/>
                <a:ea typeface="Arial"/>
              </a:rPr>
              <a:t>Understand the process of conducting Tactical Planning, recall and apply each component/process given a scenario.</a:t>
            </a:r>
            <a:endParaRPr lang="en-US" sz="2600" b="0" u="none" strike="noStrike">
              <a:solidFill>
                <a:srgbClr val="000000"/>
              </a:solidFill>
              <a:effectLst/>
              <a:uFillTx/>
              <a:latin typeface="Arial"/>
            </a:endParaRPr>
          </a:p>
          <a:p>
            <a:pPr marL="626400" indent="-457200" algn="l">
              <a:lnSpc>
                <a:spcPct val="90000"/>
              </a:lnSpc>
              <a:spcBef>
                <a:spcPts val="799"/>
              </a:spcBef>
              <a:buClr>
                <a:srgbClr val="000000"/>
              </a:buClr>
              <a:buFont typeface="Noto Sans Symbols"/>
              <a:buChar char="▪"/>
              <a:tabLst>
                <a:tab pos="0" algn="l"/>
              </a:tabLst>
            </a:pPr>
            <a:r>
              <a:rPr lang="en-US" sz="2600" b="0" u="none" strike="noStrike">
                <a:solidFill>
                  <a:srgbClr val="002060"/>
                </a:solidFill>
                <a:effectLst/>
                <a:uFillTx/>
                <a:latin typeface="Arial"/>
                <a:ea typeface="Arial"/>
              </a:rPr>
              <a:t>Map Tactical Tasks to cyberspace operations</a:t>
            </a:r>
            <a:endParaRPr lang="en-US" sz="2600" b="0" u="none" strike="noStrike">
              <a:solidFill>
                <a:srgbClr val="000000"/>
              </a:solidFill>
              <a:effectLst/>
              <a:uFillTx/>
              <a:latin typeface="Arial"/>
            </a:endParaRPr>
          </a:p>
          <a:p>
            <a:pPr marL="626400" indent="-457200" algn="l">
              <a:lnSpc>
                <a:spcPct val="90000"/>
              </a:lnSpc>
              <a:buClr>
                <a:srgbClr val="000000"/>
              </a:buClr>
              <a:buFont typeface="Noto Sans Symbols"/>
              <a:buChar char="▪"/>
              <a:tabLst>
                <a:tab pos="0" algn="l"/>
              </a:tabLst>
            </a:pPr>
            <a:r>
              <a:rPr lang="en-US" sz="2600" b="0" u="none" strike="noStrike">
                <a:solidFill>
                  <a:srgbClr val="002060"/>
                </a:solidFill>
                <a:effectLst/>
                <a:uFillTx/>
                <a:latin typeface="Arial"/>
                <a:ea typeface="Arial"/>
              </a:rPr>
              <a:t>Define METT-TC </a:t>
            </a:r>
            <a:endParaRPr lang="en-US" sz="2600" b="0" u="none" strike="noStrike">
              <a:solidFill>
                <a:srgbClr val="000000"/>
              </a:solidFill>
              <a:effectLst/>
              <a:uFillTx/>
              <a:latin typeface="Arial"/>
            </a:endParaRPr>
          </a:p>
          <a:p>
            <a:pPr marL="626400" indent="-457200" algn="l">
              <a:lnSpc>
                <a:spcPct val="90000"/>
              </a:lnSpc>
              <a:buClr>
                <a:srgbClr val="000000"/>
              </a:buClr>
              <a:buFont typeface="Noto Sans Symbols"/>
              <a:buChar char="▪"/>
              <a:tabLst>
                <a:tab pos="0" algn="l"/>
              </a:tabLst>
            </a:pPr>
            <a:r>
              <a:rPr lang="en-US" sz="2600" b="0" u="none" strike="noStrike">
                <a:solidFill>
                  <a:srgbClr val="002060"/>
                </a:solidFill>
                <a:effectLst/>
                <a:uFillTx/>
                <a:latin typeface="Arial"/>
                <a:ea typeface="Arial"/>
              </a:rPr>
              <a:t>Create a SALUTE report on an enemy</a:t>
            </a:r>
            <a:endParaRPr lang="en-US" sz="2600" b="0" u="none" strike="noStrike">
              <a:solidFill>
                <a:srgbClr val="000000"/>
              </a:solidFill>
              <a:effectLst/>
              <a:uFillTx/>
              <a:latin typeface="Arial"/>
            </a:endParaRPr>
          </a:p>
          <a:p>
            <a:pPr marL="626400" indent="-457200" algn="l">
              <a:lnSpc>
                <a:spcPct val="90000"/>
              </a:lnSpc>
              <a:spcBef>
                <a:spcPts val="799"/>
              </a:spcBef>
              <a:buClr>
                <a:srgbClr val="000000"/>
              </a:buClr>
              <a:buFont typeface="Noto Sans Symbols"/>
              <a:buChar char="▪"/>
              <a:tabLst>
                <a:tab pos="0" algn="l"/>
              </a:tabLst>
            </a:pPr>
            <a:r>
              <a:rPr lang="en-US" sz="2600" b="0" u="none" strike="noStrike">
                <a:solidFill>
                  <a:srgbClr val="002060"/>
                </a:solidFill>
                <a:effectLst/>
                <a:uFillTx/>
                <a:latin typeface="Arial"/>
                <a:ea typeface="Arial"/>
              </a:rPr>
              <a:t>Conduct DRAW-D analysis, implement each step during planning.</a:t>
            </a:r>
            <a:endParaRPr lang="en-US" sz="2600" b="0" u="none" strike="noStrike">
              <a:solidFill>
                <a:srgbClr val="000000"/>
              </a:solidFill>
              <a:effectLst/>
              <a:uFillTx/>
              <a:latin typeface="Arial"/>
            </a:endParaRPr>
          </a:p>
          <a:p>
            <a:pPr marL="626400" indent="-457200" algn="l">
              <a:lnSpc>
                <a:spcPct val="90000"/>
              </a:lnSpc>
              <a:spcBef>
                <a:spcPts val="799"/>
              </a:spcBef>
              <a:buClr>
                <a:srgbClr val="000000"/>
              </a:buClr>
              <a:buFont typeface="Noto Sans Symbols"/>
              <a:buChar char="▪"/>
              <a:tabLst>
                <a:tab pos="0" algn="l"/>
              </a:tabLst>
            </a:pPr>
            <a:r>
              <a:rPr lang="en-US" sz="2600" b="0" u="none" strike="noStrike">
                <a:solidFill>
                  <a:srgbClr val="002060"/>
                </a:solidFill>
                <a:effectLst/>
                <a:uFillTx/>
                <a:latin typeface="Arial"/>
                <a:ea typeface="Arial"/>
              </a:rPr>
              <a:t>Conduct friendly and enemy Terrain Analysis applying the components of OCOKAW.</a:t>
            </a:r>
            <a:endParaRPr lang="en-US" sz="2600" b="0" u="none" strike="noStrike">
              <a:solidFill>
                <a:srgbClr val="000000"/>
              </a:solidFill>
              <a:effectLst/>
              <a:uFillTx/>
              <a:latin typeface="Arial"/>
            </a:endParaRPr>
          </a:p>
        </p:txBody>
      </p:sp>
      <p:sp>
        <p:nvSpPr>
          <p:cNvPr id="423"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Lesson Objectives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4" name="PlaceHolder 1"/>
          <p:cNvSpPr>
            <a:spLocks noGrp="1"/>
          </p:cNvSpPr>
          <p:nvPr>
            <p:ph/>
          </p:nvPr>
        </p:nvSpPr>
        <p:spPr>
          <a:xfrm>
            <a:off x="1510200" y="1188720"/>
            <a:ext cx="10361160" cy="5131080"/>
          </a:xfrm>
          <a:prstGeom prst="rect">
            <a:avLst/>
          </a:prstGeom>
          <a:noFill/>
          <a:ln w="0">
            <a:noFill/>
          </a:ln>
        </p:spPr>
        <p:txBody>
          <a:bodyPr lIns="91440" tIns="91440" rIns="91440" bIns="91440" anchor="t">
            <a:noAutofit/>
          </a:bodyPr>
          <a:p>
            <a:pPr indent="0" algn="l">
              <a:lnSpc>
                <a:spcPct val="90000"/>
              </a:lnSpc>
              <a:spcBef>
                <a:spcPts val="799"/>
              </a:spcBef>
              <a:buNone/>
              <a:tabLst>
                <a:tab pos="0" algn="l"/>
              </a:tabLst>
            </a:pPr>
            <a:r>
              <a:rPr lang="en-US" sz="2600" b="0" u="none" strike="noStrike">
                <a:solidFill>
                  <a:srgbClr val="002060"/>
                </a:solidFill>
                <a:effectLst/>
                <a:uFillTx/>
                <a:latin typeface="Arial"/>
                <a:ea typeface="Arial"/>
              </a:rPr>
              <a:t>By the end of this lesson you will be able to:</a:t>
            </a:r>
            <a:endParaRPr lang="en-US" sz="2600" b="0" u="none" strike="noStrike">
              <a:solidFill>
                <a:srgbClr val="000000"/>
              </a:solidFill>
              <a:effectLst/>
              <a:uFillTx/>
              <a:latin typeface="Arial"/>
            </a:endParaRPr>
          </a:p>
          <a:p>
            <a:pPr marL="626400" indent="-457200" algn="l">
              <a:lnSpc>
                <a:spcPct val="90000"/>
              </a:lnSpc>
              <a:spcBef>
                <a:spcPts val="799"/>
              </a:spcBef>
              <a:buClr>
                <a:srgbClr val="002060"/>
              </a:buClr>
              <a:buFont typeface="Arial"/>
              <a:buChar char="•"/>
              <a:tabLst>
                <a:tab pos="0" algn="l"/>
              </a:tabLst>
            </a:pPr>
            <a:r>
              <a:rPr lang="en-US" sz="2600" b="0" u="none" strike="noStrike">
                <a:solidFill>
                  <a:srgbClr val="002060"/>
                </a:solidFill>
                <a:effectLst/>
                <a:uFillTx/>
                <a:latin typeface="Arial"/>
                <a:ea typeface="Arial"/>
              </a:rPr>
              <a:t>Identify an adversary Center of Gravity and Critical Vulnerabilities.</a:t>
            </a:r>
            <a:endParaRPr lang="en-US" sz="2600" b="0" u="none" strike="noStrike">
              <a:solidFill>
                <a:srgbClr val="000000"/>
              </a:solidFill>
              <a:effectLst/>
              <a:uFillTx/>
              <a:latin typeface="Arial"/>
            </a:endParaRPr>
          </a:p>
          <a:p>
            <a:pPr marL="626400" indent="-457200" algn="l">
              <a:lnSpc>
                <a:spcPct val="90000"/>
              </a:lnSpc>
              <a:spcBef>
                <a:spcPts val="799"/>
              </a:spcBef>
              <a:buClr>
                <a:srgbClr val="002060"/>
              </a:buClr>
              <a:buFont typeface="Arial"/>
              <a:buChar char="•"/>
              <a:tabLst>
                <a:tab pos="0" algn="l"/>
              </a:tabLst>
            </a:pPr>
            <a:r>
              <a:rPr lang="en-US" sz="2600" b="0" u="none" strike="noStrike">
                <a:solidFill>
                  <a:srgbClr val="002060"/>
                </a:solidFill>
                <a:effectLst/>
                <a:uFillTx/>
                <a:latin typeface="Arial"/>
                <a:ea typeface="Arial"/>
              </a:rPr>
              <a:t>Determine an adversary’s mission.</a:t>
            </a:r>
            <a:endParaRPr lang="en-US" sz="2600" b="0" u="none" strike="noStrike">
              <a:solidFill>
                <a:srgbClr val="000000"/>
              </a:solidFill>
              <a:effectLst/>
              <a:uFillTx/>
              <a:latin typeface="Arial"/>
            </a:endParaRPr>
          </a:p>
          <a:p>
            <a:pPr marL="626400" indent="-457200" algn="l">
              <a:lnSpc>
                <a:spcPct val="90000"/>
              </a:lnSpc>
              <a:spcBef>
                <a:spcPts val="799"/>
              </a:spcBef>
              <a:buClr>
                <a:srgbClr val="002060"/>
              </a:buClr>
              <a:buFont typeface="Arial"/>
              <a:buChar char="•"/>
              <a:tabLst>
                <a:tab pos="0" algn="l"/>
              </a:tabLst>
            </a:pPr>
            <a:r>
              <a:rPr lang="en-US" sz="2600" b="0" u="none" strike="noStrike">
                <a:solidFill>
                  <a:srgbClr val="002060"/>
                </a:solidFill>
                <a:effectLst/>
                <a:uFillTx/>
                <a:latin typeface="Arial"/>
                <a:ea typeface="Arial"/>
              </a:rPr>
              <a:t>Determine the Enemy’s Most Likely Course of Action.</a:t>
            </a:r>
            <a:endParaRPr lang="en-US" sz="2600" b="0" u="none" strike="noStrike">
              <a:solidFill>
                <a:srgbClr val="000000"/>
              </a:solidFill>
              <a:effectLst/>
              <a:uFillTx/>
              <a:latin typeface="Arial"/>
            </a:endParaRPr>
          </a:p>
          <a:p>
            <a:pPr marL="626400" indent="-457200" algn="l">
              <a:lnSpc>
                <a:spcPct val="90000"/>
              </a:lnSpc>
              <a:spcBef>
                <a:spcPts val="799"/>
              </a:spcBef>
              <a:buClr>
                <a:srgbClr val="002060"/>
              </a:buClr>
              <a:buFont typeface="Arial"/>
              <a:buChar char="•"/>
              <a:tabLst>
                <a:tab pos="0" algn="l"/>
              </a:tabLst>
            </a:pPr>
            <a:r>
              <a:rPr lang="en-US" sz="2600" b="0" u="none" strike="noStrike">
                <a:solidFill>
                  <a:srgbClr val="002060"/>
                </a:solidFill>
                <a:effectLst/>
                <a:uFillTx/>
                <a:latin typeface="Arial"/>
                <a:ea typeface="Arial"/>
              </a:rPr>
              <a:t>Recall the components of an effective Exploitation Plan.</a:t>
            </a:r>
            <a:endParaRPr lang="en-US" sz="2600" b="0" u="none" strike="noStrike">
              <a:solidFill>
                <a:srgbClr val="000000"/>
              </a:solidFill>
              <a:effectLst/>
              <a:uFillTx/>
              <a:latin typeface="Arial"/>
            </a:endParaRPr>
          </a:p>
          <a:p>
            <a:pPr marL="626400" indent="-457200" algn="l">
              <a:lnSpc>
                <a:spcPct val="90000"/>
              </a:lnSpc>
              <a:spcBef>
                <a:spcPts val="799"/>
              </a:spcBef>
              <a:buClr>
                <a:srgbClr val="002060"/>
              </a:buClr>
              <a:buFont typeface="Arial"/>
              <a:buChar char="•"/>
              <a:tabLst>
                <a:tab pos="0" algn="l"/>
              </a:tabLst>
            </a:pPr>
            <a:r>
              <a:rPr lang="en-US" sz="2600" b="0" u="none" strike="noStrike">
                <a:solidFill>
                  <a:srgbClr val="002060"/>
                </a:solidFill>
                <a:effectLst/>
                <a:uFillTx/>
                <a:latin typeface="Arial"/>
                <a:ea typeface="Arial"/>
              </a:rPr>
              <a:t>Develop a Scheme of Maneuver, Fire Support Plan, and Tasks</a:t>
            </a:r>
            <a:endParaRPr lang="en-US" sz="2600" b="0" u="none" strike="noStrike">
              <a:solidFill>
                <a:srgbClr val="000000"/>
              </a:solidFill>
              <a:effectLst/>
              <a:uFillTx/>
              <a:latin typeface="Arial"/>
            </a:endParaRPr>
          </a:p>
          <a:p>
            <a:pPr marL="609480" indent="0" algn="l">
              <a:lnSpc>
                <a:spcPct val="90000"/>
              </a:lnSpc>
              <a:spcBef>
                <a:spcPts val="799"/>
              </a:spcBef>
              <a:buNone/>
              <a:tabLst>
                <a:tab pos="0" algn="l"/>
              </a:tabLst>
            </a:pPr>
            <a:endParaRPr lang="en-US" sz="2600" b="0" u="none" strike="noStrike">
              <a:solidFill>
                <a:srgbClr val="000000"/>
              </a:solidFill>
              <a:effectLst/>
              <a:uFillTx/>
              <a:latin typeface="Arial"/>
            </a:endParaRPr>
          </a:p>
        </p:txBody>
      </p:sp>
      <p:sp>
        <p:nvSpPr>
          <p:cNvPr id="425"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Lesson Objectives Continued</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6" name="PlaceHolder 1"/>
          <p:cNvSpPr>
            <a:spLocks noGrp="1"/>
          </p:cNvSpPr>
          <p:nvPr>
            <p:ph type="title"/>
          </p:nvPr>
        </p:nvSpPr>
        <p:spPr>
          <a:xfrm>
            <a:off x="1723680" y="549360"/>
            <a:ext cx="9963360" cy="542880"/>
          </a:xfrm>
          <a:prstGeom prst="rect">
            <a:avLst/>
          </a:prstGeom>
          <a:noFill/>
          <a:ln w="0">
            <a:noFill/>
          </a:ln>
        </p:spPr>
        <p:txBody>
          <a:bodyPr lIns="91440" tIns="91440" rIns="91440" bIns="91440" anchor="b">
            <a:noAutofit/>
          </a:bodyPr>
          <a:p>
            <a:pPr indent="0" algn="ctr">
              <a:lnSpc>
                <a:spcPct val="90000"/>
              </a:lnSpc>
              <a:buNone/>
              <a:tabLst>
                <a:tab pos="0" algn="l"/>
              </a:tabLst>
            </a:pPr>
            <a:r>
              <a:rPr lang="en-US" sz="3400" b="1" u="none" strike="noStrike">
                <a:solidFill>
                  <a:srgbClr val="00004C"/>
                </a:solidFill>
                <a:effectLst/>
                <a:uFillTx/>
                <a:latin typeface="Arial"/>
                <a:ea typeface="Arial"/>
              </a:rPr>
              <a:t>Introduction to Military Tactical Planning</a:t>
            </a:r>
            <a:endParaRPr lang="en-US" sz="3400" b="0" u="none" strike="noStrike">
              <a:solidFill>
                <a:srgbClr val="000000"/>
              </a:solidFill>
              <a:effectLst/>
              <a:uFillTx/>
              <a:latin typeface="Arial"/>
            </a:endParaRPr>
          </a:p>
        </p:txBody>
      </p:sp>
      <p:pic>
        <p:nvPicPr>
          <p:cNvPr id="427" name="Google Shape;121;p7"/>
          <p:cNvPicPr/>
          <p:nvPr/>
        </p:nvPicPr>
        <p:blipFill>
          <a:blip r:embed="rId1"/>
          <a:stretch/>
        </p:blipFill>
        <p:spPr>
          <a:xfrm>
            <a:off x="2311200" y="1328040"/>
            <a:ext cx="8788680" cy="4797720"/>
          </a:xfrm>
          <a:prstGeom prst="rect">
            <a:avLst/>
          </a:prstGeom>
          <a:noFill/>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8"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200" b="0" u="none" strike="noStrike">
                <a:solidFill>
                  <a:srgbClr val="00004C"/>
                </a:solidFill>
                <a:effectLst/>
                <a:uFillTx/>
                <a:latin typeface="Arial"/>
                <a:ea typeface="Arial"/>
              </a:rPr>
              <a:t>Tactical planning is typically not associated with cyber or information operations and rather is normally reserved for those conducting tactical ground operations.</a:t>
            </a:r>
            <a:endParaRPr lang="en-US" sz="2200" b="0" u="none" strike="noStrike">
              <a:solidFill>
                <a:srgbClr val="000000"/>
              </a:solidFill>
              <a:effectLst/>
              <a:uFillTx/>
              <a:latin typeface="Arial"/>
            </a:endParaRPr>
          </a:p>
          <a:p>
            <a:pPr marL="169200" indent="0" algn="l">
              <a:lnSpc>
                <a:spcPct val="90000"/>
              </a:lnSpc>
              <a:spcBef>
                <a:spcPts val="799"/>
              </a:spcBef>
              <a:buNone/>
              <a:tabLst>
                <a:tab pos="0" algn="l"/>
              </a:tabLst>
            </a:pPr>
            <a:endParaRPr lang="en-US" sz="22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200" b="0" u="none" strike="noStrike">
                <a:solidFill>
                  <a:srgbClr val="00004C"/>
                </a:solidFill>
                <a:effectLst/>
                <a:uFillTx/>
                <a:latin typeface="Arial"/>
                <a:ea typeface="Arial"/>
              </a:rPr>
              <a:t>Considering this fact, it may seem unusual in a training centered around cyberspace to dive into topics like convoys and tactical ground operations.</a:t>
            </a:r>
            <a:endParaRPr lang="en-US" sz="2200" b="0" u="none" strike="noStrike">
              <a:solidFill>
                <a:srgbClr val="000000"/>
              </a:solidFill>
              <a:effectLst/>
              <a:uFillTx/>
              <a:latin typeface="Arial"/>
            </a:endParaRPr>
          </a:p>
          <a:p>
            <a:pPr marL="169200" indent="0" algn="l">
              <a:lnSpc>
                <a:spcPct val="90000"/>
              </a:lnSpc>
              <a:spcBef>
                <a:spcPts val="799"/>
              </a:spcBef>
              <a:buNone/>
              <a:tabLst>
                <a:tab pos="0" algn="l"/>
              </a:tabLst>
            </a:pPr>
            <a:endParaRPr lang="en-US" sz="22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200" b="0" u="none" strike="noStrike">
                <a:solidFill>
                  <a:srgbClr val="00004C"/>
                </a:solidFill>
                <a:effectLst/>
                <a:uFillTx/>
                <a:latin typeface="Arial"/>
                <a:ea typeface="Arial"/>
              </a:rPr>
              <a:t>Remember that as uniformed service members, the better you can contextualize your actions within military planning fundamentals, the better you can communicate and transition between warfighting domains.</a:t>
            </a:r>
            <a:endParaRPr lang="en-US" sz="22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200" b="0" u="none" strike="noStrike">
              <a:solidFill>
                <a:srgbClr val="000000"/>
              </a:solidFill>
              <a:effectLst/>
              <a:uFillTx/>
              <a:latin typeface="Arial"/>
            </a:endParaRPr>
          </a:p>
          <a:p>
            <a:pPr marL="169200" indent="0" algn="l">
              <a:lnSpc>
                <a:spcPct val="90000"/>
              </a:lnSpc>
              <a:spcBef>
                <a:spcPts val="799"/>
              </a:spcBef>
              <a:buNone/>
              <a:tabLst>
                <a:tab pos="0" algn="l"/>
              </a:tabLst>
            </a:pPr>
            <a:r>
              <a:rPr lang="en-US" sz="2200" b="0" u="none" strike="noStrike">
                <a:solidFill>
                  <a:srgbClr val="00004C"/>
                </a:solidFill>
                <a:effectLst/>
                <a:uFillTx/>
                <a:latin typeface="Arial"/>
                <a:ea typeface="Arial"/>
              </a:rPr>
              <a:t>“War is nothing but a duel on a larger scale…imagining a pair of wrestlers. Each tries through physical force to compel the other to do his will.” – Carl Von Clausewitz</a:t>
            </a:r>
            <a:endParaRPr lang="en-US" sz="2200" b="0" u="none" strike="noStrike">
              <a:solidFill>
                <a:srgbClr val="000000"/>
              </a:solidFill>
              <a:effectLst/>
              <a:uFillTx/>
              <a:latin typeface="Arial"/>
            </a:endParaRPr>
          </a:p>
        </p:txBody>
      </p:sp>
      <p:sp>
        <p:nvSpPr>
          <p:cNvPr id="429"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Introduction to Military Tactical Planning</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0"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0" u="none" strike="noStrike">
                <a:solidFill>
                  <a:srgbClr val="00004C"/>
                </a:solidFill>
                <a:effectLst/>
                <a:uFillTx/>
                <a:latin typeface="Arial"/>
                <a:ea typeface="Arial"/>
              </a:rPr>
              <a:t>Mindset to adopt throughout this training:</a:t>
            </a:r>
            <a:endParaRPr lang="en-US" sz="2600" b="0" u="none" strike="noStrike">
              <a:solidFill>
                <a:srgbClr val="000000"/>
              </a:solidFill>
              <a:effectLst/>
              <a:uFillTx/>
              <a:latin typeface="Arial"/>
            </a:endParaRPr>
          </a:p>
          <a:p>
            <a:pPr indent="0" algn="l">
              <a:lnSpc>
                <a:spcPct val="90000"/>
              </a:lnSpc>
              <a:spcBef>
                <a:spcPts val="799"/>
              </a:spcBef>
              <a:buNone/>
              <a:tabLst>
                <a:tab pos="0" algn="l"/>
              </a:tabLst>
            </a:pP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You are conducting operations against the enemy</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You are defending your terrain</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Enemies are attacking your terrain</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You are responding by striking back against their terrain</a:t>
            </a:r>
            <a:endParaRPr lang="en-US" sz="2100" b="0" u="none" strike="noStrike">
              <a:solidFill>
                <a:srgbClr val="000000"/>
              </a:solidFill>
              <a:effectLst/>
              <a:uFillTx/>
              <a:latin typeface="Arial"/>
            </a:endParaRPr>
          </a:p>
        </p:txBody>
      </p:sp>
      <p:sp>
        <p:nvSpPr>
          <p:cNvPr id="431"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Introduction to Military Tactical Planning</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32" name="Google Shape;140;p10"/>
          <p:cNvPicPr/>
          <p:nvPr/>
        </p:nvPicPr>
        <p:blipFill>
          <a:blip r:embed="rId1"/>
          <a:stretch/>
        </p:blipFill>
        <p:spPr>
          <a:xfrm>
            <a:off x="2435040" y="1686960"/>
            <a:ext cx="8330040" cy="4649040"/>
          </a:xfrm>
          <a:prstGeom prst="rect">
            <a:avLst/>
          </a:prstGeom>
          <a:noFill/>
          <a:ln w="0">
            <a:noFill/>
          </a:ln>
        </p:spPr>
      </p:pic>
      <p:sp>
        <p:nvSpPr>
          <p:cNvPr id="433" name="PlaceHolder 1"/>
          <p:cNvSpPr>
            <a:spLocks noGrp="1"/>
          </p:cNvSpPr>
          <p:nvPr>
            <p:ph/>
          </p:nvPr>
        </p:nvSpPr>
        <p:spPr>
          <a:xfrm>
            <a:off x="1510200" y="1188720"/>
            <a:ext cx="10361160" cy="96408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0" u="none" strike="noStrike">
                <a:solidFill>
                  <a:srgbClr val="00004C"/>
                </a:solidFill>
                <a:effectLst/>
                <a:uFillTx/>
                <a:latin typeface="Arial"/>
                <a:ea typeface="Arial"/>
              </a:rPr>
              <a:t>Shifting the Mindset</a:t>
            </a:r>
            <a:endParaRPr lang="en-US" sz="2600" b="0" u="none" strike="noStrike">
              <a:solidFill>
                <a:srgbClr val="000000"/>
              </a:solidFill>
              <a:effectLst/>
              <a:uFillTx/>
              <a:latin typeface="Arial"/>
            </a:endParaRPr>
          </a:p>
          <a:p>
            <a:pPr indent="0" algn="l">
              <a:lnSpc>
                <a:spcPct val="90000"/>
              </a:lnSpc>
              <a:spcBef>
                <a:spcPts val="799"/>
              </a:spcBef>
              <a:buNone/>
              <a:tabLst>
                <a:tab pos="0" algn="l"/>
              </a:tabLst>
            </a:pPr>
            <a:endParaRPr lang="en-US" sz="2600" b="0" u="none" strike="noStrike">
              <a:solidFill>
                <a:srgbClr val="000000"/>
              </a:solidFill>
              <a:effectLst/>
              <a:uFillTx/>
              <a:latin typeface="Arial"/>
            </a:endParaRPr>
          </a:p>
          <a:p>
            <a:pPr indent="0" algn="l">
              <a:lnSpc>
                <a:spcPct val="90000"/>
              </a:lnSpc>
              <a:spcBef>
                <a:spcPts val="400"/>
              </a:spcBef>
              <a:buNone/>
              <a:tabLst>
                <a:tab pos="0" algn="l"/>
              </a:tabLst>
            </a:pPr>
            <a:endParaRPr lang="en-US" sz="2600" b="0" u="none" strike="noStrike">
              <a:solidFill>
                <a:srgbClr val="000000"/>
              </a:solidFill>
              <a:effectLst/>
              <a:uFillTx/>
              <a:latin typeface="Arial"/>
            </a:endParaRPr>
          </a:p>
        </p:txBody>
      </p:sp>
      <p:sp>
        <p:nvSpPr>
          <p:cNvPr id="434"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Introduction to Military Tactical Planning</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5" name="PlaceHolder 1"/>
          <p:cNvSpPr>
            <a:spLocks noGrp="1"/>
          </p:cNvSpPr>
          <p:nvPr>
            <p:ph type="title"/>
          </p:nvPr>
        </p:nvSpPr>
        <p:spPr>
          <a:xfrm>
            <a:off x="1723680" y="549360"/>
            <a:ext cx="9963000" cy="2852280"/>
          </a:xfrm>
          <a:prstGeom prst="rect">
            <a:avLst/>
          </a:prstGeom>
          <a:noFill/>
          <a:ln w="0">
            <a:noFill/>
          </a:ln>
        </p:spPr>
        <p:txBody>
          <a:bodyPr lIns="91440" tIns="91440" rIns="91440" bIns="91440" anchor="b">
            <a:noAutofit/>
          </a:bodyPr>
          <a:p>
            <a:pPr indent="0" algn="ctr">
              <a:lnSpc>
                <a:spcPct val="90000"/>
              </a:lnSpc>
              <a:buNone/>
              <a:tabLst>
                <a:tab pos="0" algn="l"/>
              </a:tabLst>
            </a:pPr>
            <a:r>
              <a:rPr lang="en-US" sz="3400" b="1" u="none" strike="noStrike">
                <a:solidFill>
                  <a:srgbClr val="00004C"/>
                </a:solidFill>
                <a:effectLst/>
                <a:uFillTx/>
                <a:latin typeface="Arial"/>
                <a:ea typeface="Arial"/>
              </a:rPr>
              <a:t>Tactical Tasks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6"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rmAutofit/>
          </a:bodyPr>
          <a:p>
            <a:pPr marL="609480" indent="-440280" algn="l">
              <a:lnSpc>
                <a:spcPct val="90000"/>
              </a:lnSpc>
              <a:spcBef>
                <a:spcPts val="799"/>
              </a:spcBef>
              <a:buClr>
                <a:srgbClr val="000000"/>
              </a:buClr>
              <a:buFont typeface="Arial"/>
              <a:buChar char="•"/>
            </a:pPr>
            <a:r>
              <a:rPr lang="en-US" sz="2600" b="1" u="none" strike="noStrike">
                <a:solidFill>
                  <a:srgbClr val="00004C"/>
                </a:solidFill>
                <a:effectLst/>
                <a:uFillTx/>
                <a:latin typeface="Arial"/>
                <a:ea typeface="Arial"/>
              </a:rPr>
              <a:t>What are tactical tasks?</a:t>
            </a:r>
            <a:endParaRPr lang="en-US" sz="2600" b="0" u="none" strike="noStrike">
              <a:solidFill>
                <a:srgbClr val="000000"/>
              </a:solidFill>
              <a:effectLst/>
              <a:uFillTx/>
              <a:latin typeface="Arial"/>
            </a:endParaRPr>
          </a:p>
          <a:p>
            <a:pPr indent="0" algn="l">
              <a:lnSpc>
                <a:spcPct val="90000"/>
              </a:lnSpc>
              <a:spcBef>
                <a:spcPts val="799"/>
              </a:spcBef>
              <a:buNone/>
              <a:tabLst>
                <a:tab pos="0" algn="l"/>
              </a:tabLst>
            </a:pP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Essentially, they are actions that can be taken to accomplish a mission. There are three orientations of tactical tasks:</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0" u="none" strike="noStrike">
                <a:solidFill>
                  <a:srgbClr val="00004C"/>
                </a:solidFill>
                <a:effectLst/>
                <a:uFillTx/>
                <a:latin typeface="Arial"/>
                <a:ea typeface="Arial"/>
              </a:rPr>
              <a:t>Enemy-Oriented</a:t>
            </a:r>
            <a:endParaRPr lang="en-US" sz="187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0" u="none" strike="noStrike">
                <a:solidFill>
                  <a:srgbClr val="00004C"/>
                </a:solidFill>
                <a:effectLst/>
                <a:uFillTx/>
                <a:latin typeface="Arial"/>
                <a:ea typeface="Arial"/>
              </a:rPr>
              <a:t>Terrain-Oriented</a:t>
            </a:r>
            <a:endParaRPr lang="en-US" sz="187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0" u="none" strike="noStrike">
                <a:solidFill>
                  <a:srgbClr val="00004C"/>
                </a:solidFill>
                <a:effectLst/>
                <a:uFillTx/>
                <a:latin typeface="Arial"/>
                <a:ea typeface="Arial"/>
              </a:rPr>
              <a:t>Friendly-Oriented</a:t>
            </a:r>
            <a:endParaRPr lang="en-US" sz="187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0" u="none" strike="noStrike">
                <a:solidFill>
                  <a:srgbClr val="00004C"/>
                </a:solidFill>
                <a:effectLst/>
                <a:uFillTx/>
                <a:latin typeface="Arial"/>
                <a:ea typeface="Arial"/>
              </a:rPr>
              <a:t>Population-Oriented</a:t>
            </a:r>
            <a:endParaRPr lang="en-US" sz="1870" b="0" u="none" strike="noStrike">
              <a:solidFill>
                <a:srgbClr val="000000"/>
              </a:solidFill>
              <a:effectLst/>
              <a:uFillTx/>
              <a:latin typeface="Arial"/>
            </a:endParaRPr>
          </a:p>
          <a:p>
            <a:pPr marL="914400" indent="0" algn="l">
              <a:lnSpc>
                <a:spcPct val="90000"/>
              </a:lnSpc>
              <a:spcBef>
                <a:spcPts val="400"/>
              </a:spcBef>
              <a:buNone/>
              <a:tabLst>
                <a:tab pos="0" algn="l"/>
              </a:tabLst>
            </a:pPr>
            <a:endParaRPr lang="en-US" sz="187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Let’s explore orientations and tasks a little deeper…</a:t>
            </a:r>
            <a:endParaRPr lang="en-US" sz="2100" b="0" u="none" strike="noStrike">
              <a:solidFill>
                <a:srgbClr val="000000"/>
              </a:solidFill>
              <a:effectLst/>
              <a:uFillTx/>
              <a:latin typeface="Arial"/>
            </a:endParaRPr>
          </a:p>
          <a:p>
            <a:pPr marL="1828800" indent="-327960" algn="l">
              <a:lnSpc>
                <a:spcPct val="90000"/>
              </a:lnSpc>
              <a:spcBef>
                <a:spcPts val="400"/>
              </a:spcBef>
              <a:buNone/>
              <a:tabLst>
                <a:tab pos="0" algn="l"/>
              </a:tabLst>
            </a:pPr>
            <a:endParaRPr lang="en-US" sz="1870" b="0" u="none" strike="noStrike">
              <a:solidFill>
                <a:srgbClr val="000000"/>
              </a:solidFill>
              <a:effectLst/>
              <a:uFillTx/>
              <a:latin typeface="Arial"/>
            </a:endParaRPr>
          </a:p>
        </p:txBody>
      </p:sp>
      <p:sp>
        <p:nvSpPr>
          <p:cNvPr id="437"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Tactical Tasks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8"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rmAutofit/>
          </a:bodyPr>
          <a:p>
            <a:pPr marL="609480" indent="-440280" algn="l">
              <a:lnSpc>
                <a:spcPct val="90000"/>
              </a:lnSpc>
              <a:spcBef>
                <a:spcPts val="799"/>
              </a:spcBef>
              <a:buClr>
                <a:srgbClr val="000000"/>
              </a:buClr>
              <a:buFont typeface="Arial"/>
              <a:buChar char="•"/>
            </a:pPr>
            <a:r>
              <a:rPr lang="en-US" sz="3000" b="1" u="none" strike="noStrike">
                <a:solidFill>
                  <a:srgbClr val="00004C"/>
                </a:solidFill>
                <a:effectLst/>
                <a:uFillTx/>
                <a:latin typeface="Arial"/>
                <a:ea typeface="Arial"/>
              </a:rPr>
              <a:t>What are Enemy-Oriented Tactical Tasks?</a:t>
            </a:r>
            <a:endParaRPr lang="en-US" sz="3000" b="0" u="none" strike="noStrike">
              <a:solidFill>
                <a:srgbClr val="000000"/>
              </a:solidFill>
              <a:effectLst/>
              <a:uFillTx/>
              <a:latin typeface="Arial"/>
            </a:endParaRPr>
          </a:p>
          <a:p>
            <a:pPr marL="169200" indent="0" algn="l">
              <a:lnSpc>
                <a:spcPct val="90000"/>
              </a:lnSpc>
              <a:spcBef>
                <a:spcPts val="799"/>
              </a:spcBef>
              <a:buNone/>
              <a:tabLst>
                <a:tab pos="0" algn="l"/>
              </a:tabLst>
            </a:pPr>
            <a:endParaRPr lang="en-US" sz="30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	</a:t>
            </a:r>
            <a:r>
              <a:rPr lang="en-US" sz="2100" b="0" u="none" strike="noStrike">
                <a:solidFill>
                  <a:srgbClr val="00004C"/>
                </a:solidFill>
                <a:effectLst/>
                <a:uFillTx/>
                <a:latin typeface="Arial"/>
                <a:ea typeface="Arial"/>
              </a:rPr>
              <a:t>Enemy-Oriented Tactical Tasks are actions directed at an enemy force </a:t>
            </a:r>
            <a:r>
              <a:rPr lang="en-US" sz="2100" b="0" u="none" strike="noStrike">
                <a:solidFill>
                  <a:srgbClr val="00004C"/>
                </a:solidFill>
                <a:effectLst/>
                <a:uFillTx/>
                <a:latin typeface="Arial"/>
                <a:ea typeface="Arial"/>
              </a:rPr>
              <a:t>	</a:t>
            </a:r>
            <a:r>
              <a:rPr lang="en-US" sz="2100" b="0" u="none" strike="noStrike">
                <a:solidFill>
                  <a:srgbClr val="00004C"/>
                </a:solidFill>
                <a:effectLst/>
                <a:uFillTx/>
                <a:latin typeface="Arial"/>
                <a:ea typeface="Arial"/>
              </a:rPr>
              <a:t>with the aim of creating an effect. </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	</a:t>
            </a:r>
            <a:r>
              <a:rPr lang="en-US" sz="2100" b="0" u="none" strike="noStrike">
                <a:solidFill>
                  <a:srgbClr val="00004C"/>
                </a:solidFill>
                <a:effectLst/>
                <a:uFillTx/>
                <a:latin typeface="Arial"/>
                <a:ea typeface="Arial"/>
              </a:rPr>
              <a:t>They are specific, standardized verbs used in combat orders to clearly </a:t>
            </a:r>
            <a:r>
              <a:rPr lang="en-US" sz="2100" b="0" u="none" strike="noStrike">
                <a:solidFill>
                  <a:srgbClr val="00004C"/>
                </a:solidFill>
                <a:effectLst/>
                <a:uFillTx/>
                <a:latin typeface="Arial"/>
                <a:ea typeface="Arial"/>
              </a:rPr>
              <a:t>	</a:t>
            </a:r>
            <a:r>
              <a:rPr lang="en-US" sz="2100" b="0" u="none" strike="noStrike">
                <a:solidFill>
                  <a:srgbClr val="00004C"/>
                </a:solidFill>
                <a:effectLst/>
                <a:uFillTx/>
                <a:latin typeface="Arial"/>
                <a:ea typeface="Arial"/>
              </a:rPr>
              <a:t>communicate the desired effect a friendly unit is to have on the </a:t>
            </a:r>
            <a:r>
              <a:rPr lang="en-US" sz="2100" b="0" u="none" strike="noStrike">
                <a:solidFill>
                  <a:srgbClr val="00004C"/>
                </a:solidFill>
                <a:effectLst/>
                <a:uFillTx/>
                <a:latin typeface="Arial"/>
                <a:ea typeface="Arial"/>
              </a:rPr>
              <a:t>	</a:t>
            </a:r>
            <a:r>
              <a:rPr lang="en-US" sz="2100" b="0" u="none" strike="noStrike">
                <a:solidFill>
                  <a:srgbClr val="00004C"/>
                </a:solidFill>
                <a:effectLst/>
                <a:uFillTx/>
                <a:latin typeface="Arial"/>
                <a:ea typeface="Arial"/>
              </a:rPr>
              <a:t>enemy. </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 </a:t>
            </a:r>
            <a:r>
              <a:rPr lang="en-US" sz="2100" b="0" u="none" strike="noStrike">
                <a:solidFill>
                  <a:srgbClr val="00004C"/>
                </a:solidFill>
                <a:effectLst/>
                <a:uFillTx/>
                <a:latin typeface="Arial"/>
                <a:ea typeface="Arial"/>
              </a:rPr>
              <a:t>	</a:t>
            </a:r>
            <a:r>
              <a:rPr lang="en-US" sz="2100" b="0" u="none" strike="noStrike">
                <a:solidFill>
                  <a:srgbClr val="00004C"/>
                </a:solidFill>
                <a:effectLst/>
                <a:uFillTx/>
                <a:latin typeface="Arial"/>
                <a:ea typeface="Arial"/>
              </a:rPr>
              <a:t>These tasks are fundamental to offensive operations and are used to </a:t>
            </a:r>
            <a:r>
              <a:rPr lang="en-US" sz="2100" b="0" u="none" strike="noStrike">
                <a:solidFill>
                  <a:srgbClr val="00004C"/>
                </a:solidFill>
                <a:effectLst/>
                <a:uFillTx/>
                <a:latin typeface="Arial"/>
                <a:ea typeface="Arial"/>
              </a:rPr>
              <a:t>	</a:t>
            </a:r>
            <a:r>
              <a:rPr lang="en-US" sz="2100" b="0" u="none" strike="noStrike">
                <a:solidFill>
                  <a:srgbClr val="00004C"/>
                </a:solidFill>
                <a:effectLst/>
                <a:uFillTx/>
                <a:latin typeface="Arial"/>
                <a:ea typeface="Arial"/>
              </a:rPr>
              <a:t>create a clear, shared understanding of the mission</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p:txBody>
      </p:sp>
      <p:sp>
        <p:nvSpPr>
          <p:cNvPr id="439"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Tactical Tasks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0" name="PlaceHolder 1"/>
          <p:cNvSpPr>
            <a:spLocks noGrp="1"/>
          </p:cNvSpPr>
          <p:nvPr>
            <p:ph/>
          </p:nvPr>
        </p:nvSpPr>
        <p:spPr>
          <a:xfrm>
            <a:off x="1510200" y="1188720"/>
            <a:ext cx="10361160" cy="366696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0" u="none" strike="noStrike">
                <a:solidFill>
                  <a:srgbClr val="00004C"/>
                </a:solidFill>
                <a:effectLst/>
                <a:uFillTx/>
                <a:latin typeface="Arial"/>
                <a:ea typeface="Arial"/>
              </a:rPr>
              <a:t>Enemy-Oriented Tactical Tasks:</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p:txBody>
      </p:sp>
      <p:sp>
        <p:nvSpPr>
          <p:cNvPr id="441"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Tactical Tasks</a:t>
            </a:r>
            <a:endParaRPr lang="en-US" sz="3400" b="0" u="none" strike="noStrike">
              <a:solidFill>
                <a:srgbClr val="000000"/>
              </a:solidFill>
              <a:effectLst/>
              <a:uFillTx/>
              <a:latin typeface="Arial"/>
            </a:endParaRPr>
          </a:p>
        </p:txBody>
      </p:sp>
      <p:sp>
        <p:nvSpPr>
          <p:cNvPr id="442" name="Google Shape;166;p14"/>
          <p:cNvSpPr/>
          <p:nvPr/>
        </p:nvSpPr>
        <p:spPr>
          <a:xfrm>
            <a:off x="1510200" y="4884840"/>
            <a:ext cx="7895520" cy="1015200"/>
          </a:xfrm>
          <a:prstGeom prst="rect">
            <a:avLst/>
          </a:prstGeom>
          <a:noFill/>
          <a:ln w="0">
            <a:noFill/>
          </a:ln>
        </p:spPr>
        <p:style>
          <a:lnRef idx="0"/>
          <a:fillRef idx="0"/>
          <a:effectRef idx="0"/>
          <a:fontRef idx="minor"/>
        </p:style>
        <p:txBody>
          <a:bodyPr anchor="t">
            <a:spAutoFit/>
          </a:bodyPr>
          <a:p>
            <a:pPr marL="914400" lvl="1" indent="-457200">
              <a:lnSpc>
                <a:spcPct val="100000"/>
              </a:lnSpc>
              <a:buClr>
                <a:srgbClr val="00004C"/>
              </a:buClr>
              <a:buFont typeface="Arial"/>
              <a:buChar char="•"/>
            </a:pPr>
            <a:r>
              <a:rPr lang="en-US" sz="2000" b="0" u="none" strike="noStrike">
                <a:solidFill>
                  <a:srgbClr val="00004C"/>
                </a:solidFill>
                <a:effectLst/>
                <a:uFillTx/>
                <a:latin typeface="Arial"/>
                <a:ea typeface="Arial"/>
              </a:rPr>
              <a:t>Each Enemy-Oriented tactical task that has an asterisk next to it is a tactical task with multiple classifications and applications.</a:t>
            </a:r>
            <a:endParaRPr lang="en-US" sz="2000" b="0" u="none" strike="noStrike">
              <a:solidFill>
                <a:srgbClr val="000000"/>
              </a:solidFill>
              <a:effectLst/>
              <a:uFillTx/>
              <a:latin typeface="Arial"/>
            </a:endParaRPr>
          </a:p>
        </p:txBody>
      </p:sp>
      <p:graphicFrame>
        <p:nvGraphicFramePr>
          <p:cNvPr id="443" name="Google Shape;167;p14"/>
          <p:cNvGraphicFramePr/>
          <p:nvPr/>
        </p:nvGraphicFramePr>
        <p:xfrm>
          <a:off x="2031840" y="1967400"/>
          <a:ext cx="8127720" cy="2633400"/>
        </p:xfrm>
        <a:graphic>
          <a:graphicData uri="http://schemas.openxmlformats.org/drawingml/2006/table">
            <a:tbl>
              <a:tblPr/>
              <a:tblGrid>
                <a:gridCol w="2031840"/>
                <a:gridCol w="2031840"/>
                <a:gridCol w="2031840"/>
                <a:gridCol w="2031840"/>
              </a:tblGrid>
              <a:tr h="370800">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Ambush</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Attack by Fire </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Block</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Breach*</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370800">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Bypass</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Canalize</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Contain</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Corrupt</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r h="370800">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Deceive</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Defeat</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Degrade</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Deny</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370800">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Destroy</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Disrupt</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Exploit</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Feint</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r h="370800">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Fix</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Influence*</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Interdict</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Isolate</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370800">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Neutralize</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Penetrate</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Reconnoiter*</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Support by Fire</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r h="370800">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Suppress</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bl>
          </a:graphicData>
        </a:graphic>
      </p:graphicFrame>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4"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rmAutofit/>
          </a:bodyPr>
          <a:p>
            <a:pPr marL="609480" indent="-440280" algn="l">
              <a:lnSpc>
                <a:spcPct val="90000"/>
              </a:lnSpc>
              <a:spcBef>
                <a:spcPts val="799"/>
              </a:spcBef>
              <a:buClr>
                <a:srgbClr val="000000"/>
              </a:buClr>
              <a:buFont typeface="Arial"/>
              <a:buChar char="•"/>
            </a:pPr>
            <a:r>
              <a:rPr lang="en-US" sz="2800" b="1" u="none" strike="noStrike">
                <a:solidFill>
                  <a:srgbClr val="00004C"/>
                </a:solidFill>
                <a:effectLst/>
                <a:uFillTx/>
                <a:latin typeface="Arial"/>
                <a:ea typeface="Arial"/>
              </a:rPr>
              <a:t>What are Friendly-Oriented Tactical Tasks?</a:t>
            </a:r>
            <a:endParaRPr lang="en-US" sz="28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30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Friendly-Oriented Tactical Tasks are actions where the primary focus is on the movement or support of a friendly force. </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Unlike enemy-oriented tasks that focus on destroying or defeating an adversary, these tasks are centered on the friendly force's status and relationship to the enemy, terrain, or another friendly unit. </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For example, convoy missions are typically friendly-oriented, with the main goal being to deliver personnel or supplies to a destination.</a:t>
            </a:r>
            <a:endParaRPr lang="en-US" sz="21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p:txBody>
      </p:sp>
      <p:sp>
        <p:nvSpPr>
          <p:cNvPr id="445"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Tactical Tasks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6"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0" u="none" strike="noStrike">
                <a:solidFill>
                  <a:srgbClr val="00004C"/>
                </a:solidFill>
                <a:effectLst/>
                <a:uFillTx/>
                <a:latin typeface="Arial"/>
                <a:ea typeface="Arial"/>
              </a:rPr>
              <a:t>Friendly-Oriented Tactical Tasks:</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p:txBody>
      </p:sp>
      <p:sp>
        <p:nvSpPr>
          <p:cNvPr id="447"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Tactical Tasks</a:t>
            </a:r>
            <a:endParaRPr lang="en-US" sz="3400" b="0" u="none" strike="noStrike">
              <a:solidFill>
                <a:srgbClr val="000000"/>
              </a:solidFill>
              <a:effectLst/>
              <a:uFillTx/>
              <a:latin typeface="Arial"/>
            </a:endParaRPr>
          </a:p>
        </p:txBody>
      </p:sp>
      <p:graphicFrame>
        <p:nvGraphicFramePr>
          <p:cNvPr id="448" name="Google Shape;180;p16"/>
          <p:cNvGraphicFramePr/>
          <p:nvPr/>
        </p:nvGraphicFramePr>
        <p:xfrm>
          <a:off x="2641680" y="2446920"/>
          <a:ext cx="6908400" cy="1128600"/>
        </p:xfrm>
        <a:graphic>
          <a:graphicData uri="http://schemas.openxmlformats.org/drawingml/2006/table">
            <a:tbl>
              <a:tblPr/>
              <a:tblGrid>
                <a:gridCol w="2241360"/>
                <a:gridCol w="2425320"/>
                <a:gridCol w="2241360"/>
              </a:tblGrid>
              <a:tr h="370800">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Cover</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Disengage</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Displace</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370800">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Exfiltrate</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Follow and Assume</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Follow and Support</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r h="370800">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Guard</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Protect</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Screen</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bl>
          </a:graphicData>
        </a:graphic>
      </p:graphicFrame>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rmAutofit/>
          </a:bodyPr>
          <a:p>
            <a:pPr marL="609480" indent="-440280" algn="l">
              <a:lnSpc>
                <a:spcPct val="90000"/>
              </a:lnSpc>
              <a:spcBef>
                <a:spcPts val="799"/>
              </a:spcBef>
              <a:buClr>
                <a:srgbClr val="000000"/>
              </a:buClr>
              <a:buFont typeface="Arial"/>
              <a:buChar char="•"/>
            </a:pPr>
            <a:r>
              <a:rPr lang="en-US" sz="2800" b="1" u="none" strike="noStrike">
                <a:solidFill>
                  <a:srgbClr val="00004C"/>
                </a:solidFill>
                <a:effectLst/>
                <a:uFillTx/>
                <a:latin typeface="Arial"/>
                <a:ea typeface="Arial"/>
              </a:rPr>
              <a:t>What are Terrain-Oriented Tactical Tasks?</a:t>
            </a:r>
            <a:endParaRPr lang="en-US" sz="2800" b="0" u="none" strike="noStrike">
              <a:solidFill>
                <a:srgbClr val="000000"/>
              </a:solidFill>
              <a:effectLst/>
              <a:uFillTx/>
              <a:latin typeface="Arial"/>
            </a:endParaRPr>
          </a:p>
          <a:p>
            <a:pPr marL="169200" indent="0" algn="l">
              <a:lnSpc>
                <a:spcPct val="90000"/>
              </a:lnSpc>
              <a:spcBef>
                <a:spcPts val="799"/>
              </a:spcBef>
              <a:buNone/>
              <a:tabLst>
                <a:tab pos="0" algn="l"/>
              </a:tabLst>
            </a:pPr>
            <a:endParaRPr lang="en-US" sz="30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Terrain-Oriented Tactical Tasks are actions focused on controlling or influencing the physical environment. </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The primary purpose of these tasks is to seize, retain, or deny the enemy access to specific terrain or a geographic area. </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Unlike tasks that focus on a friendly or enemy force, the terrain itself is the objective.</a:t>
            </a:r>
            <a:endParaRPr lang="en-US" sz="21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p:txBody>
      </p:sp>
      <p:sp>
        <p:nvSpPr>
          <p:cNvPr id="450"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Tactical Tasks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1"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0" u="none" strike="noStrike">
                <a:solidFill>
                  <a:srgbClr val="00004C"/>
                </a:solidFill>
                <a:effectLst/>
                <a:uFillTx/>
                <a:latin typeface="Arial"/>
                <a:ea typeface="Arial"/>
              </a:rPr>
              <a:t>Terrain-Oriented Tactical Tasks:</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p:txBody>
      </p:sp>
      <p:sp>
        <p:nvSpPr>
          <p:cNvPr id="452"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Tactical Tasks</a:t>
            </a:r>
            <a:endParaRPr lang="en-US" sz="3400" b="0" u="none" strike="noStrike">
              <a:solidFill>
                <a:srgbClr val="000000"/>
              </a:solidFill>
              <a:effectLst/>
              <a:uFillTx/>
              <a:latin typeface="Arial"/>
            </a:endParaRPr>
          </a:p>
        </p:txBody>
      </p:sp>
      <p:sp>
        <p:nvSpPr>
          <p:cNvPr id="453" name="Google Shape;193;p18"/>
          <p:cNvSpPr/>
          <p:nvPr/>
        </p:nvSpPr>
        <p:spPr>
          <a:xfrm>
            <a:off x="1240920" y="4442760"/>
            <a:ext cx="9168840" cy="1138320"/>
          </a:xfrm>
          <a:prstGeom prst="rect">
            <a:avLst/>
          </a:prstGeom>
          <a:noFill/>
          <a:ln w="0">
            <a:noFill/>
          </a:ln>
        </p:spPr>
        <p:style>
          <a:lnRef idx="0"/>
          <a:fillRef idx="0"/>
          <a:effectRef idx="0"/>
          <a:fontRef idx="minor"/>
        </p:style>
        <p:txBody>
          <a:bodyPr anchor="t">
            <a:spAutoFit/>
          </a:bodyPr>
          <a:p>
            <a:pPr marL="1657440" lvl="3" indent="-285840">
              <a:lnSpc>
                <a:spcPct val="100000"/>
              </a:lnSpc>
              <a:buClr>
                <a:srgbClr val="00004C"/>
              </a:buClr>
              <a:buFont typeface="Arial"/>
              <a:buChar char="•"/>
            </a:pPr>
            <a:r>
              <a:rPr lang="en-US" sz="2000" b="0" u="none" strike="noStrike">
                <a:solidFill>
                  <a:srgbClr val="00004C"/>
                </a:solidFill>
                <a:effectLst/>
                <a:uFillTx/>
                <a:latin typeface="Arial"/>
                <a:ea typeface="Arial"/>
              </a:rPr>
              <a:t>Each Terrain-Oriented tactical task that has an asterisk next to it is a tactical task with multiple classifications and applications.</a:t>
            </a:r>
            <a:endParaRPr lang="en-US" sz="2000" b="0" u="none" strike="noStrike">
              <a:solidFill>
                <a:srgbClr val="000000"/>
              </a:solidFill>
              <a:effectLst/>
              <a:uFillTx/>
              <a:latin typeface="Arial"/>
            </a:endParaRPr>
          </a:p>
          <a:p>
            <a:pPr>
              <a:lnSpc>
                <a:spcPct val="100000"/>
              </a:lnSpc>
              <a:tabLst>
                <a:tab pos="0" algn="l"/>
              </a:tabLst>
            </a:pPr>
            <a:endParaRPr lang="en-US" sz="2800" b="0" u="none" strike="noStrike">
              <a:solidFill>
                <a:srgbClr val="000000"/>
              </a:solidFill>
              <a:effectLst/>
              <a:uFillTx/>
              <a:latin typeface="Arial"/>
            </a:endParaRPr>
          </a:p>
        </p:txBody>
      </p:sp>
      <p:graphicFrame>
        <p:nvGraphicFramePr>
          <p:cNvPr id="454" name="Google Shape;194;p18"/>
          <p:cNvGraphicFramePr/>
          <p:nvPr/>
        </p:nvGraphicFramePr>
        <p:xfrm>
          <a:off x="2641680" y="2418840"/>
          <a:ext cx="6908400" cy="1128600"/>
        </p:xfrm>
        <a:graphic>
          <a:graphicData uri="http://schemas.openxmlformats.org/drawingml/2006/table">
            <a:tbl>
              <a:tblPr/>
              <a:tblGrid>
                <a:gridCol w="2241360"/>
                <a:gridCol w="2425320"/>
                <a:gridCol w="2241360"/>
              </a:tblGrid>
              <a:tr h="370800">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Breach*</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Clear</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Control</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370800">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Cordon</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Occupy</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Reconnoiter*</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r h="370800">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Retain</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Secure</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870" b="0" u="none" strike="noStrike">
                          <a:solidFill>
                            <a:srgbClr val="00004C"/>
                          </a:solidFill>
                          <a:effectLst/>
                          <a:uFillTx/>
                          <a:latin typeface="Arial"/>
                          <a:ea typeface="Arial"/>
                        </a:rPr>
                        <a:t>Seize</a:t>
                      </a:r>
                      <a:endParaRPr lang="en-US" sz="187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bl>
          </a:graphicData>
        </a:graphic>
      </p:graphicFrame>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5"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rmAutofit/>
          </a:bodyPr>
          <a:p>
            <a:pPr marL="609480" indent="-440280" algn="l">
              <a:lnSpc>
                <a:spcPct val="90000"/>
              </a:lnSpc>
              <a:spcBef>
                <a:spcPts val="799"/>
              </a:spcBef>
              <a:buClr>
                <a:srgbClr val="000000"/>
              </a:buClr>
              <a:buFont typeface="Arial"/>
              <a:buChar char="•"/>
            </a:pPr>
            <a:r>
              <a:rPr lang="en-US" sz="2800" b="1" u="none" strike="noStrike">
                <a:solidFill>
                  <a:srgbClr val="00004C"/>
                </a:solidFill>
                <a:effectLst/>
                <a:uFillTx/>
                <a:latin typeface="Arial"/>
                <a:ea typeface="Arial"/>
              </a:rPr>
              <a:t>What are Population-Oriented Tactical Tasks?</a:t>
            </a:r>
            <a:endParaRPr lang="en-US" sz="2800" b="0" u="none" strike="noStrike">
              <a:solidFill>
                <a:srgbClr val="000000"/>
              </a:solidFill>
              <a:effectLst/>
              <a:uFillTx/>
              <a:latin typeface="Arial"/>
            </a:endParaRPr>
          </a:p>
          <a:p>
            <a:pPr marL="169200" indent="0" algn="l">
              <a:lnSpc>
                <a:spcPct val="90000"/>
              </a:lnSpc>
              <a:spcBef>
                <a:spcPts val="799"/>
              </a:spcBef>
              <a:buNone/>
              <a:tabLst>
                <a:tab pos="0" algn="l"/>
              </a:tabLst>
            </a:pPr>
            <a:endParaRPr lang="en-US" sz="30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chemeClr val="dk1"/>
                </a:solidFill>
                <a:effectLst/>
                <a:uFillTx/>
                <a:latin typeface="Arial"/>
                <a:ea typeface="Arial"/>
              </a:rPr>
              <a:t>Focus on friendly effort on achieving some sort of condition as it relates to the population within the area of operations. </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chemeClr val="dk1"/>
                </a:solidFill>
                <a:effectLst/>
                <a:uFillTx/>
                <a:latin typeface="Arial"/>
                <a:ea typeface="Arial"/>
              </a:rPr>
              <a:t>Unlike tasks that focus on a friendly or enemy force, the population itself is the objective.</a:t>
            </a:r>
            <a:endParaRPr lang="en-US" sz="21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p:txBody>
      </p:sp>
      <p:sp>
        <p:nvSpPr>
          <p:cNvPr id="456"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Tactical Tasks </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7"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0" u="none" strike="noStrike">
                <a:solidFill>
                  <a:srgbClr val="00004C"/>
                </a:solidFill>
                <a:effectLst/>
                <a:uFillTx/>
                <a:latin typeface="Arial"/>
                <a:ea typeface="Arial"/>
              </a:rPr>
              <a:t>Population-Oriented Tactical Tasks:</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p:txBody>
      </p:sp>
      <p:sp>
        <p:nvSpPr>
          <p:cNvPr id="458"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Tactical Tasks</a:t>
            </a:r>
            <a:endParaRPr lang="en-US" sz="3400" b="0" u="none" strike="noStrike">
              <a:solidFill>
                <a:srgbClr val="000000"/>
              </a:solidFill>
              <a:effectLst/>
              <a:uFillTx/>
              <a:latin typeface="Arial"/>
            </a:endParaRPr>
          </a:p>
        </p:txBody>
      </p:sp>
      <p:sp>
        <p:nvSpPr>
          <p:cNvPr id="459" name="Google Shape;207;p20"/>
          <p:cNvSpPr/>
          <p:nvPr/>
        </p:nvSpPr>
        <p:spPr>
          <a:xfrm>
            <a:off x="1240920" y="4442760"/>
            <a:ext cx="9168840" cy="1446120"/>
          </a:xfrm>
          <a:prstGeom prst="rect">
            <a:avLst/>
          </a:prstGeom>
          <a:noFill/>
          <a:ln w="0">
            <a:noFill/>
          </a:ln>
        </p:spPr>
        <p:style>
          <a:lnRef idx="0"/>
          <a:fillRef idx="0"/>
          <a:effectRef idx="0"/>
          <a:fontRef idx="minor"/>
        </p:style>
        <p:txBody>
          <a:bodyPr anchor="t">
            <a:spAutoFit/>
          </a:bodyPr>
          <a:p>
            <a:pPr marL="1657440" lvl="3" indent="-285840">
              <a:lnSpc>
                <a:spcPct val="100000"/>
              </a:lnSpc>
              <a:buClr>
                <a:srgbClr val="00004C"/>
              </a:buClr>
              <a:buFont typeface="Arial"/>
              <a:buChar char="•"/>
            </a:pPr>
            <a:r>
              <a:rPr lang="en-US" sz="2000" b="0" u="none" strike="noStrike">
                <a:solidFill>
                  <a:srgbClr val="00004C"/>
                </a:solidFill>
                <a:effectLst/>
                <a:uFillTx/>
                <a:latin typeface="Arial"/>
                <a:ea typeface="Arial"/>
              </a:rPr>
              <a:t>Each Population-Oriented tactical task that has an asterisk next to it is a tactical task with multiple classifications and applications.</a:t>
            </a:r>
            <a:endParaRPr lang="en-US" sz="2000" b="0" u="none" strike="noStrike">
              <a:solidFill>
                <a:srgbClr val="000000"/>
              </a:solidFill>
              <a:effectLst/>
              <a:uFillTx/>
              <a:latin typeface="Arial"/>
            </a:endParaRPr>
          </a:p>
          <a:p>
            <a:pPr>
              <a:lnSpc>
                <a:spcPct val="100000"/>
              </a:lnSpc>
              <a:tabLst>
                <a:tab pos="0" algn="l"/>
              </a:tabLst>
            </a:pPr>
            <a:endParaRPr lang="en-US" sz="2800" b="0" u="none" strike="noStrike">
              <a:solidFill>
                <a:srgbClr val="000000"/>
              </a:solidFill>
              <a:effectLst/>
              <a:uFillTx/>
              <a:latin typeface="Arial"/>
            </a:endParaRPr>
          </a:p>
        </p:txBody>
      </p:sp>
      <p:graphicFrame>
        <p:nvGraphicFramePr>
          <p:cNvPr id="460" name="Google Shape;208;p20"/>
          <p:cNvGraphicFramePr/>
          <p:nvPr/>
        </p:nvGraphicFramePr>
        <p:xfrm>
          <a:off x="2641680" y="1917720"/>
          <a:ext cx="6908400" cy="2433240"/>
        </p:xfrm>
        <a:graphic>
          <a:graphicData uri="http://schemas.openxmlformats.org/drawingml/2006/table">
            <a:tbl>
              <a:tblPr/>
              <a:tblGrid>
                <a:gridCol w="2241360"/>
                <a:gridCol w="2425320"/>
                <a:gridCol w="2241360"/>
              </a:tblGrid>
              <a:tr h="370800">
                <a:tc>
                  <a:txBody>
                    <a:bodyPr anchor="t">
                      <a:noAutofit/>
                    </a:bodyPr>
                    <a:p>
                      <a:pPr>
                        <a:lnSpc>
                          <a:spcPct val="100000"/>
                        </a:lnSpc>
                        <a:tabLst>
                          <a:tab pos="0" algn="l"/>
                        </a:tabLst>
                      </a:pPr>
                      <a:r>
                        <a:rPr lang="en-US" sz="1600" b="0" u="none" strike="noStrike">
                          <a:solidFill>
                            <a:srgbClr val="00004C"/>
                          </a:solidFill>
                          <a:effectLst/>
                          <a:uFillTx/>
                          <a:latin typeface="Arial"/>
                          <a:ea typeface="Arial"/>
                        </a:rPr>
                        <a:t>Advise </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rgbClr val="00004C"/>
                          </a:solidFill>
                          <a:effectLst/>
                          <a:uFillTx/>
                          <a:latin typeface="Arial"/>
                          <a:ea typeface="Arial"/>
                        </a:rPr>
                        <a:t>Assess the Pop.</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rgbClr val="00004C"/>
                          </a:solidFill>
                          <a:effectLst/>
                          <a:uFillTx/>
                          <a:latin typeface="Arial"/>
                          <a:ea typeface="Arial"/>
                        </a:rPr>
                        <a:t>Assist</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370800">
                <a:tc>
                  <a:txBody>
                    <a:bodyPr anchor="t">
                      <a:noAutofit/>
                    </a:bodyPr>
                    <a:p>
                      <a:pPr>
                        <a:lnSpc>
                          <a:spcPct val="100000"/>
                        </a:lnSpc>
                        <a:tabLst>
                          <a:tab pos="0" algn="l"/>
                        </a:tabLst>
                      </a:pPr>
                      <a:r>
                        <a:rPr lang="en-US" sz="1600" b="0" u="none" strike="noStrike">
                          <a:solidFill>
                            <a:srgbClr val="00004C"/>
                          </a:solidFill>
                          <a:effectLst/>
                          <a:uFillTx/>
                          <a:latin typeface="Arial"/>
                          <a:ea typeface="Arial"/>
                        </a:rPr>
                        <a:t>Build/Restore infrx.</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rgbClr val="00004C"/>
                          </a:solidFill>
                          <a:effectLst/>
                          <a:uFillTx/>
                          <a:latin typeface="Arial"/>
                          <a:ea typeface="Arial"/>
                        </a:rPr>
                        <a:t>Contain*</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rgbClr val="00004C"/>
                          </a:solidFill>
                          <a:effectLst/>
                          <a:uFillTx/>
                          <a:latin typeface="Arial"/>
                          <a:ea typeface="Arial"/>
                        </a:rPr>
                        <a:t>Control*</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r h="370800">
                <a:tc>
                  <a:txBody>
                    <a:bodyPr anchor="t">
                      <a:noAutofit/>
                    </a:bodyPr>
                    <a:p>
                      <a:pPr>
                        <a:lnSpc>
                          <a:spcPct val="100000"/>
                        </a:lnSpc>
                        <a:tabLst>
                          <a:tab pos="0" algn="l"/>
                        </a:tabLst>
                      </a:pPr>
                      <a:r>
                        <a:rPr lang="en-US" sz="1600" b="0" u="none" strike="noStrike">
                          <a:solidFill>
                            <a:srgbClr val="00004C"/>
                          </a:solidFill>
                          <a:effectLst/>
                          <a:uFillTx/>
                          <a:latin typeface="Arial"/>
                          <a:ea typeface="Arial"/>
                        </a:rPr>
                        <a:t>Coord with Civ Auth</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rgbClr val="00004C"/>
                          </a:solidFill>
                          <a:effectLst/>
                          <a:uFillTx/>
                          <a:latin typeface="Arial"/>
                          <a:ea typeface="Arial"/>
                        </a:rPr>
                        <a:t>Cordon*</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rgbClr val="00004C"/>
                          </a:solidFill>
                          <a:effectLst/>
                          <a:uFillTx/>
                          <a:latin typeface="Arial"/>
                          <a:ea typeface="Arial"/>
                        </a:rPr>
                        <a:t>Enable Civ Auth</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370800">
                <a:tc>
                  <a:txBody>
                    <a:bodyPr anchor="t">
                      <a:noAutofit/>
                    </a:bodyPr>
                    <a:p>
                      <a:pPr>
                        <a:lnSpc>
                          <a:spcPct val="100000"/>
                        </a:lnSpc>
                        <a:tabLst>
                          <a:tab pos="0" algn="l"/>
                        </a:tabLst>
                      </a:pPr>
                      <a:r>
                        <a:rPr lang="en-US" sz="1600" b="0" u="none" strike="noStrike">
                          <a:solidFill>
                            <a:srgbClr val="002060"/>
                          </a:solidFill>
                          <a:effectLst/>
                          <a:uFillTx/>
                          <a:latin typeface="Arial"/>
                          <a:ea typeface="Arial"/>
                        </a:rPr>
                        <a:t>Exclude </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rgbClr val="002060"/>
                          </a:solidFill>
                          <a:effectLst/>
                          <a:uFillTx/>
                          <a:latin typeface="Arial"/>
                          <a:ea typeface="Arial"/>
                        </a:rPr>
                        <a:t>Influence* </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rgbClr val="002060"/>
                          </a:solidFill>
                          <a:effectLst/>
                          <a:uFillTx/>
                          <a:latin typeface="Arial"/>
                          <a:ea typeface="Arial"/>
                        </a:rPr>
                        <a:t>Occupy* </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r h="370800">
                <a:tc>
                  <a:txBody>
                    <a:bodyPr anchor="t">
                      <a:noAutofit/>
                    </a:bodyPr>
                    <a:p>
                      <a:pPr>
                        <a:lnSpc>
                          <a:spcPct val="100000"/>
                        </a:lnSpc>
                        <a:tabLst>
                          <a:tab pos="0" algn="l"/>
                        </a:tabLst>
                      </a:pPr>
                      <a:r>
                        <a:rPr lang="en-US" sz="1600" b="0" u="none" strike="noStrike">
                          <a:solidFill>
                            <a:srgbClr val="002060"/>
                          </a:solidFill>
                          <a:effectLst/>
                          <a:uFillTx/>
                          <a:latin typeface="Arial"/>
                          <a:ea typeface="Arial"/>
                        </a:rPr>
                        <a:t>Reconnoiter*</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rgbClr val="002060"/>
                          </a:solidFill>
                          <a:effectLst/>
                          <a:uFillTx/>
                          <a:latin typeface="Arial"/>
                          <a:ea typeface="Arial"/>
                        </a:rPr>
                        <a:t>Secure* </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rgbClr val="002060"/>
                          </a:solidFill>
                          <a:effectLst/>
                          <a:uFillTx/>
                          <a:latin typeface="Arial"/>
                          <a:ea typeface="Arial"/>
                        </a:rPr>
                        <a:t>Train</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370800">
                <a:tc>
                  <a:txBody>
                    <a:bodyPr anchor="t">
                      <a:noAutofit/>
                    </a:bodyPr>
                    <a:p>
                      <a:pPr>
                        <a:lnSpc>
                          <a:spcPct val="100000"/>
                        </a:lnSpc>
                        <a:tabLst>
                          <a:tab pos="0" algn="l"/>
                        </a:tabLst>
                      </a:pPr>
                      <a:r>
                        <a:rPr lang="en-US" sz="1600" b="0" u="none" strike="noStrike">
                          <a:solidFill>
                            <a:srgbClr val="002060"/>
                          </a:solidFill>
                          <a:effectLst/>
                          <a:uFillTx/>
                          <a:latin typeface="Arial"/>
                          <a:ea typeface="Arial"/>
                        </a:rPr>
                        <a:t>Transition to Civ Control</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bl>
          </a:graphicData>
        </a:graphic>
      </p:graphicFrame>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rmAutofit/>
          </a:bodyPr>
          <a:p>
            <a:pPr marL="609480" indent="-440280" algn="l">
              <a:lnSpc>
                <a:spcPct val="90000"/>
              </a:lnSpc>
              <a:spcBef>
                <a:spcPts val="799"/>
              </a:spcBef>
              <a:buClr>
                <a:srgbClr val="000000"/>
              </a:buClr>
              <a:buFont typeface="Arial"/>
              <a:buChar char="•"/>
            </a:pPr>
            <a:r>
              <a:rPr lang="en-US" sz="2600" b="0" u="none" strike="noStrike">
                <a:solidFill>
                  <a:srgbClr val="00004C"/>
                </a:solidFill>
                <a:effectLst/>
                <a:uFillTx/>
                <a:latin typeface="Arial"/>
                <a:ea typeface="Arial"/>
              </a:rPr>
              <a:t>As you have seen, each orientation has task verbs associated with it, and some of these verbs overlap. You can flow between the orientation of task or simultaneously have multiple tactical tasks spanning across those orientations.</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0" u="none" strike="noStrike">
                <a:solidFill>
                  <a:srgbClr val="00004C"/>
                </a:solidFill>
                <a:effectLst/>
                <a:uFillTx/>
                <a:latin typeface="Arial"/>
                <a:ea typeface="Arial"/>
              </a:rPr>
              <a:t>Let’s look at an example of what this means…</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p:txBody>
      </p:sp>
      <p:sp>
        <p:nvSpPr>
          <p:cNvPr id="462"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Tactical Tasks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3"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rmAutofit lnSpcReduction="9999"/>
          </a:bodyPr>
          <a:p>
            <a:pPr marL="609480" indent="-440280" algn="l">
              <a:lnSpc>
                <a:spcPct val="90000"/>
              </a:lnSpc>
              <a:spcBef>
                <a:spcPts val="799"/>
              </a:spcBef>
              <a:buClr>
                <a:srgbClr val="000000"/>
              </a:buClr>
              <a:buFont typeface="Arial"/>
              <a:buChar char="•"/>
            </a:pPr>
            <a:r>
              <a:rPr lang="en-US" sz="2600" b="0" u="none" strike="noStrike">
                <a:solidFill>
                  <a:srgbClr val="00004C"/>
                </a:solidFill>
                <a:effectLst/>
                <a:uFillTx/>
                <a:latin typeface="Arial"/>
                <a:ea typeface="Arial"/>
              </a:rPr>
              <a:t>Consider someone who has a deliberate defense and has dug-in trenches because they have been given the terrain-oriented tactical task of </a:t>
            </a:r>
            <a:r>
              <a:rPr lang="en-US" sz="2600" b="1" u="none" strike="noStrike">
                <a:solidFill>
                  <a:srgbClr val="00004C"/>
                </a:solidFill>
                <a:effectLst/>
                <a:uFillTx/>
                <a:latin typeface="Arial"/>
                <a:ea typeface="Arial"/>
              </a:rPr>
              <a:t>Retain</a:t>
            </a:r>
            <a:r>
              <a:rPr lang="en-US" sz="2600" b="0" u="none" strike="noStrike">
                <a:solidFill>
                  <a:srgbClr val="00004C"/>
                </a:solidFill>
                <a:effectLst/>
                <a:uFillTx/>
                <a:latin typeface="Arial"/>
                <a:ea typeface="Arial"/>
              </a:rPr>
              <a:t> in order to “</a:t>
            </a:r>
            <a:r>
              <a:rPr lang="en-US" sz="2600" b="1" u="none" strike="noStrike">
                <a:solidFill>
                  <a:srgbClr val="00004C"/>
                </a:solidFill>
                <a:effectLst/>
                <a:uFillTx/>
                <a:latin typeface="Arial"/>
                <a:ea typeface="Arial"/>
              </a:rPr>
              <a:t>protect”</a:t>
            </a:r>
            <a:r>
              <a:rPr lang="en-US" sz="2600" b="0" u="none" strike="noStrike">
                <a:solidFill>
                  <a:srgbClr val="00004C"/>
                </a:solidFill>
                <a:effectLst/>
                <a:uFillTx/>
                <a:latin typeface="Arial"/>
                <a:ea typeface="Arial"/>
              </a:rPr>
              <a:t> friendly forces (and remember that protect is normally a </a:t>
            </a:r>
            <a:r>
              <a:rPr lang="en-US" sz="2600" b="1" u="none" strike="noStrike">
                <a:solidFill>
                  <a:srgbClr val="00004C"/>
                </a:solidFill>
                <a:effectLst/>
                <a:uFillTx/>
                <a:latin typeface="Arial"/>
                <a:ea typeface="Arial"/>
              </a:rPr>
              <a:t>friendly-oriented</a:t>
            </a:r>
            <a:r>
              <a:rPr lang="en-US" sz="2600" b="0" u="none" strike="noStrike">
                <a:solidFill>
                  <a:srgbClr val="00004C"/>
                </a:solidFill>
                <a:effectLst/>
                <a:uFillTx/>
                <a:latin typeface="Arial"/>
                <a:ea typeface="Arial"/>
              </a:rPr>
              <a:t> tactical task). </a:t>
            </a:r>
            <a:endParaRPr lang="en-US" sz="2600" b="0" u="none" strike="noStrike">
              <a:solidFill>
                <a:srgbClr val="000000"/>
              </a:solidFill>
              <a:effectLst/>
              <a:uFillTx/>
              <a:latin typeface="Arial"/>
            </a:endParaRPr>
          </a:p>
          <a:p>
            <a:pPr marL="169200" indent="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0" u="none" strike="noStrike">
                <a:solidFill>
                  <a:srgbClr val="00004C"/>
                </a:solidFill>
                <a:effectLst/>
                <a:uFillTx/>
                <a:latin typeface="Arial"/>
                <a:ea typeface="Arial"/>
              </a:rPr>
              <a:t>While controlling and protecting, there may be adversaries in the vicinity so this person may also be tasked with </a:t>
            </a:r>
            <a:r>
              <a:rPr lang="en-US" sz="2600" b="1" u="none" strike="noStrike">
                <a:solidFill>
                  <a:srgbClr val="00004C"/>
                </a:solidFill>
                <a:effectLst/>
                <a:uFillTx/>
                <a:latin typeface="Arial"/>
                <a:ea typeface="Arial"/>
              </a:rPr>
              <a:t>reconnoitering</a:t>
            </a:r>
            <a:r>
              <a:rPr lang="en-US" sz="2600" b="0" u="none" strike="noStrike">
                <a:solidFill>
                  <a:srgbClr val="00004C"/>
                </a:solidFill>
                <a:effectLst/>
                <a:uFillTx/>
                <a:latin typeface="Arial"/>
                <a:ea typeface="Arial"/>
              </a:rPr>
              <a:t> the adversary (reconnoiter being both a </a:t>
            </a:r>
            <a:r>
              <a:rPr lang="en-US" sz="2600" b="1" u="none" strike="noStrike">
                <a:solidFill>
                  <a:srgbClr val="00004C"/>
                </a:solidFill>
                <a:effectLst/>
                <a:uFillTx/>
                <a:latin typeface="Arial"/>
                <a:ea typeface="Arial"/>
              </a:rPr>
              <a:t>terrain-oriented</a:t>
            </a:r>
            <a:r>
              <a:rPr lang="en-US" sz="2600" b="0" u="none" strike="noStrike">
                <a:solidFill>
                  <a:srgbClr val="00004C"/>
                </a:solidFill>
                <a:effectLst/>
                <a:uFillTx/>
                <a:latin typeface="Arial"/>
                <a:ea typeface="Arial"/>
              </a:rPr>
              <a:t> AND an </a:t>
            </a:r>
            <a:r>
              <a:rPr lang="en-US" sz="2600" b="1" u="none" strike="noStrike">
                <a:solidFill>
                  <a:srgbClr val="00004C"/>
                </a:solidFill>
                <a:effectLst/>
                <a:uFillTx/>
                <a:latin typeface="Arial"/>
                <a:ea typeface="Arial"/>
              </a:rPr>
              <a:t>enemy-oriented</a:t>
            </a:r>
            <a:r>
              <a:rPr lang="en-US" sz="2600" b="0" u="none" strike="noStrike">
                <a:solidFill>
                  <a:srgbClr val="00004C"/>
                </a:solidFill>
                <a:effectLst/>
                <a:uFillTx/>
                <a:latin typeface="Arial"/>
                <a:ea typeface="Arial"/>
              </a:rPr>
              <a:t> tactical task).</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In this scenario, you can see three tactical tasks overlapping their orientations and classifications. This is where task prioritization becomes important.  </a:t>
            </a:r>
            <a:endParaRPr lang="en-US" sz="2100" b="0" u="none" strike="noStrike">
              <a:solidFill>
                <a:srgbClr val="000000"/>
              </a:solidFill>
              <a:effectLst/>
              <a:uFillTx/>
              <a:latin typeface="Arial"/>
            </a:endParaRPr>
          </a:p>
        </p:txBody>
      </p:sp>
      <p:sp>
        <p:nvSpPr>
          <p:cNvPr id="464"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Tactical Tasks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5"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338760" indent="0" algn="l">
              <a:lnSpc>
                <a:spcPct val="100000"/>
              </a:lnSpc>
              <a:spcBef>
                <a:spcPts val="400"/>
              </a:spcBef>
              <a:buNone/>
              <a:tabLst>
                <a:tab pos="0" algn="l"/>
              </a:tabLst>
            </a:pPr>
            <a:r>
              <a:rPr lang="en-US" sz="2800" b="1" u="none" strike="noStrike">
                <a:solidFill>
                  <a:srgbClr val="00004C"/>
                </a:solidFill>
                <a:effectLst/>
                <a:uFillTx/>
                <a:latin typeface="Arial"/>
                <a:ea typeface="Arial"/>
              </a:rPr>
              <a:t>1. Identify Tasks: </a:t>
            </a:r>
            <a:r>
              <a:rPr lang="en-US" sz="2800" b="0" u="none" strike="noStrike">
                <a:solidFill>
                  <a:srgbClr val="00004C"/>
                </a:solidFill>
                <a:effectLst/>
                <a:uFillTx/>
                <a:latin typeface="Arial"/>
                <a:ea typeface="Arial"/>
              </a:rPr>
              <a:t>Deconstruct the order from higher echelons into:</a:t>
            </a:r>
            <a:endParaRPr lang="en-US" sz="2800" b="0" u="none" strike="noStrike">
              <a:solidFill>
                <a:srgbClr val="000000"/>
              </a:solidFill>
              <a:effectLst/>
              <a:uFillTx/>
              <a:latin typeface="Arial"/>
            </a:endParaRPr>
          </a:p>
          <a:p>
            <a:pPr marL="1371600" lvl="1" indent="-397800" algn="l">
              <a:lnSpc>
                <a:spcPct val="100000"/>
              </a:lnSpc>
              <a:spcBef>
                <a:spcPts val="400"/>
              </a:spcBef>
              <a:buClr>
                <a:srgbClr val="000000"/>
              </a:buClr>
              <a:buFont typeface="Arial"/>
              <a:buChar char="•"/>
              <a:tabLst>
                <a:tab pos="0" algn="l"/>
              </a:tabLst>
            </a:pPr>
            <a:r>
              <a:rPr lang="en-US" sz="2300" b="1" u="none" strike="noStrike">
                <a:solidFill>
                  <a:schemeClr val="dk1"/>
                </a:solidFill>
                <a:effectLst/>
                <a:uFillTx/>
                <a:latin typeface="Arial"/>
                <a:ea typeface="Arial"/>
              </a:rPr>
              <a:t>Specified Tasks:</a:t>
            </a:r>
            <a:r>
              <a:rPr lang="en-US" sz="2300" b="0" u="none" strike="noStrike">
                <a:solidFill>
                  <a:schemeClr val="dk1"/>
                </a:solidFill>
                <a:effectLst/>
                <a:uFillTx/>
                <a:latin typeface="Arial"/>
                <a:ea typeface="Arial"/>
              </a:rPr>
              <a:t> Explicitly stated in the order.</a:t>
            </a:r>
            <a:endParaRPr lang="en-US" sz="2300" b="0" u="none" strike="noStrike">
              <a:solidFill>
                <a:srgbClr val="000000"/>
              </a:solidFill>
              <a:effectLst/>
              <a:uFillTx/>
              <a:latin typeface="Arial"/>
            </a:endParaRPr>
          </a:p>
          <a:p>
            <a:pPr marL="1371600" lvl="1" indent="-397800" algn="l">
              <a:lnSpc>
                <a:spcPct val="100000"/>
              </a:lnSpc>
              <a:spcBef>
                <a:spcPts val="400"/>
              </a:spcBef>
              <a:buClr>
                <a:srgbClr val="000000"/>
              </a:buClr>
              <a:buFont typeface="Arial"/>
              <a:buChar char="•"/>
              <a:tabLst>
                <a:tab pos="0" algn="l"/>
              </a:tabLst>
            </a:pPr>
            <a:r>
              <a:rPr lang="en-US" sz="2300" b="1" u="none" strike="noStrike">
                <a:solidFill>
                  <a:schemeClr val="dk1"/>
                </a:solidFill>
                <a:effectLst/>
                <a:uFillTx/>
                <a:latin typeface="Arial"/>
                <a:ea typeface="Arial"/>
              </a:rPr>
              <a:t>Implied Tasks:</a:t>
            </a:r>
            <a:r>
              <a:rPr lang="en-US" sz="2300" b="0" u="none" strike="noStrike">
                <a:solidFill>
                  <a:schemeClr val="dk1"/>
                </a:solidFill>
                <a:effectLst/>
                <a:uFillTx/>
                <a:latin typeface="Arial"/>
                <a:ea typeface="Arial"/>
              </a:rPr>
              <a:t> Not explicitly stated but necessary for mission accomplishment.</a:t>
            </a:r>
            <a:endParaRPr lang="en-US" sz="2300" b="0" u="none" strike="noStrike">
              <a:solidFill>
                <a:srgbClr val="000000"/>
              </a:solidFill>
              <a:effectLst/>
              <a:uFillTx/>
              <a:latin typeface="Arial"/>
            </a:endParaRPr>
          </a:p>
          <a:p>
            <a:pPr marL="973800" indent="0" algn="l">
              <a:lnSpc>
                <a:spcPct val="100000"/>
              </a:lnSpc>
              <a:spcBef>
                <a:spcPts val="400"/>
              </a:spcBef>
              <a:buNone/>
              <a:tabLst>
                <a:tab pos="0" algn="l"/>
              </a:tabLst>
            </a:pPr>
            <a:endParaRPr lang="en-US" sz="2100" b="0" u="none" strike="noStrike">
              <a:solidFill>
                <a:srgbClr val="000000"/>
              </a:solidFill>
              <a:effectLst/>
              <a:uFillTx/>
              <a:latin typeface="Arial"/>
            </a:endParaRPr>
          </a:p>
          <a:p>
            <a:pPr marL="338760" indent="0" algn="l">
              <a:lnSpc>
                <a:spcPct val="100000"/>
              </a:lnSpc>
              <a:spcBef>
                <a:spcPts val="400"/>
              </a:spcBef>
              <a:buNone/>
              <a:tabLst>
                <a:tab pos="0" algn="l"/>
              </a:tabLst>
            </a:pPr>
            <a:r>
              <a:rPr lang="en-US" sz="2800" b="1" u="none" strike="noStrike">
                <a:solidFill>
                  <a:srgbClr val="00004C"/>
                </a:solidFill>
                <a:effectLst/>
                <a:uFillTx/>
                <a:latin typeface="Arial"/>
                <a:ea typeface="Arial"/>
              </a:rPr>
              <a:t>2. Conduct Purpose Analysis: </a:t>
            </a:r>
            <a:r>
              <a:rPr lang="en-US" sz="2800" b="0" u="none" strike="noStrike">
                <a:solidFill>
                  <a:srgbClr val="00004C"/>
                </a:solidFill>
                <a:effectLst/>
                <a:uFillTx/>
                <a:latin typeface="Arial"/>
                <a:ea typeface="Arial"/>
              </a:rPr>
              <a:t>Determine the "why" behind the mission.</a:t>
            </a:r>
            <a:endParaRPr lang="en-US" sz="2800" b="0" u="none" strike="noStrike">
              <a:solidFill>
                <a:srgbClr val="000000"/>
              </a:solidFill>
              <a:effectLst/>
              <a:uFillTx/>
              <a:latin typeface="Arial"/>
            </a:endParaRPr>
          </a:p>
          <a:p>
            <a:pPr marL="1828800" lvl="2" indent="-397800" algn="l">
              <a:lnSpc>
                <a:spcPct val="100000"/>
              </a:lnSpc>
              <a:spcBef>
                <a:spcPts val="400"/>
              </a:spcBef>
              <a:buClr>
                <a:srgbClr val="000000"/>
              </a:buClr>
              <a:buFont typeface="Arial"/>
              <a:buChar char="•"/>
              <a:tabLst>
                <a:tab pos="0" algn="l"/>
              </a:tabLst>
            </a:pPr>
            <a:r>
              <a:rPr lang="en-US" sz="2060" b="0" u="none" strike="noStrike">
                <a:solidFill>
                  <a:schemeClr val="dk1"/>
                </a:solidFill>
                <a:effectLst/>
                <a:uFillTx/>
                <a:latin typeface="Arial"/>
                <a:ea typeface="Arial"/>
              </a:rPr>
              <a:t>What is the desired end state? “In order to….”</a:t>
            </a:r>
            <a:endParaRPr lang="en-US" sz="2060" b="0" u="none" strike="noStrike">
              <a:solidFill>
                <a:srgbClr val="000000"/>
              </a:solidFill>
              <a:effectLst/>
              <a:uFillTx/>
              <a:latin typeface="Arial"/>
            </a:endParaRPr>
          </a:p>
          <a:p>
            <a:pPr marL="1828800" lvl="2" indent="-397800" algn="l">
              <a:lnSpc>
                <a:spcPct val="100000"/>
              </a:lnSpc>
              <a:spcBef>
                <a:spcPts val="400"/>
              </a:spcBef>
              <a:buClr>
                <a:srgbClr val="000000"/>
              </a:buClr>
              <a:buFont typeface="Arial"/>
              <a:buChar char="•"/>
              <a:tabLst>
                <a:tab pos="0" algn="l"/>
              </a:tabLst>
            </a:pPr>
            <a:r>
              <a:rPr lang="en-US" sz="2060" b="0" u="none" strike="noStrike">
                <a:solidFill>
                  <a:schemeClr val="dk1"/>
                </a:solidFill>
                <a:effectLst/>
                <a:uFillTx/>
                <a:latin typeface="Arial"/>
                <a:ea typeface="Arial"/>
              </a:rPr>
              <a:t>What is the commander's overall intent? Higher’s endstate</a:t>
            </a:r>
            <a:endParaRPr lang="en-US" sz="2060" b="0" u="none" strike="noStrike">
              <a:solidFill>
                <a:srgbClr val="000000"/>
              </a:solidFill>
              <a:effectLst/>
              <a:uFillTx/>
              <a:latin typeface="Arial"/>
            </a:endParaRPr>
          </a:p>
          <a:p>
            <a:pPr marL="1828800" indent="-327960" algn="l">
              <a:lnSpc>
                <a:spcPct val="100000"/>
              </a:lnSpc>
              <a:spcBef>
                <a:spcPts val="400"/>
              </a:spcBef>
              <a:buNone/>
              <a:tabLst>
                <a:tab pos="0" algn="l"/>
              </a:tabLst>
            </a:pPr>
            <a:endParaRPr lang="en-US" sz="2060" b="0" u="none" strike="noStrike">
              <a:solidFill>
                <a:srgbClr val="000000"/>
              </a:solidFill>
              <a:effectLst/>
              <a:uFillTx/>
              <a:latin typeface="Arial"/>
            </a:endParaRPr>
          </a:p>
        </p:txBody>
      </p:sp>
      <p:sp>
        <p:nvSpPr>
          <p:cNvPr id="466"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Identify Tasks (Mission Analysis)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7"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rmAutofit/>
          </a:bodyPr>
          <a:p>
            <a:pPr marL="609480" indent="-440280" algn="l">
              <a:lnSpc>
                <a:spcPct val="90000"/>
              </a:lnSpc>
              <a:spcBef>
                <a:spcPts val="799"/>
              </a:spcBef>
              <a:buClr>
                <a:srgbClr val="000000"/>
              </a:buClr>
              <a:buFont typeface="Arial"/>
              <a:buChar char="•"/>
            </a:pPr>
            <a:r>
              <a:rPr lang="en-US" sz="2600" b="0" u="none" strike="noStrike">
                <a:solidFill>
                  <a:srgbClr val="00004C"/>
                </a:solidFill>
                <a:effectLst/>
                <a:uFillTx/>
                <a:latin typeface="Arial"/>
                <a:ea typeface="Arial"/>
              </a:rPr>
              <a:t>The example on the previous slide can happen in cyberspace just as easily.</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0" u="none" strike="noStrike">
                <a:solidFill>
                  <a:srgbClr val="00004C"/>
                </a:solidFill>
                <a:effectLst/>
                <a:uFillTx/>
                <a:latin typeface="Arial"/>
                <a:ea typeface="Arial"/>
              </a:rPr>
              <a:t>A cyber operator could be tasked with reconnoitering the adversary, and then reconnoitering the adversary as they conduct operations in their terrain, and then reconnoitering the adversary’s terrain. Once they conduct sufficient recon of the terrain, the operator can act on it by destroying it, disrupting it, etc.</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p:txBody>
      </p:sp>
      <p:sp>
        <p:nvSpPr>
          <p:cNvPr id="468"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Tactical Tasks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9" name="PlaceHolder 1"/>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Two Maps</a:t>
            </a:r>
            <a:endParaRPr lang="en-US" sz="3400" b="0" u="none" strike="noStrike">
              <a:solidFill>
                <a:srgbClr val="000000"/>
              </a:solidFill>
              <a:effectLst/>
              <a:uFillTx/>
              <a:latin typeface="Arial"/>
            </a:endParaRPr>
          </a:p>
        </p:txBody>
      </p:sp>
      <p:pic>
        <p:nvPicPr>
          <p:cNvPr id="470" name="Google Shape;241;p25"/>
          <p:cNvPicPr/>
          <p:nvPr/>
        </p:nvPicPr>
        <p:blipFill>
          <a:blip r:embed="rId1"/>
          <a:stretch/>
        </p:blipFill>
        <p:spPr>
          <a:xfrm>
            <a:off x="1144440" y="1206000"/>
            <a:ext cx="4806360" cy="5371920"/>
          </a:xfrm>
          <a:prstGeom prst="rect">
            <a:avLst/>
          </a:prstGeom>
          <a:noFill/>
          <a:ln w="0">
            <a:noFill/>
          </a:ln>
        </p:spPr>
      </p:pic>
      <p:pic>
        <p:nvPicPr>
          <p:cNvPr id="471" name="Google Shape;242;p25"/>
          <p:cNvPicPr/>
          <p:nvPr/>
        </p:nvPicPr>
        <p:blipFill>
          <a:blip r:embed="rId2"/>
          <a:stretch/>
        </p:blipFill>
        <p:spPr>
          <a:xfrm>
            <a:off x="2867760" y="4330800"/>
            <a:ext cx="2151720" cy="1944360"/>
          </a:xfrm>
          <a:prstGeom prst="rect">
            <a:avLst/>
          </a:prstGeom>
          <a:noFill/>
          <a:ln w="0">
            <a:noFill/>
          </a:ln>
        </p:spPr>
      </p:pic>
      <p:pic>
        <p:nvPicPr>
          <p:cNvPr id="472" name="Google Shape;243;p25" descr="A Typical Enterprise Network Source:... | Download Scientific Diagram"/>
          <p:cNvPicPr/>
          <p:nvPr/>
        </p:nvPicPr>
        <p:blipFill>
          <a:blip r:embed="rId3"/>
          <a:stretch/>
        </p:blipFill>
        <p:spPr>
          <a:xfrm>
            <a:off x="5950800" y="2020320"/>
            <a:ext cx="6060240" cy="3742920"/>
          </a:xfrm>
          <a:prstGeom prst="rect">
            <a:avLst/>
          </a:prstGeom>
          <a:noFill/>
          <a:ln w="0">
            <a:noFill/>
          </a:ln>
        </p:spPr>
      </p:pic>
      <p:sp>
        <p:nvSpPr>
          <p:cNvPr id="473" name="Google Shape;244;p25"/>
          <p:cNvSpPr/>
          <p:nvPr/>
        </p:nvSpPr>
        <p:spPr>
          <a:xfrm rot="2009400">
            <a:off x="4594680" y="1476720"/>
            <a:ext cx="525600" cy="1136880"/>
          </a:xfrm>
          <a:prstGeom prst="downArrow">
            <a:avLst>
              <a:gd name="adj1" fmla="val 50000"/>
              <a:gd name="adj2" fmla="val 50000"/>
            </a:avLst>
          </a:prstGeom>
          <a:noFill/>
          <a:ln w="57150">
            <a:solidFill>
              <a:srgbClr val="FF0000"/>
            </a:solidFill>
            <a:round/>
          </a:ln>
        </p:spPr>
        <p:style>
          <a:lnRef idx="0"/>
          <a:fillRef idx="0"/>
          <a:effectRef idx="0"/>
          <a:fontRef idx="minor"/>
        </p:style>
        <p:txBody>
          <a:bodyPr anchor="ctr">
            <a:noAutofit/>
          </a:bodyPr>
          <a:p>
            <a:pP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4" name="PlaceHolder 1"/>
          <p:cNvSpPr>
            <a:spLocks noGrp="1"/>
          </p:cNvSpPr>
          <p:nvPr>
            <p:ph type="title"/>
          </p:nvPr>
        </p:nvSpPr>
        <p:spPr>
          <a:xfrm>
            <a:off x="1363320" y="952200"/>
            <a:ext cx="3097800" cy="1600200"/>
          </a:xfrm>
          <a:prstGeom prst="rect">
            <a:avLst/>
          </a:prstGeom>
          <a:noFill/>
          <a:ln w="0">
            <a:noFill/>
          </a:ln>
        </p:spPr>
        <p:txBody>
          <a:bodyPr lIns="91440" tIns="91440" rIns="91440" bIns="91440" anchor="b">
            <a:noAutofit/>
          </a:bodyPr>
          <a:p>
            <a:pPr indent="0" algn="l">
              <a:lnSpc>
                <a:spcPct val="90000"/>
              </a:lnSpc>
              <a:buNone/>
              <a:tabLst>
                <a:tab pos="0" algn="l"/>
              </a:tabLst>
            </a:pPr>
            <a:r>
              <a:rPr lang="en-US" sz="3200" b="1" u="none" strike="noStrike">
                <a:solidFill>
                  <a:srgbClr val="00004C"/>
                </a:solidFill>
                <a:effectLst/>
                <a:uFillTx/>
                <a:latin typeface="Arial"/>
                <a:ea typeface="Arial"/>
              </a:rPr>
              <a:t>Tactical Task Activity</a:t>
            </a:r>
            <a:endParaRPr lang="en-US" sz="3200" b="0" u="none" strike="noStrike">
              <a:solidFill>
                <a:srgbClr val="000000"/>
              </a:solidFill>
              <a:effectLst/>
              <a:uFillTx/>
              <a:latin typeface="Arial"/>
            </a:endParaRPr>
          </a:p>
        </p:txBody>
      </p:sp>
      <p:sp>
        <p:nvSpPr>
          <p:cNvPr id="475" name="PlaceHolder 2"/>
          <p:cNvSpPr>
            <a:spLocks noGrp="1"/>
          </p:cNvSpPr>
          <p:nvPr>
            <p:ph/>
          </p:nvPr>
        </p:nvSpPr>
        <p:spPr>
          <a:xfrm>
            <a:off x="4720680" y="952200"/>
            <a:ext cx="7091280" cy="5403600"/>
          </a:xfrm>
          <a:prstGeom prst="rect">
            <a:avLst/>
          </a:prstGeom>
          <a:noFill/>
          <a:ln w="0">
            <a:noFill/>
          </a:ln>
        </p:spPr>
        <p:txBody>
          <a:bodyPr lIns="91440" tIns="91440" rIns="91440" bIns="91440" anchor="t">
            <a:noAutofit/>
          </a:bodyPr>
          <a:p>
            <a:pPr marL="114480" indent="0" algn="ctr">
              <a:lnSpc>
                <a:spcPct val="90000"/>
              </a:lnSpc>
              <a:spcBef>
                <a:spcPts val="799"/>
              </a:spcBef>
              <a:buNone/>
              <a:tabLst>
                <a:tab pos="0" algn="l"/>
              </a:tabLst>
            </a:pPr>
            <a:r>
              <a:rPr lang="en-US" sz="1800" b="1" u="none" strike="noStrike">
                <a:solidFill>
                  <a:srgbClr val="00004C"/>
                </a:solidFill>
                <a:effectLst/>
                <a:uFillTx/>
                <a:latin typeface="Arial"/>
                <a:ea typeface="Arial"/>
              </a:rPr>
              <a:t>Background </a:t>
            </a:r>
            <a:endParaRPr lang="en-US" sz="1800" b="0" u="none" strike="noStrike">
              <a:solidFill>
                <a:srgbClr val="000000"/>
              </a:solidFill>
              <a:effectLst/>
              <a:uFillTx/>
              <a:latin typeface="Arial"/>
            </a:endParaRPr>
          </a:p>
          <a:p>
            <a:pPr marL="457200" indent="-343080" algn="l">
              <a:lnSpc>
                <a:spcPct val="90000"/>
              </a:lnSpc>
              <a:spcBef>
                <a:spcPts val="799"/>
              </a:spcBef>
              <a:buClr>
                <a:srgbClr val="000000"/>
              </a:buClr>
              <a:buFont typeface="Arial"/>
              <a:buChar char="•"/>
              <a:tabLst>
                <a:tab pos="0" algn="l"/>
              </a:tabLst>
            </a:pPr>
            <a:r>
              <a:rPr lang="en-US" sz="1800" b="0" u="none" strike="noStrike">
                <a:solidFill>
                  <a:srgbClr val="00004C"/>
                </a:solidFill>
                <a:effectLst/>
                <a:uFillTx/>
                <a:latin typeface="Arial"/>
                <a:ea typeface="Arial"/>
              </a:rPr>
              <a:t>Friendly Forces are preparing for an amphibious entry into a contested regional port. The port's local logistics network and maritime operating systems have been partially compromised by an adversary threat group.</a:t>
            </a:r>
            <a:endParaRPr lang="en-US" sz="1800" b="0" u="none" strike="noStrike">
              <a:solidFill>
                <a:srgbClr val="000000"/>
              </a:solidFill>
              <a:effectLst/>
              <a:uFillTx/>
              <a:latin typeface="Arial"/>
            </a:endParaRPr>
          </a:p>
          <a:p>
            <a:pPr marL="457200" indent="-343080" algn="l">
              <a:lnSpc>
                <a:spcPct val="90000"/>
              </a:lnSpc>
              <a:spcBef>
                <a:spcPts val="799"/>
              </a:spcBef>
              <a:buClr>
                <a:srgbClr val="000000"/>
              </a:buClr>
              <a:buFont typeface="Arial"/>
              <a:buChar char="•"/>
              <a:tabLst>
                <a:tab pos="0" algn="l"/>
              </a:tabLst>
            </a:pPr>
            <a:r>
              <a:rPr lang="en-US" sz="1800" b="0" u="none" strike="noStrike">
                <a:solidFill>
                  <a:srgbClr val="00004C"/>
                </a:solidFill>
                <a:effectLst/>
                <a:uFillTx/>
                <a:latin typeface="Arial"/>
                <a:ea typeface="Arial"/>
              </a:rPr>
              <a:t>To support the physical landing, your team has established active logical access to the port's network topology. The Commander demands that every cyber defense or offense plan you pitch be expressed using standard doctrinal tactical tasks. Using non-doctrinal cyber jargon (e.g., "we will patch it" or "we will run an exploit") is unauthorized. </a:t>
            </a:r>
            <a:endParaRPr lang="en-US" sz="1800" b="0" u="none" strike="noStrike">
              <a:solidFill>
                <a:srgbClr val="000000"/>
              </a:solidFill>
              <a:effectLst/>
              <a:uFillTx/>
              <a:latin typeface="Arial"/>
            </a:endParaRPr>
          </a:p>
          <a:p>
            <a:pPr marL="457200" indent="-228600" algn="l">
              <a:lnSpc>
                <a:spcPct val="90000"/>
              </a:lnSpc>
              <a:spcBef>
                <a:spcPts val="799"/>
              </a:spcBef>
              <a:buNone/>
              <a:tabLst>
                <a:tab pos="0" algn="l"/>
              </a:tabLst>
            </a:pPr>
            <a:endParaRPr lang="en-US" sz="1800" b="0" u="none" strike="noStrike">
              <a:solidFill>
                <a:srgbClr val="000000"/>
              </a:solidFill>
              <a:effectLst/>
              <a:uFillTx/>
              <a:latin typeface="Arial"/>
            </a:endParaRPr>
          </a:p>
          <a:p>
            <a:pPr marL="457200" indent="-343080" algn="l">
              <a:lnSpc>
                <a:spcPct val="90000"/>
              </a:lnSpc>
              <a:spcBef>
                <a:spcPts val="799"/>
              </a:spcBef>
              <a:buClr>
                <a:srgbClr val="000000"/>
              </a:buClr>
              <a:buFont typeface="Arial"/>
              <a:buChar char="•"/>
              <a:tabLst>
                <a:tab pos="0" algn="l"/>
              </a:tabLst>
            </a:pPr>
            <a:r>
              <a:rPr lang="en-US" sz="1800" b="0" u="none" strike="noStrike">
                <a:solidFill>
                  <a:srgbClr val="00004C"/>
                </a:solidFill>
                <a:effectLst/>
                <a:uFillTx/>
                <a:latin typeface="Arial"/>
                <a:ea typeface="Arial"/>
              </a:rPr>
              <a:t>For the following your group must:</a:t>
            </a:r>
            <a:endParaRPr lang="en-US" sz="1800" b="0" u="none" strike="noStrike">
              <a:solidFill>
                <a:srgbClr val="000000"/>
              </a:solidFill>
              <a:effectLst/>
              <a:uFillTx/>
              <a:latin typeface="Arial"/>
            </a:endParaRPr>
          </a:p>
          <a:p>
            <a:pPr marL="927000" lvl="1" indent="-343080" algn="l">
              <a:lnSpc>
                <a:spcPct val="90000"/>
              </a:lnSpc>
              <a:spcBef>
                <a:spcPts val="400"/>
              </a:spcBef>
              <a:buClr>
                <a:srgbClr val="000000"/>
              </a:buClr>
              <a:buFont typeface="Arial"/>
              <a:buAutoNum type="arabicPeriod"/>
              <a:tabLst>
                <a:tab pos="0" algn="l"/>
              </a:tabLst>
            </a:pPr>
            <a:r>
              <a:rPr lang="en-US" sz="1400" b="0" u="none" strike="noStrike">
                <a:solidFill>
                  <a:srgbClr val="00004C"/>
                </a:solidFill>
                <a:effectLst/>
                <a:uFillTx/>
                <a:latin typeface="Arial"/>
                <a:ea typeface="Arial"/>
              </a:rPr>
              <a:t>Identify the single most appropriate doctrinal tactical task from Appendix C.</a:t>
            </a:r>
            <a:endParaRPr lang="en-US" sz="1400" b="0" u="none" strike="noStrike">
              <a:solidFill>
                <a:srgbClr val="000000"/>
              </a:solidFill>
              <a:effectLst/>
              <a:uFillTx/>
              <a:latin typeface="Arial"/>
            </a:endParaRPr>
          </a:p>
          <a:p>
            <a:pPr marL="927000" lvl="1" indent="-343080" algn="l">
              <a:lnSpc>
                <a:spcPct val="90000"/>
              </a:lnSpc>
              <a:spcBef>
                <a:spcPts val="400"/>
              </a:spcBef>
              <a:buClr>
                <a:srgbClr val="000000"/>
              </a:buClr>
              <a:buFont typeface="Arial"/>
              <a:buAutoNum type="arabicPeriod"/>
              <a:tabLst>
                <a:tab pos="0" algn="l"/>
              </a:tabLst>
            </a:pPr>
            <a:r>
              <a:rPr lang="en-US" sz="1400" b="0" u="none" strike="noStrike">
                <a:solidFill>
                  <a:srgbClr val="00004C"/>
                </a:solidFill>
                <a:effectLst/>
                <a:uFillTx/>
                <a:latin typeface="Arial"/>
                <a:ea typeface="Arial"/>
              </a:rPr>
              <a:t>Justify why that specific task is the correct choice over closely related tasks.</a:t>
            </a:r>
            <a:endParaRPr lang="en-US" sz="1400" b="0" u="none" strike="noStrike">
              <a:solidFill>
                <a:srgbClr val="000000"/>
              </a:solidFill>
              <a:effectLst/>
              <a:uFillTx/>
              <a:latin typeface="Arial"/>
            </a:endParaRPr>
          </a:p>
          <a:p>
            <a:pPr marL="927000" lvl="1" indent="-343080" algn="l">
              <a:lnSpc>
                <a:spcPct val="90000"/>
              </a:lnSpc>
              <a:spcBef>
                <a:spcPts val="400"/>
              </a:spcBef>
              <a:buClr>
                <a:srgbClr val="000000"/>
              </a:buClr>
              <a:buFont typeface="Arial"/>
              <a:buAutoNum type="arabicPeriod"/>
              <a:tabLst>
                <a:tab pos="0" algn="l"/>
              </a:tabLst>
            </a:pPr>
            <a:r>
              <a:rPr lang="en-US" sz="1400" b="0" u="none" strike="noStrike">
                <a:solidFill>
                  <a:srgbClr val="00004C"/>
                </a:solidFill>
                <a:effectLst/>
                <a:uFillTx/>
                <a:latin typeface="Arial"/>
                <a:ea typeface="Arial"/>
              </a:rPr>
              <a:t>Detail the technical cyber actions required to execute the task.</a:t>
            </a:r>
            <a:endParaRPr lang="en-US" sz="1400" b="0" u="none" strike="noStrike">
              <a:solidFill>
                <a:srgbClr val="000000"/>
              </a:solidFill>
              <a:effectLst/>
              <a:uFillTx/>
              <a:latin typeface="Arial"/>
            </a:endParaRPr>
          </a:p>
        </p:txBody>
      </p:sp>
      <p:sp>
        <p:nvSpPr>
          <p:cNvPr id="476" name="PlaceHolder 3"/>
          <p:cNvSpPr>
            <a:spLocks noGrp="1"/>
          </p:cNvSpPr>
          <p:nvPr>
            <p:ph/>
          </p:nvPr>
        </p:nvSpPr>
        <p:spPr>
          <a:xfrm>
            <a:off x="1090800" y="2552400"/>
            <a:ext cx="3642840" cy="3811320"/>
          </a:xfrm>
          <a:prstGeom prst="rect">
            <a:avLst/>
          </a:prstGeom>
          <a:noFill/>
          <a:ln w="0">
            <a:noFill/>
          </a:ln>
        </p:spPr>
        <p:txBody>
          <a:bodyPr lIns="91440" tIns="91440" rIns="91440" bIns="91440" anchor="t">
            <a:noAutofit/>
          </a:bodyPr>
          <a:p>
            <a:pPr marL="609480" indent="-304920" algn="l">
              <a:lnSpc>
                <a:spcPct val="90000"/>
              </a:lnSpc>
              <a:spcBef>
                <a:spcPts val="799"/>
              </a:spcBef>
              <a:buNone/>
              <a:tabLst>
                <a:tab pos="0" algn="l"/>
              </a:tabLst>
            </a:pPr>
            <a:r>
              <a:rPr lang="en-US" sz="1870" b="0" u="none" strike="noStrike">
                <a:solidFill>
                  <a:srgbClr val="00004C"/>
                </a:solidFill>
                <a:effectLst/>
                <a:uFillTx/>
                <a:latin typeface="Arial"/>
                <a:ea typeface="Arial"/>
              </a:rPr>
              <a:t>Goal: </a:t>
            </a:r>
            <a:endParaRPr lang="en-US" sz="1870" b="0" u="none" strike="noStrike">
              <a:solidFill>
                <a:srgbClr val="000000"/>
              </a:solidFill>
              <a:effectLst/>
              <a:uFillTx/>
              <a:latin typeface="Arial"/>
            </a:endParaRPr>
          </a:p>
          <a:p>
            <a:pPr marL="609480" indent="-304920" algn="l">
              <a:lnSpc>
                <a:spcPct val="90000"/>
              </a:lnSpc>
              <a:spcBef>
                <a:spcPts val="799"/>
              </a:spcBef>
              <a:buNone/>
              <a:tabLst>
                <a:tab pos="0" algn="l"/>
              </a:tabLst>
            </a:pPr>
            <a:r>
              <a:rPr lang="en-US" sz="1800" b="0" u="none" strike="noStrike">
                <a:solidFill>
                  <a:srgbClr val="00004C"/>
                </a:solidFill>
                <a:effectLst/>
                <a:uFillTx/>
                <a:latin typeface="Arial"/>
                <a:ea typeface="Arial"/>
              </a:rPr>
              <a:t>Translate technical maneuvers into military tasks.</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7"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457200" indent="-330120" algn="l">
              <a:lnSpc>
                <a:spcPct val="90000"/>
              </a:lnSpc>
              <a:spcBef>
                <a:spcPts val="799"/>
              </a:spcBef>
              <a:buClr>
                <a:srgbClr val="000000"/>
              </a:buClr>
              <a:buFont typeface="Arial"/>
              <a:buChar char="•"/>
            </a:pPr>
            <a:r>
              <a:rPr lang="en-US" sz="2600" b="1" u="none" strike="noStrike">
                <a:solidFill>
                  <a:srgbClr val="00004C"/>
                </a:solidFill>
                <a:effectLst/>
                <a:uFillTx/>
                <a:latin typeface="Arial"/>
                <a:ea typeface="Arial"/>
              </a:rPr>
              <a:t>The Technical Situation:</a:t>
            </a:r>
            <a:r>
              <a:rPr lang="en-US" sz="2600" b="0" u="none" strike="noStrike">
                <a:solidFill>
                  <a:srgbClr val="00004C"/>
                </a:solidFill>
                <a:effectLst/>
                <a:uFillTx/>
                <a:latin typeface="Arial"/>
                <a:ea typeface="Arial"/>
              </a:rPr>
              <a:t> Your team has discovered five compromised port terminal workstations communicating with an external adversary Command-and-Control (C2) server. You need to stop the adversary from sending commands down to these systems. However, if the adversary detects a hard block, they will activate a dormant backup mechanism to wipe the entire port database.</a:t>
            </a:r>
            <a:endParaRPr lang="en-US" sz="2600" b="0" u="none" strike="noStrike">
              <a:solidFill>
                <a:srgbClr val="000000"/>
              </a:solidFill>
              <a:effectLst/>
              <a:uFillTx/>
              <a:latin typeface="Arial"/>
            </a:endParaRPr>
          </a:p>
          <a:p>
            <a:pPr marL="127080" indent="0" algn="l">
              <a:lnSpc>
                <a:spcPct val="90000"/>
              </a:lnSpc>
              <a:spcBef>
                <a:spcPts val="799"/>
              </a:spcBef>
              <a:buNone/>
              <a:tabLst>
                <a:tab pos="0" algn="l"/>
              </a:tabLst>
            </a:pPr>
            <a:endParaRPr lang="en-US" sz="2600" b="0" u="none" strike="noStrike">
              <a:solidFill>
                <a:srgbClr val="000000"/>
              </a:solidFill>
              <a:effectLst/>
              <a:uFillTx/>
              <a:latin typeface="Arial"/>
            </a:endParaRPr>
          </a:p>
          <a:p>
            <a:pPr marL="927000" lvl="1" indent="-343080" algn="l">
              <a:lnSpc>
                <a:spcPct val="90000"/>
              </a:lnSpc>
              <a:spcBef>
                <a:spcPts val="400"/>
              </a:spcBef>
              <a:buClr>
                <a:srgbClr val="000000"/>
              </a:buClr>
              <a:buFont typeface="Arial"/>
              <a:buAutoNum type="arabicPeriod"/>
              <a:tabLst>
                <a:tab pos="0" algn="l"/>
              </a:tabLst>
            </a:pPr>
            <a:r>
              <a:rPr lang="en-US" sz="2400" b="0" u="none" strike="noStrike">
                <a:solidFill>
                  <a:srgbClr val="002060"/>
                </a:solidFill>
                <a:effectLst/>
                <a:uFillTx/>
                <a:latin typeface="Arial"/>
                <a:ea typeface="Arial"/>
              </a:rPr>
              <a:t>Identify the single most appropriate doctrinal tactical task from Appendix C.</a:t>
            </a:r>
            <a:endParaRPr lang="en-US" sz="2400" b="0" u="none" strike="noStrike">
              <a:solidFill>
                <a:srgbClr val="000000"/>
              </a:solidFill>
              <a:effectLst/>
              <a:uFillTx/>
              <a:latin typeface="Arial"/>
            </a:endParaRPr>
          </a:p>
          <a:p>
            <a:pPr marL="927000" lvl="1" indent="-343080" algn="l">
              <a:lnSpc>
                <a:spcPct val="90000"/>
              </a:lnSpc>
              <a:spcBef>
                <a:spcPts val="400"/>
              </a:spcBef>
              <a:buClr>
                <a:srgbClr val="000000"/>
              </a:buClr>
              <a:buFont typeface="Arial"/>
              <a:buAutoNum type="arabicPeriod"/>
              <a:tabLst>
                <a:tab pos="0" algn="l"/>
              </a:tabLst>
            </a:pPr>
            <a:r>
              <a:rPr lang="en-US" sz="2400" b="0" u="none" strike="noStrike">
                <a:solidFill>
                  <a:srgbClr val="002060"/>
                </a:solidFill>
                <a:effectLst/>
                <a:uFillTx/>
                <a:latin typeface="Arial"/>
                <a:ea typeface="Arial"/>
              </a:rPr>
              <a:t>Justify why that specific task is the correct choice over closely related tasks.</a:t>
            </a:r>
            <a:endParaRPr lang="en-US" sz="2400" b="0" u="none" strike="noStrike">
              <a:solidFill>
                <a:srgbClr val="000000"/>
              </a:solidFill>
              <a:effectLst/>
              <a:uFillTx/>
              <a:latin typeface="Arial"/>
            </a:endParaRPr>
          </a:p>
          <a:p>
            <a:pPr marL="927000" lvl="1" indent="-343080" algn="l">
              <a:lnSpc>
                <a:spcPct val="90000"/>
              </a:lnSpc>
              <a:spcBef>
                <a:spcPts val="400"/>
              </a:spcBef>
              <a:buClr>
                <a:srgbClr val="000000"/>
              </a:buClr>
              <a:buFont typeface="Arial"/>
              <a:buAutoNum type="arabicPeriod"/>
              <a:tabLst>
                <a:tab pos="0" algn="l"/>
              </a:tabLst>
            </a:pPr>
            <a:r>
              <a:rPr lang="en-US" sz="2400" b="0" u="none" strike="noStrike">
                <a:solidFill>
                  <a:srgbClr val="002060"/>
                </a:solidFill>
                <a:effectLst/>
                <a:uFillTx/>
                <a:latin typeface="Arial"/>
                <a:ea typeface="Arial"/>
              </a:rPr>
              <a:t>Detail the technical cyber actions required to execute the task.</a:t>
            </a:r>
            <a:endParaRPr lang="en-US" sz="2400" b="0" u="none" strike="noStrike">
              <a:solidFill>
                <a:srgbClr val="000000"/>
              </a:solidFill>
              <a:effectLst/>
              <a:uFillTx/>
              <a:latin typeface="Arial"/>
            </a:endParaRPr>
          </a:p>
          <a:p>
            <a:pPr marL="457200" indent="-228600" algn="l">
              <a:lnSpc>
                <a:spcPct val="90000"/>
              </a:lnSpc>
              <a:spcBef>
                <a:spcPts val="799"/>
              </a:spcBef>
              <a:buNone/>
              <a:tabLst>
                <a:tab pos="0" algn="l"/>
              </a:tabLst>
            </a:pPr>
            <a:endParaRPr lang="en-US" sz="2600" b="0" u="none" strike="noStrike">
              <a:solidFill>
                <a:srgbClr val="000000"/>
              </a:solidFill>
              <a:effectLst/>
              <a:uFillTx/>
              <a:latin typeface="Arial"/>
            </a:endParaRPr>
          </a:p>
          <a:p>
            <a:pPr marL="457200" indent="-228600" algn="l">
              <a:lnSpc>
                <a:spcPct val="90000"/>
              </a:lnSpc>
              <a:spcBef>
                <a:spcPts val="799"/>
              </a:spcBef>
              <a:buNone/>
              <a:tabLst>
                <a:tab pos="0" algn="l"/>
              </a:tabLst>
            </a:pPr>
            <a:endParaRPr lang="en-US" sz="2600" b="0" u="none" strike="noStrike">
              <a:solidFill>
                <a:srgbClr val="000000"/>
              </a:solidFill>
              <a:effectLst/>
              <a:uFillTx/>
              <a:latin typeface="Arial"/>
            </a:endParaRPr>
          </a:p>
        </p:txBody>
      </p:sp>
      <p:sp>
        <p:nvSpPr>
          <p:cNvPr id="478"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Tactical Task Exercise </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79" name="Google Shape;262;p28"/>
          <p:cNvPicPr/>
          <p:nvPr/>
        </p:nvPicPr>
        <p:blipFill>
          <a:blip r:embed="rId1"/>
          <a:stretch/>
        </p:blipFill>
        <p:spPr>
          <a:xfrm>
            <a:off x="1168200" y="549360"/>
            <a:ext cx="10935720" cy="5969520"/>
          </a:xfrm>
          <a:prstGeom prst="rect">
            <a:avLst/>
          </a:prstGeom>
          <a:noFill/>
          <a:ln w="0">
            <a:noFill/>
          </a:ln>
        </p:spPr>
      </p:pic>
      <p:sp>
        <p:nvSpPr>
          <p:cNvPr id="480" name="PlaceHolder 1"/>
          <p:cNvSpPr>
            <a:spLocks noGrp="1"/>
          </p:cNvSpPr>
          <p:nvPr>
            <p:ph type="title"/>
          </p:nvPr>
        </p:nvSpPr>
        <p:spPr>
          <a:xfrm>
            <a:off x="1723680" y="549360"/>
            <a:ext cx="9963000" cy="2852280"/>
          </a:xfrm>
          <a:prstGeom prst="rect">
            <a:avLst/>
          </a:prstGeom>
          <a:noFill/>
          <a:ln w="0">
            <a:noFill/>
          </a:ln>
        </p:spPr>
        <p:txBody>
          <a:bodyPr lIns="91440" tIns="91440" rIns="91440" bIns="91440" anchor="b">
            <a:noAutofit/>
          </a:bodyPr>
          <a:p>
            <a:pPr indent="0" algn="ctr">
              <a:lnSpc>
                <a:spcPct val="90000"/>
              </a:lnSpc>
              <a:buNone/>
              <a:tabLst>
                <a:tab pos="0" algn="l"/>
              </a:tabLst>
            </a:pPr>
            <a:r>
              <a:rPr lang="en-US" sz="4000" b="1" u="none" strike="noStrike">
                <a:solidFill>
                  <a:schemeClr val="lt1"/>
                </a:solidFill>
                <a:effectLst/>
                <a:uFillTx/>
                <a:latin typeface="Arial"/>
                <a:ea typeface="Arial"/>
              </a:rPr>
              <a:t>Tactical Planning Process</a:t>
            </a:r>
            <a:endParaRPr lang="en-US" sz="4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1" name="PlaceHolder 1"/>
          <p:cNvSpPr>
            <a:spLocks noGrp="1"/>
          </p:cNvSpPr>
          <p:nvPr>
            <p:ph/>
          </p:nvPr>
        </p:nvSpPr>
        <p:spPr>
          <a:xfrm>
            <a:off x="1510200" y="1188720"/>
            <a:ext cx="10236240" cy="1089720"/>
          </a:xfrm>
          <a:prstGeom prst="rect">
            <a:avLst/>
          </a:prstGeom>
          <a:noFill/>
          <a:ln w="0">
            <a:noFill/>
          </a:ln>
        </p:spPr>
        <p:txBody>
          <a:bodyPr lIns="91440" tIns="91440" rIns="91440" bIns="91440" anchor="t">
            <a:noAutofit/>
          </a:bodyPr>
          <a:p>
            <a:pPr marL="1219320" lvl="1" indent="-423360" algn="l">
              <a:lnSpc>
                <a:spcPct val="90000"/>
              </a:lnSpc>
              <a:spcBef>
                <a:spcPts val="400"/>
              </a:spcBef>
              <a:buClr>
                <a:srgbClr val="000000"/>
              </a:buClr>
              <a:buFont typeface="Arial"/>
              <a:buChar char="•"/>
            </a:pPr>
            <a:r>
              <a:rPr lang="en-US" sz="2100" b="1" u="none" strike="noStrike">
                <a:solidFill>
                  <a:srgbClr val="00004C"/>
                </a:solidFill>
                <a:effectLst/>
                <a:uFillTx/>
                <a:latin typeface="Arial"/>
                <a:ea typeface="Arial"/>
              </a:rPr>
              <a:t>BAMCIS</a:t>
            </a:r>
            <a:r>
              <a:rPr lang="en-US" sz="2100" b="0" u="none" strike="noStrike">
                <a:solidFill>
                  <a:srgbClr val="00004C"/>
                </a:solidFill>
                <a:effectLst/>
                <a:uFillTx/>
                <a:latin typeface="Arial"/>
                <a:ea typeface="Arial"/>
              </a:rPr>
              <a:t> provides a foundational framework for military leadership and planning at the tactical level.</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p:txBody>
      </p:sp>
      <p:sp>
        <p:nvSpPr>
          <p:cNvPr id="482"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Tactical Planning Process</a:t>
            </a:r>
            <a:endParaRPr lang="en-US" sz="3400" b="0" u="none" strike="noStrike">
              <a:solidFill>
                <a:srgbClr val="000000"/>
              </a:solidFill>
              <a:effectLst/>
              <a:uFillTx/>
              <a:latin typeface="Arial"/>
            </a:endParaRPr>
          </a:p>
        </p:txBody>
      </p:sp>
      <p:graphicFrame>
        <p:nvGraphicFramePr>
          <p:cNvPr id="483" name="Google Shape;271;p29"/>
          <p:cNvGraphicFramePr/>
          <p:nvPr/>
        </p:nvGraphicFramePr>
        <p:xfrm>
          <a:off x="1928880" y="2072160"/>
          <a:ext cx="9523440" cy="4266360"/>
        </p:xfrm>
        <a:graphic>
          <a:graphicData uri="http://schemas.openxmlformats.org/drawingml/2006/table">
            <a:tbl>
              <a:tblPr/>
              <a:tblGrid>
                <a:gridCol w="1265760"/>
                <a:gridCol w="2658600"/>
                <a:gridCol w="5598720"/>
              </a:tblGrid>
              <a:tr h="411840">
                <a:tc>
                  <a:txBody>
                    <a:bodyPr anchor="t">
                      <a:noAutofit/>
                    </a:bodyPr>
                    <a:p>
                      <a:pPr>
                        <a:lnSpc>
                          <a:spcPct val="100000"/>
                        </a:lnSpc>
                        <a:tabLst>
                          <a:tab pos="0" algn="l"/>
                        </a:tabLst>
                      </a:pPr>
                      <a:r>
                        <a:rPr lang="en-US" sz="1600" b="0" u="none" strike="noStrike">
                          <a:solidFill>
                            <a:schemeClr val="lt1"/>
                          </a:solidFill>
                          <a:effectLst/>
                          <a:uFillTx/>
                          <a:latin typeface="Arial"/>
                          <a:ea typeface="Arial"/>
                        </a:rPr>
                        <a:t>Acronym</a:t>
                      </a:r>
                      <a:endParaRPr lang="en-US" sz="16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nSpc>
                          <a:spcPct val="100000"/>
                        </a:lnSpc>
                        <a:tabLst>
                          <a:tab pos="0" algn="l"/>
                        </a:tabLst>
                      </a:pPr>
                      <a:r>
                        <a:rPr lang="en-US" sz="1600" b="1" u="none" strike="noStrike">
                          <a:solidFill>
                            <a:schemeClr val="lt1"/>
                          </a:solidFill>
                          <a:effectLst/>
                          <a:uFillTx/>
                          <a:latin typeface="Arial"/>
                          <a:ea typeface="Arial"/>
                        </a:rPr>
                        <a:t>Step</a:t>
                      </a:r>
                      <a:endParaRPr lang="en-US" sz="16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nSpc>
                          <a:spcPct val="100000"/>
                        </a:lnSpc>
                        <a:tabLst>
                          <a:tab pos="0" algn="l"/>
                        </a:tabLst>
                      </a:pPr>
                      <a:r>
                        <a:rPr lang="en-US" sz="1600" b="0" u="none" strike="noStrike">
                          <a:solidFill>
                            <a:schemeClr val="lt1"/>
                          </a:solidFill>
                          <a:effectLst/>
                          <a:uFillTx/>
                          <a:latin typeface="Arial"/>
                          <a:ea typeface="Arial"/>
                        </a:rPr>
                        <a:t>Description</a:t>
                      </a:r>
                      <a:endParaRPr lang="en-US" sz="16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r>
              <a:tr h="66888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B</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Begin the Planning</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Starts upon receipt of a mission. Involves an initial assessment using the METT-TC framework.</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72396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A</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Arrange Reconnaissance</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Determine information gaps and plan to fill them through reconnaissance and surveillance.</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r h="72396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M</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Make Reconnaissance</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Execute the reconnaissance plan to confirm or deny assumptions about the enemy and terrain.</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41184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C</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Complete the Planning</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Finalize the operational plan based on updated information gathered during reconnaissance.</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r h="41184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I</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Issue the Order</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Clearly and concisely communicate the finalized plan to subordinate leaders.</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41184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S</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Supervise</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Oversee the execution of the plan, making adjustments as the situation evolves.</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bl>
          </a:graphicData>
        </a:graphic>
      </p:graphicFrame>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4" name="PlaceHolder 1"/>
          <p:cNvSpPr>
            <a:spLocks noGrp="1"/>
          </p:cNvSpPr>
          <p:nvPr>
            <p:ph/>
          </p:nvPr>
        </p:nvSpPr>
        <p:spPr>
          <a:xfrm>
            <a:off x="1510200" y="1188720"/>
            <a:ext cx="10361160" cy="5131080"/>
          </a:xfrm>
          <a:prstGeom prst="rect">
            <a:avLst/>
          </a:prstGeom>
          <a:noFill/>
          <a:ln w="0">
            <a:noFill/>
          </a:ln>
        </p:spPr>
        <p:txBody>
          <a:bodyPr lIns="91440" tIns="91440" rIns="91440" bIns="91440" anchor="t">
            <a:noAutofit/>
          </a:bodyPr>
          <a:p>
            <a:pPr indent="0" algn="l">
              <a:spcBef>
                <a:spcPts val="1417"/>
              </a:spcBef>
              <a:buNone/>
            </a:pPr>
            <a:endParaRPr lang="en-US" sz="2600" b="0" u="none" strike="noStrike">
              <a:solidFill>
                <a:srgbClr val="00004C"/>
              </a:solidFill>
              <a:effectLst/>
              <a:uFillTx/>
              <a:latin typeface="Arial"/>
            </a:endParaRPr>
          </a:p>
        </p:txBody>
      </p:sp>
      <p:sp>
        <p:nvSpPr>
          <p:cNvPr id="485"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buNone/>
            </a:pPr>
            <a:endParaRPr lang="en-US" sz="3400" b="1" u="none" strike="noStrike">
              <a:solidFill>
                <a:srgbClr val="00004C"/>
              </a:solidFill>
              <a:effectLst/>
              <a:uFillTx/>
              <a:latin typeface="Arial"/>
            </a:endParaRPr>
          </a:p>
        </p:txBody>
      </p:sp>
      <p:pic>
        <p:nvPicPr>
          <p:cNvPr id="486" name="Google Shape;279;p30"/>
          <p:cNvPicPr/>
          <p:nvPr/>
        </p:nvPicPr>
        <p:blipFill>
          <a:blip r:embed="rId1"/>
          <a:stretch/>
        </p:blipFill>
        <p:spPr>
          <a:xfrm>
            <a:off x="1510200" y="519120"/>
            <a:ext cx="9829440" cy="5409720"/>
          </a:xfrm>
          <a:prstGeom prst="rect">
            <a:avLst/>
          </a:prstGeom>
          <a:noFill/>
          <a:ln w="0">
            <a:noFill/>
          </a:ln>
        </p:spPr>
      </p:pic>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7" name="PlaceHolder 1"/>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Tactical Planning Process</a:t>
            </a:r>
            <a:endParaRPr lang="en-US" sz="3400" b="0" u="none" strike="noStrike">
              <a:solidFill>
                <a:srgbClr val="000000"/>
              </a:solidFill>
              <a:effectLst/>
              <a:uFillTx/>
              <a:latin typeface="Arial"/>
            </a:endParaRPr>
          </a:p>
        </p:txBody>
      </p:sp>
      <p:sp>
        <p:nvSpPr>
          <p:cNvPr id="488" name="PlaceHolder 2"/>
          <p:cNvSpPr>
            <a:spLocks noGrp="1"/>
          </p:cNvSpPr>
          <p:nvPr>
            <p:ph/>
          </p:nvPr>
        </p:nvSpPr>
        <p:spPr>
          <a:xfrm>
            <a:off x="1510200" y="1188720"/>
            <a:ext cx="9398880" cy="883080"/>
          </a:xfrm>
          <a:prstGeom prst="rect">
            <a:avLst/>
          </a:prstGeom>
          <a:noFill/>
          <a:ln w="0">
            <a:noFill/>
          </a:ln>
        </p:spPr>
        <p:txBody>
          <a:bodyPr lIns="91440" tIns="91440" rIns="91440" bIns="91440" anchor="t">
            <a:noAutofit/>
          </a:bodyPr>
          <a:p>
            <a:pPr marL="1219320" lvl="1" indent="-423360" algn="l">
              <a:lnSpc>
                <a:spcPct val="90000"/>
              </a:lnSpc>
              <a:spcBef>
                <a:spcPts val="400"/>
              </a:spcBef>
              <a:buClr>
                <a:srgbClr val="000000"/>
              </a:buClr>
              <a:buFont typeface="Arial"/>
              <a:buChar char="•"/>
            </a:pPr>
            <a:r>
              <a:rPr lang="en-US" sz="2100" b="1" u="none" strike="noStrike">
                <a:solidFill>
                  <a:srgbClr val="00004C"/>
                </a:solidFill>
                <a:effectLst/>
                <a:uFillTx/>
                <a:latin typeface="Arial"/>
                <a:ea typeface="Arial"/>
              </a:rPr>
              <a:t>Estimate of the Situation: METT-TC</a:t>
            </a: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pPr>
            <a:r>
              <a:rPr lang="en-US" sz="2100" b="1" u="none" strike="noStrike">
                <a:solidFill>
                  <a:srgbClr val="00004C"/>
                </a:solidFill>
                <a:effectLst/>
                <a:uFillTx/>
                <a:latin typeface="Arial"/>
                <a:ea typeface="Arial"/>
              </a:rPr>
              <a:t>METT-TC</a:t>
            </a:r>
            <a:r>
              <a:rPr lang="en-US" sz="2100" b="0" u="none" strike="noStrike">
                <a:solidFill>
                  <a:srgbClr val="00004C"/>
                </a:solidFill>
                <a:effectLst/>
                <a:uFillTx/>
                <a:latin typeface="Arial"/>
                <a:ea typeface="Arial"/>
              </a:rPr>
              <a:t> is the primary tool used to Begin the Planning. It is a systematic analysis of the key variables in any tactical situation.</a:t>
            </a:r>
            <a:endParaRPr lang="en-US" sz="2100" b="0" u="none" strike="noStrike">
              <a:solidFill>
                <a:srgbClr val="000000"/>
              </a:solidFill>
              <a:effectLst/>
              <a:uFillTx/>
              <a:latin typeface="Arial"/>
            </a:endParaRPr>
          </a:p>
        </p:txBody>
      </p:sp>
      <p:graphicFrame>
        <p:nvGraphicFramePr>
          <p:cNvPr id="489" name="Google Shape;287;p31"/>
          <p:cNvGraphicFramePr/>
          <p:nvPr/>
        </p:nvGraphicFramePr>
        <p:xfrm>
          <a:off x="1928880" y="2336760"/>
          <a:ext cx="9523440" cy="4110840"/>
        </p:xfrm>
        <a:graphic>
          <a:graphicData uri="http://schemas.openxmlformats.org/drawingml/2006/table">
            <a:tbl>
              <a:tblPr/>
              <a:tblGrid>
                <a:gridCol w="1265760"/>
                <a:gridCol w="2658600"/>
                <a:gridCol w="5598720"/>
              </a:tblGrid>
              <a:tr h="386640">
                <a:tc>
                  <a:txBody>
                    <a:bodyPr anchor="t">
                      <a:noAutofit/>
                    </a:bodyPr>
                    <a:p>
                      <a:pPr>
                        <a:lnSpc>
                          <a:spcPct val="100000"/>
                        </a:lnSpc>
                        <a:tabLst>
                          <a:tab pos="0" algn="l"/>
                        </a:tabLst>
                      </a:pPr>
                      <a:r>
                        <a:rPr lang="en-US" sz="1600" b="0" u="none" strike="noStrike">
                          <a:solidFill>
                            <a:schemeClr val="lt1"/>
                          </a:solidFill>
                          <a:effectLst/>
                          <a:uFillTx/>
                          <a:latin typeface="Arial"/>
                          <a:ea typeface="Arial"/>
                        </a:rPr>
                        <a:t>Acronym</a:t>
                      </a:r>
                      <a:endParaRPr lang="en-US" sz="16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nSpc>
                          <a:spcPct val="100000"/>
                        </a:lnSpc>
                        <a:tabLst>
                          <a:tab pos="0" algn="l"/>
                        </a:tabLst>
                      </a:pPr>
                      <a:r>
                        <a:rPr lang="en-US" sz="1600" b="1" u="none" strike="noStrike">
                          <a:solidFill>
                            <a:schemeClr val="lt1"/>
                          </a:solidFill>
                          <a:effectLst/>
                          <a:uFillTx/>
                          <a:latin typeface="Arial"/>
                          <a:ea typeface="Arial"/>
                        </a:rPr>
                        <a:t>Factor</a:t>
                      </a:r>
                      <a:endParaRPr lang="en-US" sz="16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nSpc>
                          <a:spcPct val="100000"/>
                        </a:lnSpc>
                        <a:tabLst>
                          <a:tab pos="0" algn="l"/>
                        </a:tabLst>
                      </a:pPr>
                      <a:r>
                        <a:rPr lang="en-US" sz="1600" b="0" u="none" strike="noStrike">
                          <a:solidFill>
                            <a:schemeClr val="lt1"/>
                          </a:solidFill>
                          <a:effectLst/>
                          <a:uFillTx/>
                          <a:latin typeface="Arial"/>
                          <a:ea typeface="Arial"/>
                        </a:rPr>
                        <a:t>Cyberspace Considerations</a:t>
                      </a:r>
                      <a:endParaRPr lang="en-US" sz="16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r>
              <a:tr h="62784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M</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Mission</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Analyze specified and implied tasks from higher echelons. Understand the “why” (commander’s intent).</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67932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E</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Enemy</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Analyze adversary composition, disposition, strength, and capabilities.</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r h="67932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T</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Troops &amp; Fire Support</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Catalog organic and attached assets, skills, tools, and higher-level support.</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56124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T</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Terrain &amp; Weather</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Analyze the digital and physical environment from both friendly and adversary perspectives. </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r h="56124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T</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Time/Space/Logistics</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Assess time available, operational area (logical/physical), and logistical constraints.</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56124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C</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Civilian Considerations</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Evaluate potential impacts on non-combatant populations and infrastructure. </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bl>
          </a:graphicData>
        </a:graphic>
      </p:graphicFrame>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0" name="PlaceHolder 1"/>
          <p:cNvSpPr>
            <a:spLocks noGrp="1"/>
          </p:cNvSpPr>
          <p:nvPr>
            <p:ph type="title"/>
          </p:nvPr>
        </p:nvSpPr>
        <p:spPr>
          <a:xfrm>
            <a:off x="1723680" y="549360"/>
            <a:ext cx="9963000" cy="2852280"/>
          </a:xfrm>
          <a:prstGeom prst="rect">
            <a:avLst/>
          </a:prstGeom>
          <a:noFill/>
          <a:ln w="0">
            <a:noFill/>
          </a:ln>
        </p:spPr>
        <p:txBody>
          <a:bodyPr lIns="91440" tIns="91440" rIns="91440" bIns="91440" anchor="b">
            <a:noAutofit/>
          </a:bodyPr>
          <a:p>
            <a:pPr indent="0" algn="ctr">
              <a:lnSpc>
                <a:spcPct val="90000"/>
              </a:lnSpc>
              <a:buNone/>
              <a:tabLst>
                <a:tab pos="0" algn="l"/>
              </a:tabLst>
            </a:pPr>
            <a:r>
              <a:rPr lang="en-US" sz="3400" b="1" u="none" strike="noStrike">
                <a:solidFill>
                  <a:srgbClr val="00004C"/>
                </a:solidFill>
                <a:effectLst/>
                <a:uFillTx/>
                <a:latin typeface="Arial"/>
                <a:ea typeface="Arial"/>
              </a:rPr>
              <a:t>Mission Analysis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1"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609480" indent="-440280" algn="l">
              <a:lnSpc>
                <a:spcPct val="100000"/>
              </a:lnSpc>
              <a:spcBef>
                <a:spcPts val="799"/>
              </a:spcBef>
              <a:buClr>
                <a:srgbClr val="000000"/>
              </a:buClr>
              <a:buFont typeface="Arial"/>
              <a:buChar char="•"/>
            </a:pPr>
            <a:r>
              <a:rPr lang="en-US" sz="2800" b="1" u="none" strike="noStrike">
                <a:solidFill>
                  <a:srgbClr val="00004C"/>
                </a:solidFill>
                <a:effectLst/>
                <a:uFillTx/>
                <a:latin typeface="Arial"/>
                <a:ea typeface="Arial"/>
              </a:rPr>
              <a:t>Core</a:t>
            </a:r>
            <a:r>
              <a:rPr lang="en-US" sz="2800" b="0" u="none" strike="noStrike">
                <a:solidFill>
                  <a:srgbClr val="00004C"/>
                </a:solidFill>
                <a:effectLst/>
                <a:uFillTx/>
                <a:latin typeface="Arial"/>
                <a:ea typeface="Arial"/>
              </a:rPr>
              <a:t> </a:t>
            </a:r>
            <a:r>
              <a:rPr lang="en-US" sz="2800" b="1" u="none" strike="noStrike">
                <a:solidFill>
                  <a:srgbClr val="00004C"/>
                </a:solidFill>
                <a:effectLst/>
                <a:uFillTx/>
                <a:latin typeface="Arial"/>
                <a:ea typeface="Arial"/>
              </a:rPr>
              <a:t>Task: </a:t>
            </a:r>
            <a:endParaRPr lang="en-US" sz="2800" b="0" u="none" strike="noStrike">
              <a:solidFill>
                <a:srgbClr val="000000"/>
              </a:solidFill>
              <a:effectLst/>
              <a:uFillTx/>
              <a:latin typeface="Arial"/>
            </a:endParaRPr>
          </a:p>
          <a:p>
            <a:pPr marL="1219320" lvl="1" indent="-423360" algn="l">
              <a:lnSpc>
                <a:spcPct val="100000"/>
              </a:lnSpc>
              <a:spcBef>
                <a:spcPts val="400"/>
              </a:spcBef>
              <a:buClr>
                <a:srgbClr val="000000"/>
              </a:buClr>
              <a:buFont typeface="Arial"/>
              <a:buChar char="•"/>
            </a:pPr>
            <a:r>
              <a:rPr lang="en-US" sz="2300" b="0" u="none" strike="noStrike">
                <a:solidFill>
                  <a:srgbClr val="00004C"/>
                </a:solidFill>
                <a:effectLst/>
                <a:uFillTx/>
                <a:latin typeface="Arial"/>
                <a:ea typeface="Arial"/>
              </a:rPr>
              <a:t>To understand the unit's mission and the commander's intent.</a:t>
            </a:r>
            <a:endParaRPr lang="en-US" sz="2300" b="0" u="none" strike="noStrike">
              <a:solidFill>
                <a:srgbClr val="000000"/>
              </a:solidFill>
              <a:effectLst/>
              <a:uFillTx/>
              <a:latin typeface="Arial"/>
            </a:endParaRPr>
          </a:p>
          <a:p>
            <a:pPr marL="609480" indent="-440280" algn="l">
              <a:lnSpc>
                <a:spcPct val="100000"/>
              </a:lnSpc>
              <a:spcBef>
                <a:spcPts val="799"/>
              </a:spcBef>
              <a:buClr>
                <a:srgbClr val="000000"/>
              </a:buClr>
              <a:buFont typeface="Arial"/>
              <a:buChar char="•"/>
            </a:pPr>
            <a:r>
              <a:rPr lang="en-US" sz="2800" b="1" u="none" strike="noStrike">
                <a:solidFill>
                  <a:srgbClr val="00004C"/>
                </a:solidFill>
                <a:effectLst/>
                <a:uFillTx/>
                <a:latin typeface="Arial"/>
                <a:ea typeface="Arial"/>
              </a:rPr>
              <a:t>Process:</a:t>
            </a:r>
            <a:endParaRPr lang="en-US" sz="2800" b="0" u="none" strike="noStrike">
              <a:solidFill>
                <a:srgbClr val="000000"/>
              </a:solidFill>
              <a:effectLst/>
              <a:uFillTx/>
              <a:latin typeface="Arial"/>
            </a:endParaRPr>
          </a:p>
          <a:p>
            <a:pPr marL="1219320" lvl="1" indent="-423360" algn="l">
              <a:lnSpc>
                <a:spcPct val="100000"/>
              </a:lnSpc>
              <a:spcBef>
                <a:spcPts val="400"/>
              </a:spcBef>
              <a:buClr>
                <a:srgbClr val="000000"/>
              </a:buClr>
              <a:buFont typeface="Arial"/>
              <a:buChar char="•"/>
            </a:pPr>
            <a:r>
              <a:rPr lang="en-US" sz="2300" b="1" u="none" strike="noStrike">
                <a:solidFill>
                  <a:srgbClr val="00004C"/>
                </a:solidFill>
                <a:effectLst/>
                <a:uFillTx/>
                <a:latin typeface="Arial"/>
                <a:ea typeface="Arial"/>
              </a:rPr>
              <a:t>1. Identify Tasks: </a:t>
            </a:r>
            <a:r>
              <a:rPr lang="en-US" sz="2300" b="0" u="none" strike="noStrike">
                <a:solidFill>
                  <a:srgbClr val="00004C"/>
                </a:solidFill>
                <a:effectLst/>
                <a:uFillTx/>
                <a:latin typeface="Arial"/>
                <a:ea typeface="Arial"/>
              </a:rPr>
              <a:t>Deconstruct the order from higher echelons into:</a:t>
            </a:r>
            <a:endParaRPr lang="en-US" sz="2300" b="0" u="none" strike="noStrike">
              <a:solidFill>
                <a:srgbClr val="000000"/>
              </a:solidFill>
              <a:effectLst/>
              <a:uFillTx/>
              <a:latin typeface="Arial"/>
            </a:endParaRPr>
          </a:p>
          <a:p>
            <a:pPr marL="1828800" lvl="2" indent="-397800" algn="l">
              <a:lnSpc>
                <a:spcPct val="100000"/>
              </a:lnSpc>
              <a:spcBef>
                <a:spcPts val="400"/>
              </a:spcBef>
              <a:buClr>
                <a:srgbClr val="000000"/>
              </a:buClr>
              <a:buFont typeface="Arial"/>
              <a:buChar char="•"/>
            </a:pPr>
            <a:r>
              <a:rPr lang="en-US" sz="2060" b="1" u="none" strike="noStrike">
                <a:solidFill>
                  <a:srgbClr val="00004C"/>
                </a:solidFill>
                <a:effectLst/>
                <a:uFillTx/>
                <a:latin typeface="Arial"/>
                <a:ea typeface="Arial"/>
              </a:rPr>
              <a:t>Specified Tasks:</a:t>
            </a:r>
            <a:r>
              <a:rPr lang="en-US" sz="2060" b="0" u="none" strike="noStrike">
                <a:solidFill>
                  <a:srgbClr val="00004C"/>
                </a:solidFill>
                <a:effectLst/>
                <a:uFillTx/>
                <a:latin typeface="Arial"/>
                <a:ea typeface="Arial"/>
              </a:rPr>
              <a:t> Explicitly stated in the order.</a:t>
            </a:r>
            <a:endParaRPr lang="en-US" sz="2060" b="0" u="none" strike="noStrike">
              <a:solidFill>
                <a:srgbClr val="000000"/>
              </a:solidFill>
              <a:effectLst/>
              <a:uFillTx/>
              <a:latin typeface="Arial"/>
            </a:endParaRPr>
          </a:p>
          <a:p>
            <a:pPr marL="1828800" lvl="2" indent="-397800" algn="l">
              <a:lnSpc>
                <a:spcPct val="100000"/>
              </a:lnSpc>
              <a:spcBef>
                <a:spcPts val="400"/>
              </a:spcBef>
              <a:buClr>
                <a:srgbClr val="000000"/>
              </a:buClr>
              <a:buFont typeface="Arial"/>
              <a:buChar char="•"/>
            </a:pPr>
            <a:r>
              <a:rPr lang="en-US" sz="2060" b="1" u="none" strike="noStrike">
                <a:solidFill>
                  <a:srgbClr val="00004C"/>
                </a:solidFill>
                <a:effectLst/>
                <a:uFillTx/>
                <a:latin typeface="Arial"/>
                <a:ea typeface="Arial"/>
              </a:rPr>
              <a:t>Implied Tasks:</a:t>
            </a:r>
            <a:r>
              <a:rPr lang="en-US" sz="2060" b="0" u="none" strike="noStrike">
                <a:solidFill>
                  <a:srgbClr val="00004C"/>
                </a:solidFill>
                <a:effectLst/>
                <a:uFillTx/>
                <a:latin typeface="Arial"/>
                <a:ea typeface="Arial"/>
              </a:rPr>
              <a:t> Not explicitly stated but necessary for mission accomplishment.</a:t>
            </a:r>
            <a:endParaRPr lang="en-US" sz="2060" b="0" u="none" strike="noStrike">
              <a:solidFill>
                <a:srgbClr val="000000"/>
              </a:solidFill>
              <a:effectLst/>
              <a:uFillTx/>
              <a:latin typeface="Arial"/>
            </a:endParaRPr>
          </a:p>
          <a:p>
            <a:pPr marL="1219320" lvl="1" indent="-423360" algn="l">
              <a:lnSpc>
                <a:spcPct val="100000"/>
              </a:lnSpc>
              <a:spcBef>
                <a:spcPts val="400"/>
              </a:spcBef>
              <a:buClr>
                <a:srgbClr val="000000"/>
              </a:buClr>
              <a:buFont typeface="Arial"/>
              <a:buChar char="•"/>
            </a:pPr>
            <a:r>
              <a:rPr lang="en-US" sz="2300" b="1" u="none" strike="noStrike">
                <a:solidFill>
                  <a:srgbClr val="00004C"/>
                </a:solidFill>
                <a:effectLst/>
                <a:uFillTx/>
                <a:latin typeface="Arial"/>
                <a:ea typeface="Arial"/>
              </a:rPr>
              <a:t>2. Conduct Purpose Analysis: </a:t>
            </a:r>
            <a:r>
              <a:rPr lang="en-US" sz="2300" b="0" u="none" strike="noStrike">
                <a:solidFill>
                  <a:srgbClr val="00004C"/>
                </a:solidFill>
                <a:effectLst/>
                <a:uFillTx/>
                <a:latin typeface="Arial"/>
                <a:ea typeface="Arial"/>
              </a:rPr>
              <a:t>Determine the "why" behind the mission.</a:t>
            </a:r>
            <a:endParaRPr lang="en-US" sz="2300" b="0" u="none" strike="noStrike">
              <a:solidFill>
                <a:srgbClr val="000000"/>
              </a:solidFill>
              <a:effectLst/>
              <a:uFillTx/>
              <a:latin typeface="Arial"/>
            </a:endParaRPr>
          </a:p>
          <a:p>
            <a:pPr marL="1828800" lvl="2" indent="-397800" algn="l">
              <a:lnSpc>
                <a:spcPct val="100000"/>
              </a:lnSpc>
              <a:spcBef>
                <a:spcPts val="400"/>
              </a:spcBef>
              <a:buClr>
                <a:srgbClr val="000000"/>
              </a:buClr>
              <a:buFont typeface="Arial"/>
              <a:buChar char="•"/>
            </a:pPr>
            <a:r>
              <a:rPr lang="en-US" sz="2060" b="0" u="none" strike="noStrike">
                <a:solidFill>
                  <a:srgbClr val="00004C"/>
                </a:solidFill>
                <a:effectLst/>
                <a:uFillTx/>
                <a:latin typeface="Arial"/>
                <a:ea typeface="Arial"/>
              </a:rPr>
              <a:t>What is the desired end state?</a:t>
            </a:r>
            <a:endParaRPr lang="en-US" sz="2060" b="0" u="none" strike="noStrike">
              <a:solidFill>
                <a:srgbClr val="000000"/>
              </a:solidFill>
              <a:effectLst/>
              <a:uFillTx/>
              <a:latin typeface="Arial"/>
            </a:endParaRPr>
          </a:p>
          <a:p>
            <a:pPr marL="1828800" lvl="2" indent="-397800" algn="l">
              <a:lnSpc>
                <a:spcPct val="100000"/>
              </a:lnSpc>
              <a:spcBef>
                <a:spcPts val="400"/>
              </a:spcBef>
              <a:buClr>
                <a:srgbClr val="000000"/>
              </a:buClr>
              <a:buFont typeface="Arial"/>
              <a:buChar char="•"/>
            </a:pPr>
            <a:r>
              <a:rPr lang="en-US" sz="2060" b="0" u="none" strike="noStrike">
                <a:solidFill>
                  <a:srgbClr val="00004C"/>
                </a:solidFill>
                <a:effectLst/>
                <a:uFillTx/>
                <a:latin typeface="Arial"/>
                <a:ea typeface="Arial"/>
              </a:rPr>
              <a:t>What is the commander's overall intent?</a:t>
            </a:r>
            <a:endParaRPr lang="en-US" sz="2060" b="0" u="none" strike="noStrike">
              <a:solidFill>
                <a:srgbClr val="000000"/>
              </a:solidFill>
              <a:effectLst/>
              <a:uFillTx/>
              <a:latin typeface="Arial"/>
            </a:endParaRPr>
          </a:p>
          <a:p>
            <a:pPr marL="1828800" indent="-327960" algn="l">
              <a:lnSpc>
                <a:spcPct val="100000"/>
              </a:lnSpc>
              <a:spcBef>
                <a:spcPts val="400"/>
              </a:spcBef>
              <a:buNone/>
              <a:tabLst>
                <a:tab pos="0" algn="l"/>
              </a:tabLst>
            </a:pPr>
            <a:endParaRPr lang="en-US" sz="2060" b="0" u="none" strike="noStrike">
              <a:solidFill>
                <a:srgbClr val="000000"/>
              </a:solidFill>
              <a:effectLst/>
              <a:uFillTx/>
              <a:latin typeface="Arial"/>
            </a:endParaRPr>
          </a:p>
        </p:txBody>
      </p:sp>
      <p:sp>
        <p:nvSpPr>
          <p:cNvPr id="492"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Mission Analysis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3" name="PlaceHolder 1"/>
          <p:cNvSpPr>
            <a:spLocks noGrp="1"/>
          </p:cNvSpPr>
          <p:nvPr>
            <p:ph/>
          </p:nvPr>
        </p:nvSpPr>
        <p:spPr>
          <a:xfrm>
            <a:off x="1510200" y="1188720"/>
            <a:ext cx="10361160" cy="5131080"/>
          </a:xfrm>
          <a:prstGeom prst="rect">
            <a:avLst/>
          </a:prstGeom>
          <a:noFill/>
          <a:ln w="0">
            <a:noFill/>
          </a:ln>
        </p:spPr>
        <p:txBody>
          <a:bodyPr lIns="91440" tIns="91440" rIns="91440" bIns="91440" anchor="t">
            <a:noAutofit/>
          </a:bodyPr>
          <a:p>
            <a:pPr marL="609480" indent="0" algn="l">
              <a:lnSpc>
                <a:spcPct val="100000"/>
              </a:lnSpc>
              <a:buNone/>
              <a:tabLst>
                <a:tab pos="0" algn="l"/>
              </a:tabLst>
            </a:pPr>
            <a:r>
              <a:rPr lang="en-US" sz="3200" b="0" u="none" strike="noStrike">
                <a:solidFill>
                  <a:srgbClr val="323232"/>
                </a:solidFill>
                <a:effectLst/>
                <a:uFillTx/>
                <a:latin typeface="Calibri"/>
                <a:ea typeface="Calibri"/>
              </a:rPr>
              <a:t>Deny or degrade the FSB Center 18's ability to collect intelligence from Network X in order to preserve friendly freedom of maneuver in cyberspace.</a:t>
            </a:r>
            <a:endParaRPr lang="en-US" sz="3200" b="0" u="none" strike="noStrike">
              <a:solidFill>
                <a:srgbClr val="000000"/>
              </a:solidFill>
              <a:effectLst/>
              <a:uFillTx/>
              <a:latin typeface="Arial"/>
            </a:endParaRPr>
          </a:p>
          <a:p>
            <a:pPr marL="1828800" indent="-327960" algn="l">
              <a:lnSpc>
                <a:spcPct val="100000"/>
              </a:lnSpc>
              <a:spcBef>
                <a:spcPts val="400"/>
              </a:spcBef>
              <a:buNone/>
              <a:tabLst>
                <a:tab pos="0" algn="l"/>
              </a:tabLst>
            </a:pPr>
            <a:endParaRPr lang="en-US" sz="2060" b="0" u="none" strike="noStrike">
              <a:solidFill>
                <a:srgbClr val="000000"/>
              </a:solidFill>
              <a:effectLst/>
              <a:uFillTx/>
              <a:latin typeface="Arial"/>
            </a:endParaRPr>
          </a:p>
        </p:txBody>
      </p:sp>
      <p:sp>
        <p:nvSpPr>
          <p:cNvPr id="494"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Mission Analysis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5" name="PlaceHolder 1"/>
          <p:cNvSpPr>
            <a:spLocks noGrp="1"/>
          </p:cNvSpPr>
          <p:nvPr>
            <p:ph type="title"/>
          </p:nvPr>
        </p:nvSpPr>
        <p:spPr>
          <a:xfrm>
            <a:off x="1723680" y="549360"/>
            <a:ext cx="9963000" cy="2852280"/>
          </a:xfrm>
          <a:prstGeom prst="rect">
            <a:avLst/>
          </a:prstGeom>
          <a:noFill/>
          <a:ln w="0">
            <a:noFill/>
          </a:ln>
        </p:spPr>
        <p:txBody>
          <a:bodyPr lIns="91440" tIns="91440" rIns="91440" bIns="91440" anchor="b">
            <a:noAutofit/>
          </a:bodyPr>
          <a:p>
            <a:pPr indent="0" algn="ctr">
              <a:lnSpc>
                <a:spcPct val="90000"/>
              </a:lnSpc>
              <a:buNone/>
              <a:tabLst>
                <a:tab pos="0" algn="l"/>
              </a:tabLst>
            </a:pPr>
            <a:r>
              <a:rPr lang="en-US" sz="3400" b="1" u="none" strike="noStrike">
                <a:solidFill>
                  <a:srgbClr val="00004C"/>
                </a:solidFill>
                <a:effectLst/>
                <a:uFillTx/>
                <a:latin typeface="Arial"/>
                <a:ea typeface="Arial"/>
              </a:rPr>
              <a:t>Enemy Analysis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6" name="PlaceHolder 1"/>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Enemy Analysis: SALUTE</a:t>
            </a:r>
            <a:endParaRPr lang="en-US" sz="3400" b="0" u="none" strike="noStrike">
              <a:solidFill>
                <a:srgbClr val="000000"/>
              </a:solidFill>
              <a:effectLst/>
              <a:uFillTx/>
              <a:latin typeface="Arial"/>
            </a:endParaRPr>
          </a:p>
        </p:txBody>
      </p:sp>
      <p:graphicFrame>
        <p:nvGraphicFramePr>
          <p:cNvPr id="497" name="Google Shape;317;p36"/>
          <p:cNvGraphicFramePr/>
          <p:nvPr/>
        </p:nvGraphicFramePr>
        <p:xfrm>
          <a:off x="1649520" y="1945080"/>
          <a:ext cx="10181520" cy="4437360"/>
        </p:xfrm>
        <a:graphic>
          <a:graphicData uri="http://schemas.openxmlformats.org/drawingml/2006/table">
            <a:tbl>
              <a:tblPr/>
              <a:tblGrid>
                <a:gridCol w="1265760"/>
                <a:gridCol w="2658600"/>
                <a:gridCol w="6256800"/>
              </a:tblGrid>
              <a:tr h="389520">
                <a:tc>
                  <a:txBody>
                    <a:bodyPr anchor="t">
                      <a:noAutofit/>
                    </a:bodyPr>
                    <a:p>
                      <a:pPr>
                        <a:lnSpc>
                          <a:spcPct val="100000"/>
                        </a:lnSpc>
                        <a:tabLst>
                          <a:tab pos="0" algn="l"/>
                        </a:tabLst>
                      </a:pPr>
                      <a:r>
                        <a:rPr lang="en-US" sz="1600" b="0" u="none" strike="noStrike">
                          <a:solidFill>
                            <a:schemeClr val="lt1"/>
                          </a:solidFill>
                          <a:effectLst/>
                          <a:uFillTx/>
                          <a:latin typeface="Arial"/>
                          <a:ea typeface="Arial"/>
                        </a:rPr>
                        <a:t>Acronym</a:t>
                      </a:r>
                      <a:endParaRPr lang="en-US" sz="16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nSpc>
                          <a:spcPct val="100000"/>
                        </a:lnSpc>
                        <a:tabLst>
                          <a:tab pos="0" algn="l"/>
                        </a:tabLst>
                      </a:pPr>
                      <a:r>
                        <a:rPr lang="en-US" sz="1600" b="1" u="none" strike="noStrike">
                          <a:solidFill>
                            <a:schemeClr val="lt1"/>
                          </a:solidFill>
                          <a:effectLst/>
                          <a:uFillTx/>
                          <a:latin typeface="Arial"/>
                          <a:ea typeface="Arial"/>
                        </a:rPr>
                        <a:t>Factor</a:t>
                      </a:r>
                      <a:endParaRPr lang="en-US" sz="16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nSpc>
                          <a:spcPct val="100000"/>
                        </a:lnSpc>
                        <a:tabLst>
                          <a:tab pos="0" algn="l"/>
                        </a:tabLst>
                      </a:pPr>
                      <a:r>
                        <a:rPr lang="en-US" sz="1600" b="0" u="none" strike="noStrike">
                          <a:solidFill>
                            <a:schemeClr val="lt1"/>
                          </a:solidFill>
                          <a:effectLst/>
                          <a:uFillTx/>
                          <a:latin typeface="Arial"/>
                          <a:ea typeface="Arial"/>
                        </a:rPr>
                        <a:t>Cyberspace Considerations</a:t>
                      </a:r>
                      <a:endParaRPr lang="en-US" sz="16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r>
              <a:tr h="80280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S</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Size</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Nation-state, criminal group, or individual? Assess via estimated monetary backing, manpower, and technical capability (e.g., use of AI).</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68436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A</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Activity</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What are they doing? Map adversary action to a standardized framework like MITRE ATT&amp;CK®.</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r h="80280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L</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Location</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Where are they operating? Differentiate between physical location (Country X) and logical location (Cloud provider in Country Y).</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56484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U</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Unit</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Who are they? Identify specific threat actor groups and their affiliation (e.g., foreign intelligence or military unit).</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r h="56484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T</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Time</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When was the activity observed? Recency is critical to assessing current threat.</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56484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E</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Equipment</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What tools are they using? Identify specific malware, C2 frameworks, and exploit kits. </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bl>
          </a:graphicData>
        </a:graphic>
      </p:graphicFrame>
      <p:sp>
        <p:nvSpPr>
          <p:cNvPr id="498" name="PlaceHolder 2"/>
          <p:cNvSpPr>
            <a:spLocks noGrp="1"/>
          </p:cNvSpPr>
          <p:nvPr>
            <p:ph/>
          </p:nvPr>
        </p:nvSpPr>
        <p:spPr>
          <a:xfrm>
            <a:off x="1510200" y="1188720"/>
            <a:ext cx="9802440" cy="919080"/>
          </a:xfrm>
          <a:prstGeom prst="rect">
            <a:avLst/>
          </a:prstGeom>
          <a:noFill/>
          <a:ln w="0">
            <a:noFill/>
          </a:ln>
        </p:spPr>
        <p:txBody>
          <a:bodyPr lIns="91440" tIns="91440" rIns="91440" bIns="91440" anchor="t">
            <a:noAutofit/>
          </a:bodyPr>
          <a:p>
            <a:pPr marL="1219320" lvl="1" indent="-423360" algn="l">
              <a:lnSpc>
                <a:spcPct val="90000"/>
              </a:lnSpc>
              <a:spcBef>
                <a:spcPts val="400"/>
              </a:spcBef>
              <a:buClr>
                <a:srgbClr val="000000"/>
              </a:buClr>
              <a:buFont typeface="Arial"/>
              <a:buChar char="•"/>
            </a:pPr>
            <a:r>
              <a:rPr lang="en-US" sz="2100" b="1" u="none" strike="noStrike">
                <a:solidFill>
                  <a:srgbClr val="00004C"/>
                </a:solidFill>
                <a:effectLst/>
                <a:uFillTx/>
                <a:latin typeface="Arial"/>
                <a:ea typeface="Arial"/>
              </a:rPr>
              <a:t>Enemy Analysis </a:t>
            </a:r>
            <a:r>
              <a:rPr lang="en-US" sz="2100" b="0" u="none" strike="noStrike">
                <a:solidFill>
                  <a:srgbClr val="00004C"/>
                </a:solidFill>
                <a:effectLst/>
                <a:uFillTx/>
                <a:latin typeface="Arial"/>
                <a:ea typeface="Arial"/>
              </a:rPr>
              <a:t>- Composition, Disposition &amp; Strength</a:t>
            </a: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pPr>
            <a:r>
              <a:rPr lang="en-US" sz="2100" b="0" u="none" strike="noStrike">
                <a:solidFill>
                  <a:srgbClr val="00004C"/>
                </a:solidFill>
                <a:effectLst/>
                <a:uFillTx/>
                <a:latin typeface="Arial"/>
                <a:ea typeface="Arial"/>
              </a:rPr>
              <a:t>A SALUTE report provides a clear picture of the adversary.</a:t>
            </a:r>
            <a:endParaRPr lang="en-US" sz="2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9" name="PlaceHolder 1"/>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Enemy Analysis: SALUTE</a:t>
            </a:r>
            <a:endParaRPr lang="en-US" sz="3400" b="0" u="none" strike="noStrike">
              <a:solidFill>
                <a:srgbClr val="000000"/>
              </a:solidFill>
              <a:effectLst/>
              <a:uFillTx/>
              <a:latin typeface="Arial"/>
            </a:endParaRPr>
          </a:p>
        </p:txBody>
      </p:sp>
      <p:sp>
        <p:nvSpPr>
          <p:cNvPr id="500" name="PlaceHolder 2"/>
          <p:cNvSpPr>
            <a:spLocks noGrp="1"/>
          </p:cNvSpPr>
          <p:nvPr>
            <p:ph/>
          </p:nvPr>
        </p:nvSpPr>
        <p:spPr>
          <a:xfrm>
            <a:off x="1510200" y="1188720"/>
            <a:ext cx="9802440" cy="385272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1" u="none" strike="noStrike">
                <a:solidFill>
                  <a:srgbClr val="00004C"/>
                </a:solidFill>
                <a:effectLst/>
                <a:uFillTx/>
                <a:latin typeface="Arial"/>
                <a:ea typeface="Arial"/>
              </a:rPr>
              <a:t>Practical Application: SALUTE Analysis Group Exercise</a:t>
            </a:r>
            <a:endParaRPr lang="en-US" sz="26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1" u="none" strike="noStrike">
                <a:solidFill>
                  <a:srgbClr val="00004C"/>
                </a:solidFill>
                <a:effectLst/>
                <a:uFillTx/>
                <a:latin typeface="Arial"/>
                <a:ea typeface="Arial"/>
              </a:rPr>
              <a:t>Objective: </a:t>
            </a:r>
            <a:r>
              <a:rPr lang="en-US" sz="2600" b="0" u="none" strike="noStrike">
                <a:solidFill>
                  <a:srgbClr val="00004C"/>
                </a:solidFill>
                <a:effectLst/>
                <a:uFillTx/>
                <a:latin typeface="Arial"/>
                <a:ea typeface="Arial"/>
              </a:rPr>
              <a:t>Apply the SALUTE framework to a real-world adversary.</a:t>
            </a:r>
            <a:endParaRPr lang="en-US" sz="26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1" u="none" strike="noStrike">
                <a:solidFill>
                  <a:srgbClr val="00004C"/>
                </a:solidFill>
                <a:effectLst/>
                <a:uFillTx/>
                <a:latin typeface="Arial"/>
                <a:ea typeface="Arial"/>
              </a:rPr>
              <a:t>Instructions:</a:t>
            </a: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Each team will be provided a threat intelligence report on FSB Center 18</a:t>
            </a:r>
            <a:endParaRPr lang="en-US" sz="2100" b="0" u="none" strike="noStrike">
              <a:solidFill>
                <a:srgbClr val="000000"/>
              </a:solidFill>
              <a:effectLst/>
              <a:uFillTx/>
              <a:latin typeface="Arial"/>
            </a:endParaRPr>
          </a:p>
          <a:p>
            <a:pPr marL="1431000" indent="0" algn="l">
              <a:lnSpc>
                <a:spcPct val="90000"/>
              </a:lnSpc>
              <a:spcBef>
                <a:spcPts val="400"/>
              </a:spcBef>
              <a:buNone/>
              <a:tabLst>
                <a:tab pos="0" algn="l"/>
              </a:tabLst>
            </a:pPr>
            <a:endParaRPr lang="en-US" sz="187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Conduct a SALUTE analysis based on the information in the report.</a:t>
            </a:r>
            <a:endParaRPr lang="en-US" sz="210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0" u="none" strike="noStrike">
                <a:solidFill>
                  <a:srgbClr val="00004C"/>
                </a:solidFill>
                <a:effectLst/>
                <a:uFillTx/>
                <a:latin typeface="Arial"/>
                <a:ea typeface="Arial"/>
              </a:rPr>
              <a:t>Document any RFIs that are likely needed to be submitted</a:t>
            </a:r>
            <a:endParaRPr lang="en-US" sz="1870" b="0" u="none" strike="noStrike">
              <a:solidFill>
                <a:srgbClr val="000000"/>
              </a:solidFill>
              <a:effectLst/>
              <a:uFillTx/>
              <a:latin typeface="Arial"/>
            </a:endParaRPr>
          </a:p>
          <a:p>
            <a:pPr marL="1828800" indent="-327960" algn="l">
              <a:lnSpc>
                <a:spcPct val="90000"/>
              </a:lnSpc>
              <a:spcBef>
                <a:spcPts val="400"/>
              </a:spcBef>
              <a:buNone/>
              <a:tabLst>
                <a:tab pos="0" algn="l"/>
              </a:tabLst>
            </a:pPr>
            <a:endParaRPr lang="en-US" sz="187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Prepare a 2-minute brief to present your findings to the class.</a:t>
            </a:r>
            <a:endParaRPr lang="en-US" sz="2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1" name="PlaceHolder 1"/>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Enemy Analysis: SALUTE</a:t>
            </a:r>
            <a:endParaRPr lang="en-US" sz="3400" b="0" u="none" strike="noStrike">
              <a:solidFill>
                <a:srgbClr val="000000"/>
              </a:solidFill>
              <a:effectLst/>
              <a:uFillTx/>
              <a:latin typeface="Arial"/>
            </a:endParaRPr>
          </a:p>
        </p:txBody>
      </p:sp>
      <p:sp>
        <p:nvSpPr>
          <p:cNvPr id="502" name="PlaceHolder 2"/>
          <p:cNvSpPr>
            <a:spLocks noGrp="1"/>
          </p:cNvSpPr>
          <p:nvPr>
            <p:ph/>
          </p:nvPr>
        </p:nvSpPr>
        <p:spPr>
          <a:xfrm>
            <a:off x="1510200" y="1188720"/>
            <a:ext cx="9802440" cy="3852720"/>
          </a:xfrm>
          <a:prstGeom prst="rect">
            <a:avLst/>
          </a:prstGeom>
          <a:noFill/>
          <a:ln w="0">
            <a:noFill/>
          </a:ln>
        </p:spPr>
        <p:txBody>
          <a:bodyPr lIns="91440" tIns="91440" rIns="91440" bIns="91440" anchor="t">
            <a:noAutofit/>
          </a:bodyPr>
          <a:p>
            <a:pPr marL="609480" indent="-440280" algn="l">
              <a:lnSpc>
                <a:spcPct val="100000"/>
              </a:lnSpc>
              <a:spcBef>
                <a:spcPts val="360"/>
              </a:spcBef>
              <a:buClr>
                <a:srgbClr val="000000"/>
              </a:buClr>
              <a:buFont typeface="Arial"/>
              <a:buChar char="•"/>
            </a:pPr>
            <a:r>
              <a:rPr lang="en-US" sz="3000" b="1" u="none" strike="noStrike">
                <a:solidFill>
                  <a:schemeClr val="dk1"/>
                </a:solidFill>
                <a:effectLst/>
                <a:uFillTx/>
                <a:latin typeface="Calibri"/>
                <a:ea typeface="Calibri"/>
              </a:rPr>
              <a:t>Size: </a:t>
            </a:r>
            <a:endParaRPr lang="en-US" sz="3000" b="0" u="none" strike="noStrike">
              <a:solidFill>
                <a:srgbClr val="000000"/>
              </a:solidFill>
              <a:effectLst/>
              <a:uFillTx/>
              <a:latin typeface="Arial"/>
            </a:endParaRPr>
          </a:p>
          <a:p>
            <a:pPr marL="609480" indent="-440280" algn="l">
              <a:lnSpc>
                <a:spcPct val="100000"/>
              </a:lnSpc>
              <a:spcBef>
                <a:spcPts val="360"/>
              </a:spcBef>
              <a:buClr>
                <a:srgbClr val="000000"/>
              </a:buClr>
              <a:buFont typeface="Arial"/>
              <a:buChar char="•"/>
            </a:pPr>
            <a:r>
              <a:rPr lang="en-US" sz="3000" b="1" u="none" strike="noStrike">
                <a:solidFill>
                  <a:schemeClr val="dk1"/>
                </a:solidFill>
                <a:effectLst/>
                <a:uFillTx/>
                <a:latin typeface="Calibri"/>
                <a:ea typeface="Calibri"/>
              </a:rPr>
              <a:t>Activity: </a:t>
            </a:r>
            <a:endParaRPr lang="en-US" sz="3000" b="0" u="none" strike="noStrike">
              <a:solidFill>
                <a:srgbClr val="000000"/>
              </a:solidFill>
              <a:effectLst/>
              <a:uFillTx/>
              <a:latin typeface="Arial"/>
            </a:endParaRPr>
          </a:p>
          <a:p>
            <a:pPr indent="0" algn="l">
              <a:lnSpc>
                <a:spcPct val="100000"/>
              </a:lnSpc>
              <a:spcBef>
                <a:spcPts val="360"/>
              </a:spcBef>
              <a:buNone/>
              <a:tabLst>
                <a:tab pos="0" algn="l"/>
              </a:tabLst>
            </a:pPr>
            <a:endParaRPr lang="en-US" sz="1600" b="0" u="none" strike="noStrike">
              <a:solidFill>
                <a:srgbClr val="000000"/>
              </a:solidFill>
              <a:effectLst/>
              <a:uFillTx/>
              <a:latin typeface="Arial"/>
            </a:endParaRPr>
          </a:p>
          <a:p>
            <a:pPr marL="609480" indent="-440280" algn="l">
              <a:lnSpc>
                <a:spcPct val="100000"/>
              </a:lnSpc>
              <a:spcBef>
                <a:spcPts val="360"/>
              </a:spcBef>
              <a:buClr>
                <a:srgbClr val="000000"/>
              </a:buClr>
              <a:buFont typeface="Arial"/>
              <a:buChar char="•"/>
              <a:tabLst>
                <a:tab pos="0" algn="l"/>
              </a:tabLst>
            </a:pPr>
            <a:r>
              <a:rPr lang="en-US" sz="3000" b="1" u="none" strike="noStrike">
                <a:solidFill>
                  <a:schemeClr val="dk1"/>
                </a:solidFill>
                <a:effectLst/>
                <a:uFillTx/>
                <a:latin typeface="Calibri"/>
                <a:ea typeface="Calibri"/>
              </a:rPr>
              <a:t>Location: </a:t>
            </a:r>
            <a:endParaRPr lang="en-US" sz="3000" b="0" u="none" strike="noStrike">
              <a:solidFill>
                <a:srgbClr val="000000"/>
              </a:solidFill>
              <a:effectLst/>
              <a:uFillTx/>
              <a:latin typeface="Arial"/>
            </a:endParaRPr>
          </a:p>
          <a:p>
            <a:pPr marL="609480" indent="-440280" algn="l">
              <a:lnSpc>
                <a:spcPct val="100000"/>
              </a:lnSpc>
              <a:spcBef>
                <a:spcPts val="360"/>
              </a:spcBef>
              <a:buClr>
                <a:srgbClr val="000000"/>
              </a:buClr>
              <a:buFont typeface="Arial"/>
              <a:buChar char="•"/>
              <a:tabLst>
                <a:tab pos="0" algn="l"/>
              </a:tabLst>
            </a:pPr>
            <a:r>
              <a:rPr lang="en-US" sz="3000" b="1" u="none" strike="noStrike">
                <a:solidFill>
                  <a:schemeClr val="dk1"/>
                </a:solidFill>
                <a:effectLst/>
                <a:uFillTx/>
                <a:latin typeface="Calibri"/>
                <a:ea typeface="Calibri"/>
              </a:rPr>
              <a:t>Unit: </a:t>
            </a:r>
            <a:endParaRPr lang="en-US" sz="3000" b="0" u="none" strike="noStrike">
              <a:solidFill>
                <a:srgbClr val="000000"/>
              </a:solidFill>
              <a:effectLst/>
              <a:uFillTx/>
              <a:latin typeface="Arial"/>
            </a:endParaRPr>
          </a:p>
          <a:p>
            <a:pPr marL="609480" indent="-440280" algn="l">
              <a:lnSpc>
                <a:spcPct val="100000"/>
              </a:lnSpc>
              <a:spcBef>
                <a:spcPts val="360"/>
              </a:spcBef>
              <a:buClr>
                <a:srgbClr val="000000"/>
              </a:buClr>
              <a:buFont typeface="Arial"/>
              <a:buChar char="•"/>
              <a:tabLst>
                <a:tab pos="0" algn="l"/>
              </a:tabLst>
            </a:pPr>
            <a:r>
              <a:rPr lang="en-US" sz="3000" b="1" u="none" strike="noStrike">
                <a:solidFill>
                  <a:schemeClr val="dk1"/>
                </a:solidFill>
                <a:effectLst/>
                <a:uFillTx/>
                <a:latin typeface="Calibri"/>
                <a:ea typeface="Calibri"/>
              </a:rPr>
              <a:t>Time: </a:t>
            </a:r>
            <a:endParaRPr lang="en-US" sz="3000" b="0" u="none" strike="noStrike">
              <a:solidFill>
                <a:srgbClr val="000000"/>
              </a:solidFill>
              <a:effectLst/>
              <a:uFillTx/>
              <a:latin typeface="Arial"/>
            </a:endParaRPr>
          </a:p>
          <a:p>
            <a:pPr marL="609480" indent="-440280" algn="l">
              <a:lnSpc>
                <a:spcPct val="100000"/>
              </a:lnSpc>
              <a:spcBef>
                <a:spcPts val="360"/>
              </a:spcBef>
              <a:buClr>
                <a:srgbClr val="000000"/>
              </a:buClr>
              <a:buFont typeface="Arial"/>
              <a:buChar char="•"/>
              <a:tabLst>
                <a:tab pos="0" algn="l"/>
              </a:tabLst>
            </a:pPr>
            <a:r>
              <a:rPr lang="en-US" sz="3000" b="1" u="none" strike="noStrike">
                <a:solidFill>
                  <a:schemeClr val="dk1"/>
                </a:solidFill>
                <a:effectLst/>
                <a:uFillTx/>
                <a:latin typeface="Calibri"/>
                <a:ea typeface="Calibri"/>
              </a:rPr>
              <a:t>Equipment:</a:t>
            </a:r>
            <a:endParaRPr lang="en-US" sz="3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3" name="PlaceHolder 1"/>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Enemy Analysis: How they Operate</a:t>
            </a:r>
            <a:endParaRPr lang="en-US" sz="3400" b="0" u="none" strike="noStrike">
              <a:solidFill>
                <a:srgbClr val="000000"/>
              </a:solidFill>
              <a:effectLst/>
              <a:uFillTx/>
              <a:latin typeface="Arial"/>
            </a:endParaRPr>
          </a:p>
        </p:txBody>
      </p:sp>
      <p:sp>
        <p:nvSpPr>
          <p:cNvPr id="504" name="Google Shape;336;p39"/>
          <p:cNvSpPr/>
          <p:nvPr/>
        </p:nvSpPr>
        <p:spPr>
          <a:xfrm>
            <a:off x="2743200" y="1311840"/>
            <a:ext cx="7049880" cy="415080"/>
          </a:xfrm>
          <a:prstGeom prst="rect">
            <a:avLst/>
          </a:prstGeom>
          <a:noFill/>
          <a:ln w="0">
            <a:noFill/>
          </a:ln>
        </p:spPr>
        <p:style>
          <a:lnRef idx="0"/>
          <a:fillRef idx="0"/>
          <a:effectRef idx="0"/>
          <a:fontRef idx="minor"/>
        </p:style>
        <p:txBody>
          <a:bodyPr anchor="t">
            <a:spAutoFit/>
          </a:bodyPr>
          <a:p>
            <a:pPr marL="343080" indent="-343080">
              <a:lnSpc>
                <a:spcPct val="100000"/>
              </a:lnSpc>
              <a:buClr>
                <a:srgbClr val="00004C"/>
              </a:buClr>
              <a:buFont typeface="Arial"/>
              <a:buChar char="•"/>
            </a:pPr>
            <a:r>
              <a:rPr lang="en-US" sz="2100" b="1" u="none" strike="noStrike">
                <a:solidFill>
                  <a:srgbClr val="00004C"/>
                </a:solidFill>
                <a:effectLst/>
                <a:uFillTx/>
                <a:latin typeface="Arial"/>
                <a:ea typeface="Arial"/>
              </a:rPr>
              <a:t>Enemy Analysis </a:t>
            </a:r>
            <a:r>
              <a:rPr lang="en-US" sz="2100" b="0" u="none" strike="noStrike">
                <a:solidFill>
                  <a:srgbClr val="00004C"/>
                </a:solidFill>
                <a:effectLst/>
                <a:uFillTx/>
                <a:latin typeface="Arial"/>
                <a:ea typeface="Arial"/>
              </a:rPr>
              <a:t>- Capabilities &amp; Limitations</a:t>
            </a:r>
            <a:endParaRPr lang="en-US" sz="2100" b="0" u="none" strike="noStrike">
              <a:solidFill>
                <a:srgbClr val="000000"/>
              </a:solidFill>
              <a:effectLst/>
              <a:uFillTx/>
              <a:latin typeface="Arial"/>
            </a:endParaRPr>
          </a:p>
        </p:txBody>
      </p:sp>
      <p:sp>
        <p:nvSpPr>
          <p:cNvPr id="505" name="PlaceHolder 2"/>
          <p:cNvSpPr>
            <a:spLocks noGrp="1"/>
          </p:cNvSpPr>
          <p:nvPr>
            <p:ph/>
          </p:nvPr>
        </p:nvSpPr>
        <p:spPr>
          <a:xfrm>
            <a:off x="1510200" y="1826640"/>
            <a:ext cx="9802440" cy="3852720"/>
          </a:xfrm>
          <a:prstGeom prst="rect">
            <a:avLst/>
          </a:prstGeom>
          <a:noFill/>
          <a:ln w="0">
            <a:noFill/>
          </a:ln>
        </p:spPr>
        <p:txBody>
          <a:bodyPr lIns="91440" tIns="91440" rIns="91440" bIns="91440" anchor="t">
            <a:noAutofit/>
          </a:bodyPr>
          <a:p>
            <a:pPr marL="609480" indent="-452880" algn="l">
              <a:lnSpc>
                <a:spcPct val="100000"/>
              </a:lnSpc>
              <a:spcBef>
                <a:spcPts val="360"/>
              </a:spcBef>
              <a:buClr>
                <a:srgbClr val="323232"/>
              </a:buClr>
              <a:buFont typeface="Arial"/>
              <a:buChar char="•"/>
            </a:pPr>
            <a:r>
              <a:rPr lang="en-US" sz="3200" b="1" u="none" strike="noStrike">
                <a:solidFill>
                  <a:schemeClr val="dk1"/>
                </a:solidFill>
                <a:effectLst/>
                <a:uFillTx/>
                <a:latin typeface="Calibri"/>
                <a:ea typeface="Calibri"/>
              </a:rPr>
              <a:t>Initial Access: </a:t>
            </a:r>
            <a:r>
              <a:rPr lang="en-US" sz="1800" b="0" u="none" strike="noStrike">
                <a:solidFill>
                  <a:srgbClr val="323232"/>
                </a:solidFill>
                <a:effectLst/>
                <a:uFillTx/>
                <a:latin typeface="Calibri"/>
                <a:ea typeface="Calibri"/>
              </a:rPr>
              <a:t>Spearphishing (malicious LNK/HTA attachments) and weaponized USB drives (PteroLNK).</a:t>
            </a:r>
            <a:endParaRPr lang="en-US" sz="1800" b="0" u="none" strike="noStrike">
              <a:solidFill>
                <a:srgbClr val="000000"/>
              </a:solidFill>
              <a:effectLst/>
              <a:uFillTx/>
              <a:latin typeface="Arial"/>
            </a:endParaRPr>
          </a:p>
          <a:p>
            <a:pPr marL="609480" indent="-452880" algn="l">
              <a:lnSpc>
                <a:spcPct val="100000"/>
              </a:lnSpc>
              <a:spcBef>
                <a:spcPts val="360"/>
              </a:spcBef>
              <a:buClr>
                <a:srgbClr val="323232"/>
              </a:buClr>
              <a:buFont typeface="Arial"/>
              <a:buChar char="•"/>
            </a:pPr>
            <a:r>
              <a:rPr lang="en-US" sz="3200" b="1" u="none" strike="noStrike">
                <a:solidFill>
                  <a:schemeClr val="dk1"/>
                </a:solidFill>
                <a:effectLst/>
                <a:uFillTx/>
                <a:latin typeface="Calibri"/>
                <a:ea typeface="Calibri"/>
              </a:rPr>
              <a:t>Data Exfiltration: </a:t>
            </a:r>
            <a:r>
              <a:rPr lang="en-US" sz="1800" b="0" u="none" strike="noStrike">
                <a:solidFill>
                  <a:srgbClr val="323232"/>
                </a:solidFill>
                <a:effectLst/>
                <a:uFillTx/>
                <a:latin typeface="Calibri"/>
                <a:ea typeface="Calibri"/>
              </a:rPr>
              <a:t>Stealing documents, browser credentials (PteroSteal), cookies (PteroCookie), and data from Signal (PteroSig) and Telegram (PteroGram).</a:t>
            </a:r>
            <a:endParaRPr lang="en-US" sz="1800" b="0" u="none" strike="noStrike">
              <a:solidFill>
                <a:srgbClr val="000000"/>
              </a:solidFill>
              <a:effectLst/>
              <a:uFillTx/>
              <a:latin typeface="Arial"/>
            </a:endParaRPr>
          </a:p>
          <a:p>
            <a:pPr marL="609480" indent="-452880" algn="l">
              <a:lnSpc>
                <a:spcPct val="100000"/>
              </a:lnSpc>
              <a:spcBef>
                <a:spcPts val="360"/>
              </a:spcBef>
              <a:buClr>
                <a:srgbClr val="323232"/>
              </a:buClr>
              <a:buFont typeface="Arial"/>
              <a:buChar char="•"/>
            </a:pPr>
            <a:r>
              <a:rPr lang="en-US" sz="3200" b="1" u="none" strike="noStrike">
                <a:solidFill>
                  <a:schemeClr val="dk1"/>
                </a:solidFill>
                <a:effectLst/>
                <a:uFillTx/>
                <a:latin typeface="Calibri"/>
                <a:ea typeface="Calibri"/>
              </a:rPr>
              <a:t>Persistence &amp; Lateral Movement: </a:t>
            </a:r>
            <a:r>
              <a:rPr lang="en-US" sz="1800" b="0" u="none" strike="noStrike">
                <a:solidFill>
                  <a:srgbClr val="323232"/>
                </a:solidFill>
                <a:effectLst/>
                <a:uFillTx/>
                <a:latin typeface="Calibri"/>
                <a:ea typeface="Calibri"/>
              </a:rPr>
              <a:t>Weaponized Office templates (PteroDoc, PteroTemplate) and extensive use of scheduled tasks.</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6" name="PlaceHolder 1"/>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Enemy Analysis: DRAW-D</a:t>
            </a:r>
            <a:endParaRPr lang="en-US" sz="3400" b="0" u="none" strike="noStrike">
              <a:solidFill>
                <a:srgbClr val="000000"/>
              </a:solidFill>
              <a:effectLst/>
              <a:uFillTx/>
              <a:latin typeface="Arial"/>
            </a:endParaRPr>
          </a:p>
        </p:txBody>
      </p:sp>
      <p:graphicFrame>
        <p:nvGraphicFramePr>
          <p:cNvPr id="507" name="Google Shape;343;p40"/>
          <p:cNvGraphicFramePr/>
          <p:nvPr/>
        </p:nvGraphicFramePr>
        <p:xfrm>
          <a:off x="1928880" y="1935720"/>
          <a:ext cx="9523440" cy="3930840"/>
        </p:xfrm>
        <a:graphic>
          <a:graphicData uri="http://schemas.openxmlformats.org/drawingml/2006/table">
            <a:tbl>
              <a:tblPr/>
              <a:tblGrid>
                <a:gridCol w="1265760"/>
                <a:gridCol w="2658600"/>
                <a:gridCol w="5598720"/>
              </a:tblGrid>
              <a:tr h="411840">
                <a:tc>
                  <a:txBody>
                    <a:bodyPr anchor="t">
                      <a:noAutofit/>
                    </a:bodyPr>
                    <a:p>
                      <a:pPr>
                        <a:lnSpc>
                          <a:spcPct val="100000"/>
                        </a:lnSpc>
                        <a:tabLst>
                          <a:tab pos="0" algn="l"/>
                        </a:tabLst>
                      </a:pPr>
                      <a:r>
                        <a:rPr lang="en-US" sz="1600" b="0" u="none" strike="noStrike">
                          <a:solidFill>
                            <a:schemeClr val="lt1"/>
                          </a:solidFill>
                          <a:effectLst/>
                          <a:uFillTx/>
                          <a:latin typeface="Arial"/>
                          <a:ea typeface="Arial"/>
                        </a:rPr>
                        <a:t>Acronym</a:t>
                      </a:r>
                      <a:endParaRPr lang="en-US" sz="16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nSpc>
                          <a:spcPct val="100000"/>
                        </a:lnSpc>
                        <a:tabLst>
                          <a:tab pos="0" algn="l"/>
                        </a:tabLst>
                      </a:pPr>
                      <a:r>
                        <a:rPr lang="en-US" sz="1600" b="1" u="none" strike="noStrike">
                          <a:solidFill>
                            <a:schemeClr val="lt1"/>
                          </a:solidFill>
                          <a:effectLst/>
                          <a:uFillTx/>
                          <a:latin typeface="Arial"/>
                          <a:ea typeface="Arial"/>
                        </a:rPr>
                        <a:t>Capability</a:t>
                      </a:r>
                      <a:endParaRPr lang="en-US" sz="16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nSpc>
                          <a:spcPct val="100000"/>
                        </a:lnSpc>
                        <a:tabLst>
                          <a:tab pos="0" algn="l"/>
                        </a:tabLst>
                      </a:pPr>
                      <a:r>
                        <a:rPr lang="en-US" sz="1600" b="0" u="none" strike="noStrike">
                          <a:solidFill>
                            <a:schemeClr val="lt1"/>
                          </a:solidFill>
                          <a:effectLst/>
                          <a:uFillTx/>
                          <a:latin typeface="Arial"/>
                          <a:ea typeface="Arial"/>
                        </a:rPr>
                        <a:t>Cyberspace Considerations</a:t>
                      </a:r>
                      <a:endParaRPr lang="en-US" sz="16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r>
              <a:tr h="66888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D</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Defend</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Can they defend their infrastructure and access? What defensive tools (e.g., EDR, NGAV) are in place?</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72396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R</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Reinforce</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Can they escalate privileges, deploy additional tools, or establish redundant C2 channels?</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r h="72396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A</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Attack</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What is their capability to conduct offensive effects operations from their current posture?</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41184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W</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Withdraw</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Can they exfiltrate and remove their presence? Is their access too valuable to abandon? Under what conditions will they withdraw (e.g., upon any detection)?</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r h="41184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D</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Delay</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Can they disrupt our analysis or response efforts (e.g., through data wiping, misdirection)?</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bl>
          </a:graphicData>
        </a:graphic>
      </p:graphicFrame>
      <p:sp>
        <p:nvSpPr>
          <p:cNvPr id="508" name="Google Shape;344;p40"/>
          <p:cNvSpPr/>
          <p:nvPr/>
        </p:nvSpPr>
        <p:spPr>
          <a:xfrm>
            <a:off x="2743200" y="1311840"/>
            <a:ext cx="7049880" cy="415080"/>
          </a:xfrm>
          <a:prstGeom prst="rect">
            <a:avLst/>
          </a:prstGeom>
          <a:noFill/>
          <a:ln w="0">
            <a:noFill/>
          </a:ln>
        </p:spPr>
        <p:style>
          <a:lnRef idx="0"/>
          <a:fillRef idx="0"/>
          <a:effectRef idx="0"/>
          <a:fontRef idx="minor"/>
        </p:style>
        <p:txBody>
          <a:bodyPr anchor="t">
            <a:spAutoFit/>
          </a:bodyPr>
          <a:p>
            <a:pPr marL="343080" indent="-343080">
              <a:lnSpc>
                <a:spcPct val="100000"/>
              </a:lnSpc>
              <a:buClr>
                <a:srgbClr val="00004C"/>
              </a:buClr>
              <a:buFont typeface="Arial"/>
              <a:buChar char="•"/>
            </a:pPr>
            <a:r>
              <a:rPr lang="en-US" sz="2100" b="1" u="none" strike="noStrike">
                <a:solidFill>
                  <a:srgbClr val="00004C"/>
                </a:solidFill>
                <a:effectLst/>
                <a:uFillTx/>
                <a:latin typeface="Arial"/>
                <a:ea typeface="Arial"/>
              </a:rPr>
              <a:t>Enemy Analysis </a:t>
            </a:r>
            <a:r>
              <a:rPr lang="en-US" sz="2100" b="0" u="none" strike="noStrike">
                <a:solidFill>
                  <a:srgbClr val="00004C"/>
                </a:solidFill>
                <a:effectLst/>
                <a:uFillTx/>
                <a:latin typeface="Arial"/>
                <a:ea typeface="Arial"/>
              </a:rPr>
              <a:t>- Capabilities &amp; Limitations</a:t>
            </a:r>
            <a:endParaRPr lang="en-US" sz="2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9"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169200" indent="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0" u="none" strike="noStrike">
                <a:solidFill>
                  <a:srgbClr val="00004C"/>
                </a:solidFill>
                <a:effectLst/>
                <a:uFillTx/>
                <a:latin typeface="Arial"/>
                <a:ea typeface="Arial"/>
              </a:rPr>
              <a:t>DRAW-D assesses the adversary's capabilities in the context of the operation. For each element, analyze:</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What is their capability to perform the action?</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What limits their ability to perform it?</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Under what conditions will they perform it?</a:t>
            </a:r>
            <a:endParaRPr lang="en-US" sz="2100" b="0" u="none" strike="noStrike">
              <a:solidFill>
                <a:srgbClr val="000000"/>
              </a:solidFill>
              <a:effectLst/>
              <a:uFillTx/>
              <a:latin typeface="Arial"/>
            </a:endParaRPr>
          </a:p>
        </p:txBody>
      </p:sp>
      <p:sp>
        <p:nvSpPr>
          <p:cNvPr id="510"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Enemy Analysis: DRAW-D</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1"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1" u="none" strike="noStrike">
                <a:solidFill>
                  <a:srgbClr val="00004C"/>
                </a:solidFill>
                <a:effectLst/>
                <a:uFillTx/>
                <a:latin typeface="Arial"/>
                <a:ea typeface="Arial"/>
              </a:rPr>
              <a:t>Practical Application: DRAW-D Analysis Group Discussion</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1" u="none" strike="noStrike">
                <a:solidFill>
                  <a:srgbClr val="00004C"/>
                </a:solidFill>
                <a:effectLst/>
                <a:uFillTx/>
                <a:latin typeface="Arial"/>
                <a:ea typeface="Arial"/>
              </a:rPr>
              <a:t>Objective: </a:t>
            </a:r>
            <a:r>
              <a:rPr lang="en-US" sz="2600" b="0" u="none" strike="noStrike">
                <a:solidFill>
                  <a:srgbClr val="00004C"/>
                </a:solidFill>
                <a:effectLst/>
                <a:uFillTx/>
                <a:latin typeface="Arial"/>
                <a:ea typeface="Arial"/>
              </a:rPr>
              <a:t>Evaluate an adversary's capabilities and limitations.</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1" u="none" strike="noStrike">
                <a:solidFill>
                  <a:srgbClr val="00004C"/>
                </a:solidFill>
                <a:effectLst/>
                <a:uFillTx/>
                <a:latin typeface="Arial"/>
                <a:ea typeface="Arial"/>
              </a:rPr>
              <a:t>Instructions:</a:t>
            </a: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Using the same APT group from the SALUTE exercise, discuss the following question:</a:t>
            </a:r>
            <a:endParaRPr lang="en-US" sz="2100" b="0" u="none" strike="noStrike">
              <a:solidFill>
                <a:srgbClr val="000000"/>
              </a:solidFill>
              <a:effectLst/>
              <a:uFillTx/>
              <a:latin typeface="Arial"/>
            </a:endParaRPr>
          </a:p>
          <a:p>
            <a:pPr marL="795960" indent="0" algn="l">
              <a:lnSpc>
                <a:spcPct val="90000"/>
              </a:lnSpc>
              <a:spcBef>
                <a:spcPts val="400"/>
              </a:spcBef>
              <a:buNone/>
              <a:tabLst>
                <a:tab pos="0" algn="l"/>
              </a:tabLst>
            </a:pPr>
            <a:endParaRPr lang="en-US" sz="210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0" u="none" strike="noStrike">
                <a:solidFill>
                  <a:srgbClr val="00004C"/>
                </a:solidFill>
                <a:effectLst/>
                <a:uFillTx/>
                <a:latin typeface="Arial"/>
                <a:ea typeface="Arial"/>
              </a:rPr>
              <a:t>"Based on your analysis, what is this actor's most significant limitation, and under what conditions would they be forced to withdraw from a compromised network?“</a:t>
            </a:r>
            <a:endParaRPr lang="en-US" sz="1870" b="0" u="none" strike="noStrike">
              <a:solidFill>
                <a:srgbClr val="000000"/>
              </a:solidFill>
              <a:effectLst/>
              <a:uFillTx/>
              <a:latin typeface="Arial"/>
            </a:endParaRPr>
          </a:p>
          <a:p>
            <a:pPr marL="1431000" indent="0" algn="l">
              <a:lnSpc>
                <a:spcPct val="90000"/>
              </a:lnSpc>
              <a:spcBef>
                <a:spcPts val="400"/>
              </a:spcBef>
              <a:buNone/>
              <a:tabLst>
                <a:tab pos="0" algn="l"/>
              </a:tabLst>
            </a:pPr>
            <a:endParaRPr lang="en-US" sz="187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Be prepared to share your group's assessment.</a:t>
            </a:r>
            <a:endParaRPr lang="en-US" sz="2100" b="0" u="none" strike="noStrike">
              <a:solidFill>
                <a:srgbClr val="000000"/>
              </a:solidFill>
              <a:effectLst/>
              <a:uFillTx/>
              <a:latin typeface="Arial"/>
            </a:endParaRPr>
          </a:p>
        </p:txBody>
      </p:sp>
      <p:sp>
        <p:nvSpPr>
          <p:cNvPr id="512"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Enemy Analysis: DRAW-D</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3" name="PlaceHolder 1"/>
          <p:cNvSpPr>
            <a:spLocks noGrp="1"/>
          </p:cNvSpPr>
          <p:nvPr>
            <p:ph/>
          </p:nvPr>
        </p:nvSpPr>
        <p:spPr>
          <a:xfrm>
            <a:off x="1510200" y="1188720"/>
            <a:ext cx="10361160" cy="5131080"/>
          </a:xfrm>
          <a:prstGeom prst="rect">
            <a:avLst/>
          </a:prstGeom>
          <a:noFill/>
          <a:ln w="0">
            <a:noFill/>
          </a:ln>
        </p:spPr>
        <p:txBody>
          <a:bodyPr lIns="91440" tIns="91440" rIns="91440" bIns="91440" anchor="t">
            <a:noAutofit/>
          </a:bodyPr>
          <a:p>
            <a:pPr marL="609480" indent="-452880" algn="l">
              <a:lnSpc>
                <a:spcPct val="100000"/>
              </a:lnSpc>
              <a:spcBef>
                <a:spcPts val="360"/>
              </a:spcBef>
              <a:buClr>
                <a:srgbClr val="323232"/>
              </a:buClr>
              <a:buFont typeface="Arial"/>
              <a:buChar char="•"/>
            </a:pPr>
            <a:r>
              <a:rPr lang="en-US" sz="3200" b="1" u="none" strike="noStrike">
                <a:solidFill>
                  <a:schemeClr val="dk1"/>
                </a:solidFill>
                <a:effectLst/>
                <a:uFillTx/>
                <a:latin typeface="Calibri"/>
                <a:ea typeface="Calibri"/>
              </a:rPr>
              <a:t>Defend: </a:t>
            </a:r>
            <a:endParaRPr lang="en-US" sz="3200" b="0" u="none" strike="noStrike">
              <a:solidFill>
                <a:srgbClr val="000000"/>
              </a:solidFill>
              <a:effectLst/>
              <a:uFillTx/>
              <a:latin typeface="Arial"/>
            </a:endParaRPr>
          </a:p>
          <a:p>
            <a:pPr marL="609480" indent="-452880" algn="l">
              <a:lnSpc>
                <a:spcPct val="100000"/>
              </a:lnSpc>
              <a:spcBef>
                <a:spcPts val="360"/>
              </a:spcBef>
              <a:buClr>
                <a:srgbClr val="323232"/>
              </a:buClr>
              <a:buFont typeface="Arial"/>
              <a:buChar char="•"/>
            </a:pPr>
            <a:r>
              <a:rPr lang="en-US" sz="3200" b="1" u="none" strike="noStrike">
                <a:solidFill>
                  <a:schemeClr val="dk1"/>
                </a:solidFill>
                <a:effectLst/>
                <a:uFillTx/>
                <a:latin typeface="Calibri"/>
                <a:ea typeface="Calibri"/>
              </a:rPr>
              <a:t>Reinforce: </a:t>
            </a:r>
            <a:endParaRPr lang="en-US" sz="3200" b="0" u="none" strike="noStrike">
              <a:solidFill>
                <a:srgbClr val="000000"/>
              </a:solidFill>
              <a:effectLst/>
              <a:uFillTx/>
              <a:latin typeface="Arial"/>
            </a:endParaRPr>
          </a:p>
          <a:p>
            <a:pPr marL="609480" indent="-452880" algn="l">
              <a:lnSpc>
                <a:spcPct val="100000"/>
              </a:lnSpc>
              <a:spcBef>
                <a:spcPts val="360"/>
              </a:spcBef>
              <a:buClr>
                <a:srgbClr val="323232"/>
              </a:buClr>
              <a:buFont typeface="Arial"/>
              <a:buChar char="•"/>
            </a:pPr>
            <a:r>
              <a:rPr lang="en-US" sz="3200" b="1" u="none" strike="noStrike">
                <a:solidFill>
                  <a:schemeClr val="dk1"/>
                </a:solidFill>
                <a:effectLst/>
                <a:uFillTx/>
                <a:latin typeface="Calibri"/>
                <a:ea typeface="Calibri"/>
              </a:rPr>
              <a:t>Attack: </a:t>
            </a:r>
            <a:endParaRPr lang="en-US" sz="3200" b="0" u="none" strike="noStrike">
              <a:solidFill>
                <a:srgbClr val="000000"/>
              </a:solidFill>
              <a:effectLst/>
              <a:uFillTx/>
              <a:latin typeface="Arial"/>
            </a:endParaRPr>
          </a:p>
          <a:p>
            <a:pPr marL="609480" indent="-452880" algn="l">
              <a:lnSpc>
                <a:spcPct val="100000"/>
              </a:lnSpc>
              <a:spcBef>
                <a:spcPts val="360"/>
              </a:spcBef>
              <a:buClr>
                <a:srgbClr val="323232"/>
              </a:buClr>
              <a:buFont typeface="Arial"/>
              <a:buChar char="•"/>
            </a:pPr>
            <a:r>
              <a:rPr lang="en-US" sz="3200" b="1" u="none" strike="noStrike">
                <a:solidFill>
                  <a:schemeClr val="dk1"/>
                </a:solidFill>
                <a:effectLst/>
                <a:uFillTx/>
                <a:latin typeface="Calibri"/>
                <a:ea typeface="Calibri"/>
              </a:rPr>
              <a:t>Withdraw: </a:t>
            </a:r>
            <a:endParaRPr lang="en-US" sz="3200" b="0" u="none" strike="noStrike">
              <a:solidFill>
                <a:srgbClr val="000000"/>
              </a:solidFill>
              <a:effectLst/>
              <a:uFillTx/>
              <a:latin typeface="Arial"/>
            </a:endParaRPr>
          </a:p>
          <a:p>
            <a:pPr marL="609480" indent="-452880" algn="l">
              <a:lnSpc>
                <a:spcPct val="100000"/>
              </a:lnSpc>
              <a:spcBef>
                <a:spcPts val="360"/>
              </a:spcBef>
              <a:buClr>
                <a:srgbClr val="323232"/>
              </a:buClr>
              <a:buFont typeface="Arial"/>
              <a:buChar char="•"/>
            </a:pPr>
            <a:r>
              <a:rPr lang="en-US" sz="3200" b="1" u="none" strike="noStrike">
                <a:solidFill>
                  <a:schemeClr val="dk1"/>
                </a:solidFill>
                <a:effectLst/>
                <a:uFillTx/>
                <a:latin typeface="Calibri"/>
                <a:ea typeface="Calibri"/>
              </a:rPr>
              <a:t>Delay: </a:t>
            </a:r>
            <a:endParaRPr lang="en-US" sz="3200" b="0" u="none" strike="noStrike">
              <a:solidFill>
                <a:srgbClr val="000000"/>
              </a:solidFill>
              <a:effectLst/>
              <a:uFillTx/>
              <a:latin typeface="Arial"/>
            </a:endParaRPr>
          </a:p>
        </p:txBody>
      </p:sp>
      <p:sp>
        <p:nvSpPr>
          <p:cNvPr id="514"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Enemy Analysis: DRAW-D</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5" name="PlaceHolder 1"/>
          <p:cNvSpPr>
            <a:spLocks noGrp="1"/>
          </p:cNvSpPr>
          <p:nvPr>
            <p:ph type="title"/>
          </p:nvPr>
        </p:nvSpPr>
        <p:spPr>
          <a:xfrm>
            <a:off x="1723680" y="549360"/>
            <a:ext cx="9963000" cy="2852280"/>
          </a:xfrm>
          <a:prstGeom prst="rect">
            <a:avLst/>
          </a:prstGeom>
          <a:noFill/>
          <a:ln w="0">
            <a:noFill/>
          </a:ln>
        </p:spPr>
        <p:txBody>
          <a:bodyPr lIns="91440" tIns="91440" rIns="91440" bIns="91440" anchor="b">
            <a:noAutofit/>
          </a:bodyPr>
          <a:p>
            <a:pPr indent="0" algn="ctr">
              <a:lnSpc>
                <a:spcPct val="90000"/>
              </a:lnSpc>
              <a:buNone/>
              <a:tabLst>
                <a:tab pos="0" algn="l"/>
              </a:tabLst>
            </a:pPr>
            <a:r>
              <a:rPr lang="en-US" sz="3400" b="1" u="none" strike="noStrike">
                <a:solidFill>
                  <a:srgbClr val="00004C"/>
                </a:solidFill>
                <a:effectLst/>
                <a:uFillTx/>
                <a:latin typeface="Arial"/>
                <a:ea typeface="Arial"/>
              </a:rPr>
              <a:t>Friendly Forces Analysis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6"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1" u="none" strike="noStrike">
                <a:solidFill>
                  <a:srgbClr val="00004C"/>
                </a:solidFill>
                <a:effectLst/>
                <a:uFillTx/>
                <a:latin typeface="Arial"/>
                <a:ea typeface="Arial"/>
              </a:rPr>
              <a:t>Troops and Fire Support </a:t>
            </a: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pPr>
            <a:r>
              <a:rPr lang="en-US" sz="2100" b="0" u="none" strike="noStrike">
                <a:solidFill>
                  <a:srgbClr val="00004C"/>
                </a:solidFill>
                <a:effectLst/>
                <a:uFillTx/>
                <a:latin typeface="Arial"/>
                <a:ea typeface="Arial"/>
              </a:rPr>
              <a:t>This is the friendly counterpart to enemy analysis. Catalog all available resources.</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1" u="none" strike="noStrike">
                <a:solidFill>
                  <a:srgbClr val="00004C"/>
                </a:solidFill>
                <a:effectLst/>
                <a:uFillTx/>
                <a:latin typeface="Arial"/>
                <a:ea typeface="Arial"/>
              </a:rPr>
              <a:t>Organic Assets:</a:t>
            </a:r>
            <a:endParaRPr lang="en-US" sz="210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1" u="none" strike="noStrike">
                <a:solidFill>
                  <a:srgbClr val="00004C"/>
                </a:solidFill>
                <a:effectLst/>
                <a:uFillTx/>
                <a:latin typeface="Arial"/>
                <a:ea typeface="Arial"/>
              </a:rPr>
              <a:t>Personnel</a:t>
            </a:r>
            <a:r>
              <a:rPr lang="en-US" sz="1870" b="0" u="none" strike="noStrike">
                <a:solidFill>
                  <a:srgbClr val="00004C"/>
                </a:solidFill>
                <a:effectLst/>
                <a:uFillTx/>
                <a:latin typeface="Arial"/>
                <a:ea typeface="Arial"/>
              </a:rPr>
              <a:t>: How many operators? What are their specific specialties, skill sets, and certifications?</a:t>
            </a:r>
            <a:endParaRPr lang="en-US" sz="187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1" u="none" strike="noStrike">
                <a:solidFill>
                  <a:srgbClr val="00004C"/>
                </a:solidFill>
                <a:effectLst/>
                <a:uFillTx/>
                <a:latin typeface="Arial"/>
                <a:ea typeface="Arial"/>
              </a:rPr>
              <a:t>Equipment</a:t>
            </a:r>
            <a:r>
              <a:rPr lang="en-US" sz="1870" b="0" u="none" strike="noStrike">
                <a:solidFill>
                  <a:srgbClr val="00004C"/>
                </a:solidFill>
                <a:effectLst/>
                <a:uFillTx/>
                <a:latin typeface="Arial"/>
                <a:ea typeface="Arial"/>
              </a:rPr>
              <a:t>: What hardware, software, and licenses do we own and have available?</a:t>
            </a:r>
            <a:endParaRPr lang="en-US" sz="187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1" u="none" strike="noStrike">
                <a:solidFill>
                  <a:srgbClr val="00004C"/>
                </a:solidFill>
                <a:effectLst/>
                <a:uFillTx/>
                <a:latin typeface="Arial"/>
                <a:ea typeface="Arial"/>
              </a:rPr>
              <a:t>Attachments/Detachments</a:t>
            </a:r>
            <a:r>
              <a:rPr lang="en-US" sz="1870" b="0" u="none" strike="noStrike">
                <a:solidFill>
                  <a:srgbClr val="00004C"/>
                </a:solidFill>
                <a:effectLst/>
                <a:uFillTx/>
                <a:latin typeface="Arial"/>
                <a:ea typeface="Arial"/>
              </a:rPr>
              <a:t>: Who/what has been attached to the unit for this mission (e.g. National Guard element, contractor support)?</a:t>
            </a:r>
            <a:endParaRPr lang="en-US" sz="187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1" u="none" strike="noStrike">
                <a:solidFill>
                  <a:srgbClr val="00004C"/>
                </a:solidFill>
                <a:effectLst/>
                <a:uFillTx/>
                <a:latin typeface="Arial"/>
                <a:ea typeface="Arial"/>
              </a:rPr>
              <a:t>Fire Support (Rear Echelon Support): </a:t>
            </a:r>
            <a:r>
              <a:rPr lang="en-US" sz="1870" b="0" u="none" strike="noStrike">
                <a:solidFill>
                  <a:srgbClr val="00004C"/>
                </a:solidFill>
                <a:effectLst/>
                <a:uFillTx/>
                <a:latin typeface="Arial"/>
                <a:ea typeface="Arial"/>
              </a:rPr>
              <a:t>What reach-back capabilities are available? (e.g. advanced malware analysis, digital forensics, national intelligence agencies).</a:t>
            </a:r>
            <a:endParaRPr lang="en-US" sz="187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1" u="none" strike="noStrike">
                <a:solidFill>
                  <a:srgbClr val="00004C"/>
                </a:solidFill>
                <a:effectLst/>
                <a:uFillTx/>
                <a:latin typeface="Arial"/>
                <a:ea typeface="Arial"/>
              </a:rPr>
              <a:t>Higher and Adjacent Units: </a:t>
            </a:r>
            <a:r>
              <a:rPr lang="en-US" sz="1870" b="0" u="none" strike="noStrike">
                <a:solidFill>
                  <a:srgbClr val="00004C"/>
                </a:solidFill>
                <a:effectLst/>
                <a:uFillTx/>
                <a:latin typeface="Arial"/>
                <a:ea typeface="Arial"/>
              </a:rPr>
              <a:t>What other friendly cyber units are operating in/near this battlespace? What deconfliction measures are required?</a:t>
            </a:r>
            <a:endParaRPr lang="en-US" sz="1870" b="0" u="none" strike="noStrike">
              <a:solidFill>
                <a:srgbClr val="000000"/>
              </a:solidFill>
              <a:effectLst/>
              <a:uFillTx/>
              <a:latin typeface="Arial"/>
            </a:endParaRPr>
          </a:p>
        </p:txBody>
      </p:sp>
      <p:sp>
        <p:nvSpPr>
          <p:cNvPr id="517"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Friendly Forces Analysis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8" name="PlaceHolder 1"/>
          <p:cNvSpPr>
            <a:spLocks noGrp="1"/>
          </p:cNvSpPr>
          <p:nvPr>
            <p:ph/>
          </p:nvPr>
        </p:nvSpPr>
        <p:spPr>
          <a:xfrm>
            <a:off x="1510200" y="1188720"/>
            <a:ext cx="10361160" cy="5131080"/>
          </a:xfrm>
          <a:prstGeom prst="rect">
            <a:avLst/>
          </a:prstGeom>
          <a:noFill/>
          <a:ln w="0">
            <a:noFill/>
          </a:ln>
        </p:spPr>
        <p:txBody>
          <a:bodyPr lIns="91440" tIns="91440" rIns="91440" bIns="91440" anchor="t">
            <a:noAutofit/>
          </a:bodyPr>
          <a:p>
            <a:pPr marL="609480" indent="-452880" algn="l">
              <a:lnSpc>
                <a:spcPct val="100000"/>
              </a:lnSpc>
              <a:spcBef>
                <a:spcPts val="360"/>
              </a:spcBef>
              <a:buClr>
                <a:srgbClr val="323232"/>
              </a:buClr>
              <a:buFont typeface="Arial"/>
              <a:buChar char="•"/>
            </a:pPr>
            <a:r>
              <a:rPr lang="en-US" sz="3200" b="1" u="none" strike="noStrike">
                <a:solidFill>
                  <a:schemeClr val="dk1"/>
                </a:solidFill>
                <a:effectLst/>
                <a:uFillTx/>
                <a:latin typeface="Calibri"/>
                <a:ea typeface="Calibri"/>
              </a:rPr>
              <a:t>Analysts: </a:t>
            </a:r>
            <a:r>
              <a:rPr lang="en-US" sz="1800" b="0" u="none" strike="noStrike">
                <a:solidFill>
                  <a:srgbClr val="323232"/>
                </a:solidFill>
                <a:effectLst/>
                <a:uFillTx/>
                <a:latin typeface="Calibri"/>
                <a:ea typeface="Calibri"/>
              </a:rPr>
              <a:t>3 Host Analysts, 3 Network Analysts, 1 All-Source Analyst</a:t>
            </a:r>
            <a:endParaRPr lang="en-US" sz="1800" b="0" u="none" strike="noStrike">
              <a:solidFill>
                <a:srgbClr val="000000"/>
              </a:solidFill>
              <a:effectLst/>
              <a:uFillTx/>
              <a:latin typeface="Arial"/>
            </a:endParaRPr>
          </a:p>
          <a:p>
            <a:pPr marL="609480" indent="-452880" algn="l">
              <a:lnSpc>
                <a:spcPct val="100000"/>
              </a:lnSpc>
              <a:spcBef>
                <a:spcPts val="360"/>
              </a:spcBef>
              <a:buClr>
                <a:srgbClr val="323232"/>
              </a:buClr>
              <a:buFont typeface="Arial"/>
              <a:buChar char="•"/>
            </a:pPr>
            <a:r>
              <a:rPr lang="en-US" sz="3200" b="1" u="none" strike="noStrike">
                <a:solidFill>
                  <a:schemeClr val="dk1"/>
                </a:solidFill>
                <a:effectLst/>
                <a:uFillTx/>
                <a:latin typeface="Calibri"/>
                <a:ea typeface="Calibri"/>
              </a:rPr>
              <a:t>Operators: </a:t>
            </a:r>
            <a:r>
              <a:rPr lang="en-US" sz="1800" b="0" u="none" strike="noStrike">
                <a:solidFill>
                  <a:srgbClr val="323232"/>
                </a:solidFill>
                <a:effectLst/>
                <a:uFillTx/>
                <a:latin typeface="Calibri"/>
                <a:ea typeface="Calibri"/>
              </a:rPr>
              <a:t>1 Certified Counter-Strike Operator, 1 Certified Malware Analyst</a:t>
            </a:r>
            <a:endParaRPr lang="en-US" sz="1800" b="0" u="none" strike="noStrike">
              <a:solidFill>
                <a:srgbClr val="000000"/>
              </a:solidFill>
              <a:effectLst/>
              <a:uFillTx/>
              <a:latin typeface="Arial"/>
            </a:endParaRPr>
          </a:p>
          <a:p>
            <a:pPr marL="609480" indent="-452880" algn="l">
              <a:lnSpc>
                <a:spcPct val="100000"/>
              </a:lnSpc>
              <a:spcBef>
                <a:spcPts val="360"/>
              </a:spcBef>
              <a:buClr>
                <a:srgbClr val="323232"/>
              </a:buClr>
              <a:buFont typeface="Arial"/>
              <a:buChar char="•"/>
            </a:pPr>
            <a:r>
              <a:rPr lang="en-US" sz="3200" b="1" u="none" strike="noStrike">
                <a:solidFill>
                  <a:schemeClr val="dk1"/>
                </a:solidFill>
                <a:effectLst/>
                <a:uFillTx/>
                <a:latin typeface="Calibri"/>
                <a:ea typeface="Calibri"/>
              </a:rPr>
              <a:t>Fire Support: </a:t>
            </a:r>
            <a:r>
              <a:rPr lang="en-US" sz="1800" b="0" u="none" strike="noStrike">
                <a:solidFill>
                  <a:srgbClr val="323232"/>
                </a:solidFill>
                <a:effectLst/>
                <a:uFillTx/>
                <a:latin typeface="Calibri"/>
                <a:ea typeface="Calibri"/>
              </a:rPr>
              <a:t>1 SBO ME in Direct Support</a:t>
            </a:r>
            <a:endParaRPr lang="en-US" sz="1800" b="0" u="none" strike="noStrike">
              <a:solidFill>
                <a:srgbClr val="000000"/>
              </a:solidFill>
              <a:effectLst/>
              <a:uFillTx/>
              <a:latin typeface="Arial"/>
            </a:endParaRPr>
          </a:p>
          <a:p>
            <a:pPr marL="609480" indent="-452880" algn="l">
              <a:lnSpc>
                <a:spcPct val="100000"/>
              </a:lnSpc>
              <a:spcBef>
                <a:spcPts val="360"/>
              </a:spcBef>
              <a:buClr>
                <a:srgbClr val="323232"/>
              </a:buClr>
              <a:buFont typeface="Arial"/>
              <a:buChar char="•"/>
            </a:pPr>
            <a:r>
              <a:rPr lang="en-US" sz="3200" b="1" u="none" strike="noStrike">
                <a:solidFill>
                  <a:schemeClr val="dk1"/>
                </a:solidFill>
                <a:effectLst/>
                <a:uFillTx/>
                <a:latin typeface="Calibri"/>
                <a:ea typeface="Calibri"/>
              </a:rPr>
              <a:t>Equipment: </a:t>
            </a:r>
            <a:r>
              <a:rPr lang="en-US" sz="1800" b="0" u="none" strike="noStrike">
                <a:solidFill>
                  <a:srgbClr val="323232"/>
                </a:solidFill>
                <a:effectLst/>
                <a:uFillTx/>
                <a:latin typeface="Calibri"/>
                <a:ea typeface="Calibri"/>
              </a:rPr>
              <a:t>Standard complement of tools (network taps, forensic workstations, etc.)</a:t>
            </a:r>
            <a:endParaRPr lang="en-US" sz="1800" b="0" u="none" strike="noStrike">
              <a:solidFill>
                <a:srgbClr val="000000"/>
              </a:solidFill>
              <a:effectLst/>
              <a:uFillTx/>
              <a:latin typeface="Arial"/>
            </a:endParaRPr>
          </a:p>
          <a:p>
            <a:pPr marL="609480" indent="-452880" algn="l">
              <a:lnSpc>
                <a:spcPct val="100000"/>
              </a:lnSpc>
              <a:spcBef>
                <a:spcPts val="360"/>
              </a:spcBef>
              <a:buClr>
                <a:srgbClr val="323232"/>
              </a:buClr>
              <a:buFont typeface="Arial"/>
              <a:buChar char="•"/>
            </a:pPr>
            <a:r>
              <a:rPr lang="en-US" sz="3200" b="1" u="none" strike="noStrike">
                <a:solidFill>
                  <a:schemeClr val="dk1"/>
                </a:solidFill>
                <a:effectLst/>
                <a:uFillTx/>
                <a:latin typeface="Calibri"/>
                <a:ea typeface="Calibri"/>
              </a:rPr>
              <a:t>Attachments: </a:t>
            </a:r>
            <a:r>
              <a:rPr lang="en-US" sz="1800" b="0" u="none" strike="noStrike">
                <a:solidFill>
                  <a:srgbClr val="323232"/>
                </a:solidFill>
                <a:effectLst/>
                <a:uFillTx/>
                <a:latin typeface="Calibri"/>
                <a:ea typeface="Calibri"/>
              </a:rPr>
              <a:t>None.</a:t>
            </a:r>
            <a:endParaRPr lang="en-US" sz="1800" b="0" u="none" strike="noStrike">
              <a:solidFill>
                <a:srgbClr val="000000"/>
              </a:solidFill>
              <a:effectLst/>
              <a:uFillTx/>
              <a:latin typeface="Arial"/>
            </a:endParaRPr>
          </a:p>
          <a:p>
            <a:pPr indent="0" algn="l">
              <a:lnSpc>
                <a:spcPct val="90000"/>
              </a:lnSpc>
              <a:spcBef>
                <a:spcPts val="799"/>
              </a:spcBef>
              <a:buNone/>
              <a:tabLst>
                <a:tab pos="0" algn="l"/>
              </a:tabLst>
            </a:pPr>
            <a:endParaRPr lang="en-US" sz="2600" b="0" u="none" strike="noStrike">
              <a:solidFill>
                <a:srgbClr val="000000"/>
              </a:solidFill>
              <a:effectLst/>
              <a:uFillTx/>
              <a:latin typeface="Arial"/>
            </a:endParaRPr>
          </a:p>
        </p:txBody>
      </p:sp>
      <p:sp>
        <p:nvSpPr>
          <p:cNvPr id="519"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Friendly Forces Analysis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0" name="PlaceHolder 1"/>
          <p:cNvSpPr>
            <a:spLocks noGrp="1"/>
          </p:cNvSpPr>
          <p:nvPr>
            <p:ph type="title"/>
          </p:nvPr>
        </p:nvSpPr>
        <p:spPr>
          <a:xfrm>
            <a:off x="1723680" y="549360"/>
            <a:ext cx="9963000" cy="2852280"/>
          </a:xfrm>
          <a:prstGeom prst="rect">
            <a:avLst/>
          </a:prstGeom>
          <a:noFill/>
          <a:ln w="0">
            <a:noFill/>
          </a:ln>
        </p:spPr>
        <p:txBody>
          <a:bodyPr lIns="91440" tIns="91440" rIns="91440" bIns="91440" anchor="b">
            <a:noAutofit/>
          </a:bodyPr>
          <a:p>
            <a:pPr indent="0" algn="ctr">
              <a:lnSpc>
                <a:spcPct val="90000"/>
              </a:lnSpc>
              <a:buNone/>
              <a:tabLst>
                <a:tab pos="0" algn="l"/>
              </a:tabLst>
            </a:pPr>
            <a:r>
              <a:rPr lang="en-US" sz="3400" b="1" u="none" strike="noStrike">
                <a:solidFill>
                  <a:srgbClr val="00004C"/>
                </a:solidFill>
                <a:effectLst/>
                <a:uFillTx/>
                <a:latin typeface="Arial"/>
                <a:ea typeface="Arial"/>
              </a:rPr>
              <a:t>Terrain Analysis: OCOKAW</a:t>
            </a:r>
            <a:endParaRPr lang="en-US" sz="3400" b="0" u="none" strike="noStrike">
              <a:solidFill>
                <a:srgbClr val="000000"/>
              </a:solidFill>
              <a:effectLst/>
              <a:uFillTx/>
              <a:latin typeface="Arial"/>
            </a:endParaRPr>
          </a:p>
        </p:txBody>
      </p:sp>
      <p:sp>
        <p:nvSpPr>
          <p:cNvPr id="521" name="PlaceHolder 2"/>
          <p:cNvSpPr>
            <a:spLocks noGrp="1"/>
          </p:cNvSpPr>
          <p:nvPr>
            <p:ph/>
          </p:nvPr>
        </p:nvSpPr>
        <p:spPr>
          <a:xfrm>
            <a:off x="1723680" y="3429000"/>
            <a:ext cx="9963000" cy="2127960"/>
          </a:xfrm>
          <a:prstGeom prst="rect">
            <a:avLst/>
          </a:prstGeom>
          <a:noFill/>
          <a:ln w="0">
            <a:noFill/>
          </a:ln>
        </p:spPr>
        <p:txBody>
          <a:bodyPr lIns="91440" tIns="91440" rIns="91440" bIns="91440" anchor="t">
            <a:noAutofit/>
          </a:bodyPr>
          <a:p>
            <a:pPr indent="0" algn="l">
              <a:spcBef>
                <a:spcPts val="1417"/>
              </a:spcBef>
              <a:buNone/>
            </a:pPr>
            <a:endParaRPr lang="en-US" sz="1800" b="0" u="none" strike="noStrike">
              <a:solidFill>
                <a:srgbClr val="888888"/>
              </a:solidFill>
              <a:effectLst/>
              <a:uFillTx/>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2" name="PlaceHolder 1"/>
          <p:cNvSpPr>
            <a:spLocks noGrp="1"/>
          </p:cNvSpPr>
          <p:nvPr>
            <p:ph/>
          </p:nvPr>
        </p:nvSpPr>
        <p:spPr>
          <a:xfrm>
            <a:off x="1510200" y="1188720"/>
            <a:ext cx="10361160" cy="850680"/>
          </a:xfrm>
          <a:prstGeom prst="rect">
            <a:avLst/>
          </a:prstGeom>
          <a:noFill/>
          <a:ln w="0">
            <a:noFill/>
          </a:ln>
        </p:spPr>
        <p:txBody>
          <a:bodyPr lIns="91440" tIns="91440" rIns="91440" bIns="91440" anchor="t">
            <a:noAutofit/>
          </a:bodyPr>
          <a:p>
            <a:pPr marL="1219320" lvl="1" indent="-423360" algn="l">
              <a:lnSpc>
                <a:spcPct val="90000"/>
              </a:lnSpc>
              <a:spcBef>
                <a:spcPts val="400"/>
              </a:spcBef>
              <a:buClr>
                <a:srgbClr val="000000"/>
              </a:buClr>
              <a:buFont typeface="Arial"/>
              <a:buChar char="•"/>
            </a:pPr>
            <a:r>
              <a:rPr lang="en-US" sz="2100" b="0" u="none" strike="noStrike">
                <a:solidFill>
                  <a:srgbClr val="00004C"/>
                </a:solidFill>
                <a:effectLst/>
                <a:uFillTx/>
                <a:latin typeface="Arial"/>
                <a:ea typeface="Arial"/>
              </a:rPr>
              <a:t>Terrain analysis must be conducted from both friendly and enemy perspectives. In cyberspace, “terrain” is the network environment.</a:t>
            </a:r>
            <a:endParaRPr lang="en-US" sz="2100" b="0" u="none" strike="noStrike">
              <a:solidFill>
                <a:srgbClr val="000000"/>
              </a:solidFill>
              <a:effectLst/>
              <a:uFillTx/>
              <a:latin typeface="Arial"/>
            </a:endParaRPr>
          </a:p>
        </p:txBody>
      </p:sp>
      <p:sp>
        <p:nvSpPr>
          <p:cNvPr id="523"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Terrain Analysis: OCOKAW</a:t>
            </a:r>
            <a:endParaRPr lang="en-US" sz="3400" b="0" u="none" strike="noStrike">
              <a:solidFill>
                <a:srgbClr val="000000"/>
              </a:solidFill>
              <a:effectLst/>
              <a:uFillTx/>
              <a:latin typeface="Arial"/>
            </a:endParaRPr>
          </a:p>
        </p:txBody>
      </p:sp>
      <p:graphicFrame>
        <p:nvGraphicFramePr>
          <p:cNvPr id="524" name="Google Shape;394;p48"/>
          <p:cNvGraphicFramePr/>
          <p:nvPr/>
        </p:nvGraphicFramePr>
        <p:xfrm>
          <a:off x="1649520" y="1945080"/>
          <a:ext cx="9605520" cy="3348360"/>
        </p:xfrm>
        <a:graphic>
          <a:graphicData uri="http://schemas.openxmlformats.org/drawingml/2006/table">
            <a:tbl>
              <a:tblPr/>
              <a:tblGrid>
                <a:gridCol w="1119240"/>
                <a:gridCol w="1434240"/>
                <a:gridCol w="3525840"/>
                <a:gridCol w="3525840"/>
              </a:tblGrid>
              <a:tr h="392040">
                <a:tc>
                  <a:txBody>
                    <a:bodyPr anchor="t">
                      <a:noAutofit/>
                    </a:bodyPr>
                    <a:p>
                      <a:pPr>
                        <a:lnSpc>
                          <a:spcPct val="100000"/>
                        </a:lnSpc>
                        <a:tabLst>
                          <a:tab pos="0" algn="l"/>
                        </a:tabLst>
                      </a:pPr>
                      <a:r>
                        <a:rPr lang="en-US" sz="1600" b="0" u="none" strike="noStrike">
                          <a:solidFill>
                            <a:schemeClr val="lt1"/>
                          </a:solidFill>
                          <a:effectLst/>
                          <a:uFillTx/>
                          <a:latin typeface="Arial"/>
                          <a:ea typeface="Arial"/>
                        </a:rPr>
                        <a:t>Acronym</a:t>
                      </a:r>
                      <a:endParaRPr lang="en-US" sz="16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nSpc>
                          <a:spcPct val="100000"/>
                        </a:lnSpc>
                        <a:tabLst>
                          <a:tab pos="0" algn="l"/>
                        </a:tabLst>
                      </a:pPr>
                      <a:r>
                        <a:rPr lang="en-US" sz="1600" b="1" u="none" strike="noStrike">
                          <a:solidFill>
                            <a:schemeClr val="lt1"/>
                          </a:solidFill>
                          <a:effectLst/>
                          <a:uFillTx/>
                          <a:latin typeface="Arial"/>
                          <a:ea typeface="Arial"/>
                        </a:rPr>
                        <a:t>Factor</a:t>
                      </a:r>
                      <a:endParaRPr lang="en-US" sz="16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nSpc>
                          <a:spcPct val="100000"/>
                        </a:lnSpc>
                        <a:tabLst>
                          <a:tab pos="0" algn="l"/>
                        </a:tabLst>
                      </a:pPr>
                      <a:r>
                        <a:rPr lang="en-US" sz="1600" b="1" u="none" strike="noStrike">
                          <a:solidFill>
                            <a:schemeClr val="lt1"/>
                          </a:solidFill>
                          <a:effectLst/>
                          <a:uFillTx/>
                          <a:latin typeface="Arial"/>
                          <a:ea typeface="Arial"/>
                        </a:rPr>
                        <a:t>Friendly Perspective (Blue)</a:t>
                      </a:r>
                      <a:endParaRPr lang="en-US" sz="16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nSpc>
                          <a:spcPct val="100000"/>
                        </a:lnSpc>
                        <a:tabLst>
                          <a:tab pos="0" algn="l"/>
                        </a:tabLst>
                      </a:pPr>
                      <a:r>
                        <a:rPr lang="en-US" sz="1600" b="0" u="none" strike="noStrike">
                          <a:solidFill>
                            <a:schemeClr val="lt1"/>
                          </a:solidFill>
                          <a:effectLst/>
                          <a:uFillTx/>
                          <a:latin typeface="Arial"/>
                          <a:ea typeface="Arial"/>
                        </a:rPr>
                        <a:t>Enemy Perspective (Red)</a:t>
                      </a:r>
                      <a:endParaRPr lang="en-US" sz="16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r>
              <a:tr h="80568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O</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Observation and Fields of Fire</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What are our data sources (e.g., NetFlow, PCAP, EDR, Sysmon)? What is our visibility into the environment?</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What are their sensors (e.g., Insider access, compromised logging, C2 beacons)? What is their situational awareness?</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68904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C</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Cover and Concealment</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Will our actions be overt or covert? Will we use dedicated obfuscation infrastructure (gray/red space)?</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How are they hiding (e.g., matching network baseline, using encryption, “smash and grab” with no stealth)?</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r h="80568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O</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Obstacles</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What barriers hinder data acquisition or scheme of maneuver (e.g., firewalls, encryption, lack of logging)?</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What obstacles do they face (e.g., EDR, application allow-listing, MFA, segmentation)?</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bl>
          </a:graphicData>
        </a:graphic>
      </p:graphicFrame>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5" name="PlaceHolder 1"/>
          <p:cNvSpPr>
            <a:spLocks noGrp="1"/>
          </p:cNvSpPr>
          <p:nvPr>
            <p:ph/>
          </p:nvPr>
        </p:nvSpPr>
        <p:spPr>
          <a:xfrm>
            <a:off x="1510200" y="1188720"/>
            <a:ext cx="10361160" cy="850680"/>
          </a:xfrm>
          <a:prstGeom prst="rect">
            <a:avLst/>
          </a:prstGeom>
          <a:noFill/>
          <a:ln w="0">
            <a:noFill/>
          </a:ln>
        </p:spPr>
        <p:txBody>
          <a:bodyPr lIns="91440" tIns="91440" rIns="91440" bIns="91440" anchor="t">
            <a:noAutofit/>
          </a:bodyPr>
          <a:p>
            <a:pPr marL="1219320" lvl="1" indent="-423360" algn="l">
              <a:lnSpc>
                <a:spcPct val="90000"/>
              </a:lnSpc>
              <a:spcBef>
                <a:spcPts val="400"/>
              </a:spcBef>
              <a:buClr>
                <a:srgbClr val="000000"/>
              </a:buClr>
              <a:buFont typeface="Arial"/>
              <a:buChar char="•"/>
            </a:pPr>
            <a:r>
              <a:rPr lang="en-US" sz="2100" b="0" u="none" strike="noStrike">
                <a:solidFill>
                  <a:srgbClr val="00004C"/>
                </a:solidFill>
                <a:effectLst/>
                <a:uFillTx/>
                <a:latin typeface="Arial"/>
                <a:ea typeface="Arial"/>
              </a:rPr>
              <a:t>Terrain analysis must be conducted from both friendly and enemy perspectives. In cyberspace, “terrain” is the network environment.</a:t>
            </a:r>
            <a:endParaRPr lang="en-US" sz="2100" b="0" u="none" strike="noStrike">
              <a:solidFill>
                <a:srgbClr val="000000"/>
              </a:solidFill>
              <a:effectLst/>
              <a:uFillTx/>
              <a:latin typeface="Arial"/>
            </a:endParaRPr>
          </a:p>
        </p:txBody>
      </p:sp>
      <p:sp>
        <p:nvSpPr>
          <p:cNvPr id="526"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Terrain Analysis: OCOKAW</a:t>
            </a:r>
            <a:endParaRPr lang="en-US" sz="3400" b="0" u="none" strike="noStrike">
              <a:solidFill>
                <a:srgbClr val="000000"/>
              </a:solidFill>
              <a:effectLst/>
              <a:uFillTx/>
              <a:latin typeface="Arial"/>
            </a:endParaRPr>
          </a:p>
        </p:txBody>
      </p:sp>
      <p:graphicFrame>
        <p:nvGraphicFramePr>
          <p:cNvPr id="527" name="Google Shape;401;p49"/>
          <p:cNvGraphicFramePr/>
          <p:nvPr/>
        </p:nvGraphicFramePr>
        <p:xfrm>
          <a:off x="1649520" y="1945080"/>
          <a:ext cx="9605520" cy="3104640"/>
        </p:xfrm>
        <a:graphic>
          <a:graphicData uri="http://schemas.openxmlformats.org/drawingml/2006/table">
            <a:tbl>
              <a:tblPr/>
              <a:tblGrid>
                <a:gridCol w="1119240"/>
                <a:gridCol w="1434240"/>
                <a:gridCol w="3525840"/>
                <a:gridCol w="3525840"/>
              </a:tblGrid>
              <a:tr h="392040">
                <a:tc>
                  <a:txBody>
                    <a:bodyPr anchor="t">
                      <a:noAutofit/>
                    </a:bodyPr>
                    <a:p>
                      <a:pPr>
                        <a:lnSpc>
                          <a:spcPct val="100000"/>
                        </a:lnSpc>
                        <a:tabLst>
                          <a:tab pos="0" algn="l"/>
                        </a:tabLst>
                      </a:pPr>
                      <a:r>
                        <a:rPr lang="en-US" sz="1600" b="0" u="none" strike="noStrike">
                          <a:solidFill>
                            <a:schemeClr val="lt1"/>
                          </a:solidFill>
                          <a:effectLst/>
                          <a:uFillTx/>
                          <a:latin typeface="Arial"/>
                          <a:ea typeface="Arial"/>
                        </a:rPr>
                        <a:t>Acronym</a:t>
                      </a:r>
                      <a:endParaRPr lang="en-US" sz="16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nSpc>
                          <a:spcPct val="100000"/>
                        </a:lnSpc>
                        <a:tabLst>
                          <a:tab pos="0" algn="l"/>
                        </a:tabLst>
                      </a:pPr>
                      <a:r>
                        <a:rPr lang="en-US" sz="1600" b="1" u="none" strike="noStrike">
                          <a:solidFill>
                            <a:schemeClr val="lt1"/>
                          </a:solidFill>
                          <a:effectLst/>
                          <a:uFillTx/>
                          <a:latin typeface="Arial"/>
                          <a:ea typeface="Arial"/>
                        </a:rPr>
                        <a:t>Factor</a:t>
                      </a:r>
                      <a:endParaRPr lang="en-US" sz="16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nSpc>
                          <a:spcPct val="100000"/>
                        </a:lnSpc>
                        <a:tabLst>
                          <a:tab pos="0" algn="l"/>
                        </a:tabLst>
                      </a:pPr>
                      <a:r>
                        <a:rPr lang="en-US" sz="1600" b="1" u="none" strike="noStrike">
                          <a:solidFill>
                            <a:schemeClr val="lt1"/>
                          </a:solidFill>
                          <a:effectLst/>
                          <a:uFillTx/>
                          <a:latin typeface="Arial"/>
                          <a:ea typeface="Arial"/>
                        </a:rPr>
                        <a:t>Friendly Perspective (Blue)</a:t>
                      </a:r>
                      <a:endParaRPr lang="en-US" sz="16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nSpc>
                          <a:spcPct val="100000"/>
                        </a:lnSpc>
                        <a:tabLst>
                          <a:tab pos="0" algn="l"/>
                        </a:tabLst>
                      </a:pPr>
                      <a:r>
                        <a:rPr lang="en-US" sz="1600" b="0" u="none" strike="noStrike">
                          <a:solidFill>
                            <a:schemeClr val="lt1"/>
                          </a:solidFill>
                          <a:effectLst/>
                          <a:uFillTx/>
                          <a:latin typeface="Arial"/>
                          <a:ea typeface="Arial"/>
                        </a:rPr>
                        <a:t>Enemy Perspective (Red)</a:t>
                      </a:r>
                      <a:endParaRPr lang="en-US" sz="16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r>
              <a:tr h="80568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K</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Key Terrain</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What is the critical function/information on this network that enables our mission? Is it not always the Domain Controller.</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What terrain is critical for their mission (e.g., a specific database, an ICS controller, credential server)?</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r h="68904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A</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Avenues of Approach</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How can we gain or improve access (e.g., deploying new sensors, using existing credentials)?</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How did they get in, and how can they move? Map to MITRE ATT&amp;CK Initial Access Techniques.</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FF7"/>
                    </a:solidFill>
                  </a:tcPr>
                </a:tc>
              </a:tr>
              <a:tr h="805680">
                <a:tc>
                  <a:txBody>
                    <a:bodyPr anchor="t">
                      <a:noAutofit/>
                    </a:bodyPr>
                    <a:p>
                      <a:pPr>
                        <a:lnSpc>
                          <a:spcPct val="100000"/>
                        </a:lnSpc>
                        <a:tabLst>
                          <a:tab pos="0" algn="l"/>
                        </a:tabLst>
                      </a:pPr>
                      <a:r>
                        <a:rPr lang="en-US" sz="1600" b="0" u="none" strike="noStrike">
                          <a:solidFill>
                            <a:schemeClr val="dk1"/>
                          </a:solidFill>
                          <a:effectLst/>
                          <a:uFillTx/>
                          <a:latin typeface="Arial"/>
                          <a:ea typeface="Arial"/>
                        </a:rPr>
                        <a:t>W</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Weather</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Physical weather can affect power and satellite communications, impacting physical infrastructure.</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tabLst>
                          <a:tab pos="0" algn="l"/>
                        </a:tabLst>
                      </a:pPr>
                      <a:r>
                        <a:rPr lang="en-US" sz="1600" b="0" u="none" strike="noStrike">
                          <a:solidFill>
                            <a:schemeClr val="dk1"/>
                          </a:solidFill>
                          <a:effectLst/>
                          <a:uFillTx/>
                          <a:latin typeface="Arial"/>
                          <a:ea typeface="Arial"/>
                        </a:rPr>
                        <a:t>Same considerations as friendly.</a:t>
                      </a:r>
                      <a:endParaRPr lang="en-US" sz="16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EEF"/>
                    </a:solidFill>
                  </a:tcPr>
                </a:tc>
              </a:tr>
            </a:tbl>
          </a:graphicData>
        </a:graphic>
      </p:graphicFrame>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8" name="PlaceHolder 1"/>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OCOKAW – A Visual </a:t>
            </a:r>
            <a:endParaRPr lang="en-US" sz="3400" b="0" u="none" strike="noStrike">
              <a:solidFill>
                <a:srgbClr val="000000"/>
              </a:solidFill>
              <a:effectLst/>
              <a:uFillTx/>
              <a:latin typeface="Arial"/>
            </a:endParaRPr>
          </a:p>
        </p:txBody>
      </p:sp>
      <p:pic>
        <p:nvPicPr>
          <p:cNvPr id="529" name="Google Shape;407;p50" descr="FM 20-32 CHAPTER 2"/>
          <p:cNvPicPr/>
          <p:nvPr/>
        </p:nvPicPr>
        <p:blipFill>
          <a:blip r:embed="rId1"/>
          <a:stretch/>
        </p:blipFill>
        <p:spPr>
          <a:xfrm>
            <a:off x="1174320" y="1188720"/>
            <a:ext cx="6742080" cy="4794120"/>
          </a:xfrm>
          <a:prstGeom prst="rect">
            <a:avLst/>
          </a:prstGeom>
          <a:noFill/>
          <a:ln w="9525">
            <a:solidFill>
              <a:srgbClr val="000000"/>
            </a:solidFill>
            <a:round/>
          </a:ln>
        </p:spPr>
      </p:pic>
      <p:pic>
        <p:nvPicPr>
          <p:cNvPr id="530" name="Google Shape;408;p50" descr="RANGE CARDS AND SECTOR SKETCHES"/>
          <p:cNvPicPr/>
          <p:nvPr/>
        </p:nvPicPr>
        <p:blipFill>
          <a:blip r:embed="rId2"/>
          <a:stretch/>
        </p:blipFill>
        <p:spPr>
          <a:xfrm>
            <a:off x="7724880" y="2121120"/>
            <a:ext cx="4466880" cy="4057200"/>
          </a:xfrm>
          <a:prstGeom prst="rect">
            <a:avLst/>
          </a:prstGeom>
          <a:noFill/>
          <a:ln w="9525">
            <a:solidFill>
              <a:srgbClr val="000000"/>
            </a:solidFill>
            <a:round/>
          </a:ln>
        </p:spPr>
      </p:pic>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1" name="PlaceHolder 1"/>
          <p:cNvSpPr>
            <a:spLocks noGrp="1"/>
          </p:cNvSpPr>
          <p:nvPr>
            <p:ph/>
          </p:nvPr>
        </p:nvSpPr>
        <p:spPr>
          <a:xfrm>
            <a:off x="1510200" y="1188720"/>
            <a:ext cx="10361160" cy="513108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1" u="none" strike="noStrike">
                <a:solidFill>
                  <a:srgbClr val="00004C"/>
                </a:solidFill>
                <a:effectLst/>
                <a:uFillTx/>
                <a:latin typeface="Arial"/>
                <a:ea typeface="Arial"/>
              </a:rPr>
              <a:t>Practical Application: OCOKAW Analysis Group Discussion</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1" u="none" strike="noStrike">
                <a:solidFill>
                  <a:srgbClr val="00004C"/>
                </a:solidFill>
                <a:effectLst/>
                <a:uFillTx/>
                <a:latin typeface="Arial"/>
                <a:ea typeface="Arial"/>
              </a:rPr>
              <a:t>Objective: </a:t>
            </a:r>
            <a:r>
              <a:rPr lang="en-US" sz="2100" b="0" u="none" strike="noStrike">
                <a:solidFill>
                  <a:srgbClr val="00004C"/>
                </a:solidFill>
                <a:effectLst/>
                <a:uFillTx/>
                <a:latin typeface="Arial"/>
                <a:ea typeface="Arial"/>
              </a:rPr>
              <a:t>Evaluate and document the terrain (network environment) from both the friendly and enemy perspective. Enemy perspective is most important – “</a:t>
            </a:r>
            <a:r>
              <a:rPr lang="en-US" sz="2100" b="0" i="1" u="none" strike="noStrike">
                <a:solidFill>
                  <a:srgbClr val="00004C"/>
                </a:solidFill>
                <a:effectLst/>
                <a:uFillTx/>
                <a:latin typeface="Arial"/>
                <a:ea typeface="Arial"/>
              </a:rPr>
              <a:t>turn the map around”</a:t>
            </a:r>
            <a:endParaRPr lang="en-US" sz="21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1" u="none" strike="noStrike">
                <a:solidFill>
                  <a:srgbClr val="00004C"/>
                </a:solidFill>
                <a:effectLst/>
                <a:uFillTx/>
                <a:latin typeface="Arial"/>
                <a:ea typeface="Arial"/>
              </a:rPr>
              <a:t>Instructions:</a:t>
            </a: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Continue to use the ESET Whitepaper </a:t>
            </a:r>
            <a:endParaRPr lang="en-US" sz="2100" b="0" u="none" strike="noStrike">
              <a:solidFill>
                <a:srgbClr val="000000"/>
              </a:solidFill>
              <a:effectLst/>
              <a:uFillTx/>
              <a:latin typeface="Arial"/>
            </a:endParaRPr>
          </a:p>
          <a:p>
            <a:pPr marL="1431000" indent="0" algn="l">
              <a:lnSpc>
                <a:spcPct val="90000"/>
              </a:lnSpc>
              <a:spcBef>
                <a:spcPts val="400"/>
              </a:spcBef>
              <a:buNone/>
              <a:tabLst>
                <a:tab pos="0" algn="l"/>
              </a:tabLst>
            </a:pPr>
            <a:endParaRPr lang="en-US" sz="187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Be prepared to share your group's assessment.</a:t>
            </a:r>
            <a:endParaRPr lang="en-US" sz="2100" b="0" u="none" strike="noStrike">
              <a:solidFill>
                <a:srgbClr val="000000"/>
              </a:solidFill>
              <a:effectLst/>
              <a:uFillTx/>
              <a:latin typeface="Arial"/>
            </a:endParaRPr>
          </a:p>
        </p:txBody>
      </p:sp>
      <p:sp>
        <p:nvSpPr>
          <p:cNvPr id="532"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Terrain Analysis: OCOKAW</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3" name="PlaceHolder 1"/>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Terrain Analysis: OCOKAW</a:t>
            </a:r>
            <a:endParaRPr lang="en-US" sz="3400" b="0" u="none" strike="noStrike">
              <a:solidFill>
                <a:srgbClr val="000000"/>
              </a:solidFill>
              <a:effectLst/>
              <a:uFillTx/>
              <a:latin typeface="Arial"/>
            </a:endParaRPr>
          </a:p>
        </p:txBody>
      </p:sp>
      <p:graphicFrame>
        <p:nvGraphicFramePr>
          <p:cNvPr id="534" name="Google Shape;420;p52"/>
          <p:cNvGraphicFramePr/>
          <p:nvPr/>
        </p:nvGraphicFramePr>
        <p:xfrm>
          <a:off x="1649520" y="1162440"/>
          <a:ext cx="9605520" cy="5120640"/>
        </p:xfrm>
        <a:graphic>
          <a:graphicData uri="http://schemas.openxmlformats.org/drawingml/2006/table">
            <a:tbl>
              <a:tblPr/>
              <a:tblGrid>
                <a:gridCol w="1964520"/>
                <a:gridCol w="3820320"/>
                <a:gridCol w="3820320"/>
              </a:tblGrid>
              <a:tr h="731520">
                <a:tc>
                  <a:txBody>
                    <a:bodyPr anchor="ctr">
                      <a:noAutofit/>
                    </a:bodyPr>
                    <a:p>
                      <a:pPr>
                        <a:lnSpc>
                          <a:spcPct val="100000"/>
                        </a:lnSpc>
                        <a:tabLst>
                          <a:tab pos="0" algn="l"/>
                        </a:tabLst>
                      </a:pPr>
                      <a:r>
                        <a:rPr lang="en-US" sz="1400" b="1" u="none" strike="noStrike">
                          <a:solidFill>
                            <a:srgbClr val="FFFFFF"/>
                          </a:solidFill>
                          <a:effectLst/>
                          <a:uFillTx/>
                          <a:latin typeface="Arial"/>
                          <a:ea typeface="Arial"/>
                        </a:rPr>
                        <a:t>Factor</a:t>
                      </a:r>
                      <a:endParaRPr lang="en-US" sz="1400" b="0" u="none" strike="noStrike">
                        <a:solidFill>
                          <a:srgbClr val="FFFFFF"/>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4F81BD"/>
                    </a:solidFill>
                  </a:tcPr>
                </a:tc>
                <a:tc>
                  <a:txBody>
                    <a:bodyPr anchor="ctr">
                      <a:noAutofit/>
                    </a:bodyPr>
                    <a:p>
                      <a:pPr>
                        <a:lnSpc>
                          <a:spcPct val="100000"/>
                        </a:lnSpc>
                        <a:tabLst>
                          <a:tab pos="0" algn="l"/>
                        </a:tabLst>
                      </a:pPr>
                      <a:r>
                        <a:rPr lang="en-US" sz="1400" b="1" u="none" strike="noStrike">
                          <a:solidFill>
                            <a:srgbClr val="FFFFFF"/>
                          </a:solidFill>
                          <a:effectLst/>
                          <a:uFillTx/>
                          <a:latin typeface="Calibri"/>
                          <a:ea typeface="Calibri"/>
                        </a:rPr>
                        <a:t>Friendly Perspective</a:t>
                      </a:r>
                      <a:endParaRPr lang="en-US" sz="1400" b="0" u="none" strike="noStrike">
                        <a:solidFill>
                          <a:srgbClr val="FFFFFF"/>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4F81BD"/>
                    </a:solidFill>
                  </a:tcPr>
                </a:tc>
                <a:tc>
                  <a:txBody>
                    <a:bodyPr anchor="ctr">
                      <a:noAutofit/>
                    </a:bodyPr>
                    <a:p>
                      <a:pPr>
                        <a:lnSpc>
                          <a:spcPct val="100000"/>
                        </a:lnSpc>
                        <a:tabLst>
                          <a:tab pos="0" algn="l"/>
                        </a:tabLst>
                      </a:pPr>
                      <a:r>
                        <a:rPr lang="en-US" sz="1400" b="1" u="none" strike="noStrike">
                          <a:solidFill>
                            <a:srgbClr val="FFFFFF"/>
                          </a:solidFill>
                          <a:effectLst/>
                          <a:uFillTx/>
                          <a:latin typeface="Arial"/>
                          <a:ea typeface="Arial"/>
                        </a:rPr>
                        <a:t>Enemy Perspective</a:t>
                      </a:r>
                      <a:endParaRPr lang="en-US" sz="1400" b="0" u="none" strike="noStrike">
                        <a:solidFill>
                          <a:srgbClr val="FFFFFF"/>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4F81BD"/>
                    </a:solidFill>
                  </a:tcPr>
                </a:tc>
              </a:tr>
              <a:tr h="731520">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Observation &amp; Fields of Fire</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c>
                  <a:txBody>
                    <a:bodyPr anchor="ctr">
                      <a:noAutofit/>
                    </a:bodyPr>
                    <a:p>
                      <a:pP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c>
                  <a:txBody>
                    <a:bodyPr anchor="ctr">
                      <a:noAutofit/>
                    </a:bodyPr>
                    <a:p>
                      <a:pP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r>
              <a:tr h="731520">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Cover &amp; Concealment</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CF4"/>
                    </a:solidFill>
                  </a:tcPr>
                </a:tc>
                <a:tc>
                  <a:txBody>
                    <a:bodyPr anchor="ctr">
                      <a:noAutofit/>
                    </a:bodyPr>
                    <a:p>
                      <a:pP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CF4"/>
                    </a:solidFill>
                  </a:tcPr>
                </a:tc>
                <a:tc>
                  <a:txBody>
                    <a:bodyPr anchor="ctr">
                      <a:noAutofit/>
                    </a:bodyPr>
                    <a:p>
                      <a:pP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CF4"/>
                    </a:solidFill>
                  </a:tcPr>
                </a:tc>
              </a:tr>
              <a:tr h="731520">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Obstacles</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c>
                  <a:txBody>
                    <a:bodyPr anchor="ctr">
                      <a:noAutofit/>
                    </a:bodyPr>
                    <a:p>
                      <a:pP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c>
                  <a:txBody>
                    <a:bodyPr anchor="ctr">
                      <a:noAutofit/>
                    </a:bodyPr>
                    <a:p>
                      <a:pP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r>
              <a:tr h="731520">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Key Terrain</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CF4"/>
                    </a:solidFill>
                  </a:tcPr>
                </a:tc>
                <a:tc>
                  <a:txBody>
                    <a:bodyPr anchor="ctr">
                      <a:noAutofit/>
                    </a:bodyPr>
                    <a:p>
                      <a:pP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CF4"/>
                    </a:solidFill>
                  </a:tcPr>
                </a:tc>
                <a:tc>
                  <a:txBody>
                    <a:bodyPr anchor="ctr">
                      <a:noAutofit/>
                    </a:bodyPr>
                    <a:p>
                      <a:pP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CF4"/>
                    </a:solidFill>
                  </a:tcPr>
                </a:tc>
              </a:tr>
              <a:tr h="731520">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Avenues of Approach</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c>
                  <a:txBody>
                    <a:bodyPr anchor="ctr">
                      <a:noAutofit/>
                    </a:bodyPr>
                    <a:p>
                      <a:pP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c>
                  <a:txBody>
                    <a:bodyPr anchor="ctr">
                      <a:noAutofit/>
                    </a:bodyPr>
                    <a:p>
                      <a:pP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r>
              <a:tr h="731520">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Weather (Cyber)</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CF4"/>
                    </a:solidFill>
                  </a:tcPr>
                </a:tc>
                <a:tc>
                  <a:txBody>
                    <a:bodyPr anchor="ctr">
                      <a:noAutofit/>
                    </a:bodyPr>
                    <a:p>
                      <a:pP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CF4"/>
                    </a:solidFill>
                  </a:tcPr>
                </a:tc>
                <a:tc>
                  <a:txBody>
                    <a:bodyPr anchor="ctr">
                      <a:noAutofit/>
                    </a:bodyPr>
                    <a:p>
                      <a:pP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CF4"/>
                    </a:solidFill>
                  </a:tcPr>
                </a:tc>
              </a:tr>
            </a:tbl>
          </a:graphicData>
        </a:graphic>
      </p:graphicFrame>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5" name="PlaceHolder 1"/>
          <p:cNvSpPr>
            <a:spLocks noGrp="1"/>
          </p:cNvSpPr>
          <p:nvPr>
            <p:ph type="title"/>
          </p:nvPr>
        </p:nvSpPr>
        <p:spPr>
          <a:xfrm>
            <a:off x="1723680" y="549360"/>
            <a:ext cx="9963000" cy="2852280"/>
          </a:xfrm>
          <a:prstGeom prst="rect">
            <a:avLst/>
          </a:prstGeom>
          <a:noFill/>
          <a:ln w="0">
            <a:noFill/>
          </a:ln>
        </p:spPr>
        <p:txBody>
          <a:bodyPr lIns="91440" tIns="91440" rIns="91440" bIns="91440" anchor="b">
            <a:noAutofit/>
          </a:bodyPr>
          <a:p>
            <a:pPr indent="0" algn="ctr">
              <a:lnSpc>
                <a:spcPct val="90000"/>
              </a:lnSpc>
              <a:buNone/>
              <a:tabLst>
                <a:tab pos="0" algn="l"/>
              </a:tabLst>
            </a:pPr>
            <a:r>
              <a:rPr lang="en-US" sz="3400" b="1" u="none" strike="noStrike">
                <a:solidFill>
                  <a:srgbClr val="00004C"/>
                </a:solidFill>
                <a:effectLst/>
                <a:uFillTx/>
                <a:latin typeface="Arial"/>
                <a:ea typeface="Arial"/>
              </a:rPr>
              <a:t>Time/Space/Logistics &amp; Civilian Considerations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6"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1" u="none" strike="noStrike">
                <a:solidFill>
                  <a:srgbClr val="00004C"/>
                </a:solidFill>
                <a:effectLst/>
                <a:uFillTx/>
                <a:latin typeface="Arial"/>
                <a:ea typeface="Arial"/>
              </a:rPr>
              <a:t>Time Analysis:</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How much time is available to plan and execute the mission?</a:t>
            </a: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What is the adversary’s timeline?</a:t>
            </a: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How does time zone difference affect adversary vs. friendly operations?</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1" u="none" strike="noStrike">
                <a:solidFill>
                  <a:srgbClr val="00004C"/>
                </a:solidFill>
                <a:effectLst/>
                <a:uFillTx/>
                <a:latin typeface="Arial"/>
                <a:ea typeface="Arial"/>
              </a:rPr>
              <a:t>Space Analysis:</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Where is the physical and logical location of the operational environment?</a:t>
            </a: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What Legal and political boundaries apply?</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p:txBody>
      </p:sp>
      <p:sp>
        <p:nvSpPr>
          <p:cNvPr id="537"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Time/Space/Logistics &amp; Civilian Considerations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8"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1" u="none" strike="noStrike">
                <a:solidFill>
                  <a:srgbClr val="00004C"/>
                </a:solidFill>
                <a:effectLst/>
                <a:uFillTx/>
                <a:latin typeface="Arial"/>
                <a:ea typeface="Arial"/>
              </a:rPr>
              <a:t>Logistics Analysis:</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Are the required tools and infrastructure available and provisioned?</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1" u="none" strike="noStrike">
                <a:solidFill>
                  <a:srgbClr val="00004C"/>
                </a:solidFill>
                <a:effectLst/>
                <a:uFillTx/>
                <a:latin typeface="Arial"/>
                <a:ea typeface="Arial"/>
              </a:rPr>
              <a:t>Civilian Considerations:</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How will operations potentially affect non-combatants?</a:t>
            </a: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Are we operating on critical infrastructure (e.g., power grid, financial services)? What are the potential collateral effects?</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p:txBody>
      </p:sp>
      <p:sp>
        <p:nvSpPr>
          <p:cNvPr id="539"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Time/Space/Logistics &amp; Civilian Considerations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0" name="PlaceHolder 1"/>
          <p:cNvSpPr>
            <a:spLocks noGrp="1"/>
          </p:cNvSpPr>
          <p:nvPr>
            <p:ph type="title"/>
          </p:nvPr>
        </p:nvSpPr>
        <p:spPr>
          <a:xfrm>
            <a:off x="1723680" y="549360"/>
            <a:ext cx="9963000" cy="2852280"/>
          </a:xfrm>
          <a:prstGeom prst="rect">
            <a:avLst/>
          </a:prstGeom>
          <a:noFill/>
          <a:ln w="0">
            <a:noFill/>
          </a:ln>
        </p:spPr>
        <p:txBody>
          <a:bodyPr lIns="91440" tIns="91440" rIns="91440" bIns="91440" anchor="b">
            <a:noAutofit/>
          </a:bodyPr>
          <a:p>
            <a:pPr indent="0" algn="ctr">
              <a:lnSpc>
                <a:spcPct val="90000"/>
              </a:lnSpc>
              <a:buNone/>
              <a:tabLst>
                <a:tab pos="0" algn="l"/>
              </a:tabLst>
            </a:pPr>
            <a:r>
              <a:rPr lang="en-US" sz="3400" b="1" u="none" strike="noStrike">
                <a:solidFill>
                  <a:srgbClr val="00004C"/>
                </a:solidFill>
                <a:effectLst/>
                <a:uFillTx/>
                <a:latin typeface="Arial"/>
                <a:ea typeface="Arial"/>
              </a:rPr>
              <a:t>Enemy’s Most Likely Course of Action (EMLCOA)</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1"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0" u="none" strike="noStrike">
                <a:solidFill>
                  <a:srgbClr val="00004C"/>
                </a:solidFill>
                <a:effectLst/>
                <a:uFillTx/>
                <a:latin typeface="Arial"/>
                <a:ea typeface="Arial"/>
              </a:rPr>
              <a:t>After completing the METT-TC analysis, synthesize the findings to develop a comprehensive assumption of enemy actions. The EMLOCOA answers three questions:</a:t>
            </a:r>
            <a:endParaRPr lang="en-US" sz="2600" b="0" u="none" strike="noStrike">
              <a:solidFill>
                <a:srgbClr val="000000"/>
              </a:solidFill>
              <a:effectLst/>
              <a:uFillTx/>
              <a:latin typeface="Arial"/>
            </a:endParaRPr>
          </a:p>
          <a:p>
            <a:pPr marL="169200" indent="0" algn="l">
              <a:lnSpc>
                <a:spcPct val="90000"/>
              </a:lnSpc>
              <a:spcBef>
                <a:spcPts val="799"/>
              </a:spcBef>
              <a:buNone/>
              <a:tabLst>
                <a:tab pos="0" algn="l"/>
              </a:tabLst>
            </a:pP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1" u="none" strike="noStrike">
                <a:solidFill>
                  <a:srgbClr val="00004C"/>
                </a:solidFill>
                <a:effectLst/>
                <a:uFillTx/>
                <a:latin typeface="Arial"/>
                <a:ea typeface="Arial"/>
              </a:rPr>
              <a:t>What is the enemy’s mission?</a:t>
            </a:r>
            <a:endParaRPr lang="en-US" sz="210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1" u="none" strike="noStrike">
                <a:solidFill>
                  <a:srgbClr val="00004C"/>
                </a:solidFill>
                <a:effectLst/>
                <a:uFillTx/>
                <a:latin typeface="Arial"/>
                <a:ea typeface="Arial"/>
              </a:rPr>
              <a:t>Example</a:t>
            </a:r>
            <a:r>
              <a:rPr lang="en-US" sz="1870" b="0" u="none" strike="noStrike">
                <a:solidFill>
                  <a:srgbClr val="00004C"/>
                </a:solidFill>
                <a:effectLst/>
                <a:uFillTx/>
                <a:latin typeface="Arial"/>
                <a:ea typeface="Arial"/>
              </a:rPr>
              <a:t>: Is the enemy trying to achieve a specific tactical task like Exfiltrate sensitive data, or Disrupt a critical service?</a:t>
            </a:r>
            <a:endParaRPr lang="en-US" sz="1870" b="0" u="none" strike="noStrike">
              <a:solidFill>
                <a:srgbClr val="000000"/>
              </a:solidFill>
              <a:effectLst/>
              <a:uFillTx/>
              <a:latin typeface="Arial"/>
            </a:endParaRPr>
          </a:p>
          <a:p>
            <a:pPr marL="1431000" indent="0" algn="l">
              <a:lnSpc>
                <a:spcPct val="90000"/>
              </a:lnSpc>
              <a:spcBef>
                <a:spcPts val="400"/>
              </a:spcBef>
              <a:buNone/>
              <a:tabLst>
                <a:tab pos="0" algn="l"/>
              </a:tabLst>
            </a:pPr>
            <a:endParaRPr lang="en-US" sz="1870" b="0" u="none" strike="noStrike">
              <a:solidFill>
                <a:srgbClr val="000000"/>
              </a:solidFill>
              <a:effectLst/>
              <a:uFillTx/>
              <a:latin typeface="Arial"/>
            </a:endParaRPr>
          </a:p>
          <a:p>
            <a:pPr marL="1164240" lvl="1" indent="-343080" algn="l">
              <a:lnSpc>
                <a:spcPct val="90000"/>
              </a:lnSpc>
              <a:spcBef>
                <a:spcPts val="400"/>
              </a:spcBef>
              <a:buClr>
                <a:srgbClr val="000000"/>
              </a:buClr>
              <a:buFont typeface="Arial"/>
              <a:buChar char="•"/>
              <a:tabLst>
                <a:tab pos="0" algn="l"/>
              </a:tabLst>
            </a:pPr>
            <a:r>
              <a:rPr lang="en-US" sz="2100" b="1" u="none" strike="noStrike">
                <a:solidFill>
                  <a:srgbClr val="00004C"/>
                </a:solidFill>
                <a:effectLst/>
                <a:uFillTx/>
                <a:latin typeface="Arial"/>
                <a:ea typeface="Arial"/>
              </a:rPr>
              <a:t>What is the enemy’s current tactical activity?</a:t>
            </a:r>
            <a:endParaRPr lang="en-US" sz="2100" b="0" u="none" strike="noStrike">
              <a:solidFill>
                <a:srgbClr val="000000"/>
              </a:solidFill>
              <a:effectLst/>
              <a:uFillTx/>
              <a:latin typeface="Arial"/>
            </a:endParaRPr>
          </a:p>
          <a:p>
            <a:pPr marL="1773720" lvl="2" indent="-343080" algn="l">
              <a:lnSpc>
                <a:spcPct val="90000"/>
              </a:lnSpc>
              <a:spcBef>
                <a:spcPts val="400"/>
              </a:spcBef>
              <a:buClr>
                <a:srgbClr val="000000"/>
              </a:buClr>
              <a:buFont typeface="Arial"/>
              <a:buChar char="•"/>
              <a:tabLst>
                <a:tab pos="0" algn="l"/>
              </a:tabLst>
            </a:pPr>
            <a:r>
              <a:rPr lang="en-US" sz="1870" b="1" u="none" strike="noStrike">
                <a:solidFill>
                  <a:srgbClr val="00004C"/>
                </a:solidFill>
                <a:effectLst/>
                <a:uFillTx/>
                <a:latin typeface="Arial"/>
                <a:ea typeface="Arial"/>
              </a:rPr>
              <a:t>Example</a:t>
            </a:r>
            <a:r>
              <a:rPr lang="en-US" sz="1870" b="0" u="none" strike="noStrike">
                <a:solidFill>
                  <a:srgbClr val="00004C"/>
                </a:solidFill>
                <a:effectLst/>
                <a:uFillTx/>
                <a:latin typeface="Arial"/>
                <a:ea typeface="Arial"/>
              </a:rPr>
              <a:t>: Are they staging tools for an attack? Conducting active reconnaissance? Maintaining persistence?</a:t>
            </a:r>
            <a:endParaRPr lang="en-US" sz="1870" b="0" u="none" strike="noStrike">
              <a:solidFill>
                <a:srgbClr val="000000"/>
              </a:solidFill>
              <a:effectLst/>
              <a:uFillTx/>
              <a:latin typeface="Arial"/>
            </a:endParaRPr>
          </a:p>
          <a:p>
            <a:pPr marL="1773720" indent="-272880" algn="l">
              <a:lnSpc>
                <a:spcPct val="90000"/>
              </a:lnSpc>
              <a:spcBef>
                <a:spcPts val="400"/>
              </a:spcBef>
              <a:buNone/>
              <a:tabLst>
                <a:tab pos="0" algn="l"/>
              </a:tabLst>
            </a:pPr>
            <a:endParaRPr lang="en-US" sz="1870" b="0" u="none" strike="noStrike">
              <a:solidFill>
                <a:srgbClr val="000000"/>
              </a:solidFill>
              <a:effectLst/>
              <a:uFillTx/>
              <a:latin typeface="Arial"/>
            </a:endParaRPr>
          </a:p>
          <a:p>
            <a:pPr marL="1164240" lvl="1" indent="-343080" algn="l">
              <a:lnSpc>
                <a:spcPct val="90000"/>
              </a:lnSpc>
              <a:spcBef>
                <a:spcPts val="400"/>
              </a:spcBef>
              <a:buClr>
                <a:srgbClr val="000000"/>
              </a:buClr>
              <a:buFont typeface="Arial"/>
              <a:buChar char="•"/>
              <a:tabLst>
                <a:tab pos="0" algn="l"/>
              </a:tabLst>
            </a:pPr>
            <a:r>
              <a:rPr lang="en-US" sz="2100" b="1" u="none" strike="noStrike">
                <a:solidFill>
                  <a:srgbClr val="00004C"/>
                </a:solidFill>
                <a:effectLst/>
                <a:uFillTx/>
                <a:latin typeface="Arial"/>
                <a:ea typeface="Arial"/>
              </a:rPr>
              <a:t>What are the enemy’s actions on contact?</a:t>
            </a:r>
            <a:endParaRPr lang="en-US" sz="2100" b="0" u="none" strike="noStrike">
              <a:solidFill>
                <a:srgbClr val="000000"/>
              </a:solidFill>
              <a:effectLst/>
              <a:uFillTx/>
              <a:latin typeface="Arial"/>
            </a:endParaRPr>
          </a:p>
          <a:p>
            <a:pPr marL="1773720" lvl="2" indent="-343080" algn="l">
              <a:lnSpc>
                <a:spcPct val="90000"/>
              </a:lnSpc>
              <a:spcBef>
                <a:spcPts val="400"/>
              </a:spcBef>
              <a:buClr>
                <a:srgbClr val="000000"/>
              </a:buClr>
              <a:buFont typeface="Arial"/>
              <a:buChar char="•"/>
              <a:tabLst>
                <a:tab pos="0" algn="l"/>
              </a:tabLst>
            </a:pPr>
            <a:r>
              <a:rPr lang="en-US" sz="1870" b="1" u="none" strike="noStrike">
                <a:solidFill>
                  <a:srgbClr val="00004C"/>
                </a:solidFill>
                <a:effectLst/>
                <a:uFillTx/>
                <a:latin typeface="Arial"/>
                <a:ea typeface="Arial"/>
              </a:rPr>
              <a:t>Example</a:t>
            </a:r>
            <a:r>
              <a:rPr lang="en-US" sz="1870" b="0" u="none" strike="noStrike">
                <a:solidFill>
                  <a:srgbClr val="00004C"/>
                </a:solidFill>
                <a:effectLst/>
                <a:uFillTx/>
                <a:latin typeface="Arial"/>
                <a:ea typeface="Arial"/>
              </a:rPr>
              <a:t>: How will they react when we take action against them? Will they delete their presence, deploy ransomware, or escalate their activity?</a:t>
            </a:r>
            <a:endParaRPr lang="en-US" sz="1870" b="0" u="none" strike="noStrike">
              <a:solidFill>
                <a:srgbClr val="000000"/>
              </a:solidFill>
              <a:effectLst/>
              <a:uFillTx/>
              <a:latin typeface="Arial"/>
            </a:endParaRPr>
          </a:p>
        </p:txBody>
      </p:sp>
      <p:sp>
        <p:nvSpPr>
          <p:cNvPr id="542"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EMLCOA</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3" name="PlaceHolder 1"/>
          <p:cNvSpPr>
            <a:spLocks noGrp="1"/>
          </p:cNvSpPr>
          <p:nvPr>
            <p:ph/>
          </p:nvPr>
        </p:nvSpPr>
        <p:spPr>
          <a:xfrm>
            <a:off x="1510200" y="1188720"/>
            <a:ext cx="10361160" cy="513108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1" u="none" strike="noStrike">
                <a:solidFill>
                  <a:srgbClr val="00004C"/>
                </a:solidFill>
                <a:effectLst/>
                <a:uFillTx/>
                <a:latin typeface="Arial"/>
                <a:ea typeface="Arial"/>
              </a:rPr>
              <a:t>Practical Application: EMLCOA Analysis Group Discussion</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1" u="none" strike="noStrike">
                <a:solidFill>
                  <a:srgbClr val="00004C"/>
                </a:solidFill>
                <a:effectLst/>
                <a:uFillTx/>
                <a:latin typeface="Arial"/>
                <a:ea typeface="Arial"/>
              </a:rPr>
              <a:t>Objective: </a:t>
            </a:r>
            <a:r>
              <a:rPr lang="en-US" sz="2100" b="0" u="none" strike="noStrike">
                <a:solidFill>
                  <a:srgbClr val="00004C"/>
                </a:solidFill>
                <a:effectLst/>
                <a:uFillTx/>
                <a:latin typeface="Arial"/>
                <a:ea typeface="Arial"/>
              </a:rPr>
              <a:t>Evaluate and document the Enemy’s most likely course of action</a:t>
            </a:r>
            <a:endParaRPr lang="en-US" sz="21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1" u="none" strike="noStrike">
                <a:solidFill>
                  <a:srgbClr val="00004C"/>
                </a:solidFill>
                <a:effectLst/>
                <a:uFillTx/>
                <a:latin typeface="Arial"/>
                <a:ea typeface="Arial"/>
              </a:rPr>
              <a:t>Instructions:</a:t>
            </a: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Continue to use the ESET Whitepaper to answer the following 3 questions.</a:t>
            </a:r>
            <a:endParaRPr lang="en-US" sz="210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1" u="none" strike="noStrike">
                <a:solidFill>
                  <a:srgbClr val="00004C"/>
                </a:solidFill>
                <a:effectLst/>
                <a:uFillTx/>
                <a:latin typeface="Arial"/>
                <a:ea typeface="Arial"/>
              </a:rPr>
              <a:t>What is the enemy’s mission?</a:t>
            </a:r>
            <a:endParaRPr lang="en-US" sz="187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1" u="none" strike="noStrike">
                <a:solidFill>
                  <a:srgbClr val="00004C"/>
                </a:solidFill>
                <a:effectLst/>
                <a:uFillTx/>
                <a:latin typeface="Arial"/>
                <a:ea typeface="Arial"/>
              </a:rPr>
              <a:t>What is the enemy’s current tactical activity?</a:t>
            </a:r>
            <a:endParaRPr lang="en-US" sz="187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1" u="none" strike="noStrike">
                <a:solidFill>
                  <a:srgbClr val="00004C"/>
                </a:solidFill>
                <a:effectLst/>
                <a:uFillTx/>
                <a:latin typeface="Arial"/>
                <a:ea typeface="Arial"/>
              </a:rPr>
              <a:t>What are the enemy’s actions on contact?</a:t>
            </a:r>
            <a:endParaRPr lang="en-US" sz="1870" b="0" u="none" strike="noStrike">
              <a:solidFill>
                <a:srgbClr val="000000"/>
              </a:solidFill>
              <a:effectLst/>
              <a:uFillTx/>
              <a:latin typeface="Arial"/>
            </a:endParaRPr>
          </a:p>
          <a:p>
            <a:pPr marL="1431000" indent="0" algn="l">
              <a:lnSpc>
                <a:spcPct val="90000"/>
              </a:lnSpc>
              <a:spcBef>
                <a:spcPts val="400"/>
              </a:spcBef>
              <a:buNone/>
              <a:tabLst>
                <a:tab pos="0" algn="l"/>
              </a:tabLst>
            </a:pPr>
            <a:endParaRPr lang="en-US" sz="187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Be prepared to share your group's assessment.</a:t>
            </a:r>
            <a:endParaRPr lang="en-US" sz="2100" b="0" u="none" strike="noStrike">
              <a:solidFill>
                <a:srgbClr val="000000"/>
              </a:solidFill>
              <a:effectLst/>
              <a:uFillTx/>
              <a:latin typeface="Arial"/>
            </a:endParaRPr>
          </a:p>
        </p:txBody>
      </p:sp>
      <p:sp>
        <p:nvSpPr>
          <p:cNvPr id="544"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EMLCOA</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5" name="PlaceHolder 1"/>
          <p:cNvSpPr>
            <a:spLocks noGrp="1"/>
          </p:cNvSpPr>
          <p:nvPr>
            <p:ph/>
          </p:nvPr>
        </p:nvSpPr>
        <p:spPr>
          <a:xfrm>
            <a:off x="1510200" y="1188720"/>
            <a:ext cx="10361160" cy="5131080"/>
          </a:xfrm>
          <a:prstGeom prst="rect">
            <a:avLst/>
          </a:prstGeom>
          <a:noFill/>
          <a:ln w="0">
            <a:noFill/>
          </a:ln>
        </p:spPr>
        <p:txBody>
          <a:bodyPr lIns="91440" tIns="91440" rIns="91440" bIns="91440" anchor="t">
            <a:noAutofit/>
          </a:bodyPr>
          <a:p>
            <a:pPr indent="0" algn="l">
              <a:lnSpc>
                <a:spcPct val="90000"/>
              </a:lnSpc>
              <a:spcBef>
                <a:spcPts val="799"/>
              </a:spcBef>
              <a:buNone/>
              <a:tabLst>
                <a:tab pos="0" algn="l"/>
              </a:tabLst>
            </a:pP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1" u="none" strike="noStrike">
                <a:solidFill>
                  <a:srgbClr val="00004C"/>
                </a:solidFill>
                <a:effectLst/>
                <a:uFillTx/>
                <a:latin typeface="Arial"/>
                <a:ea typeface="Arial"/>
              </a:rPr>
              <a:t>The enemy’s mission</a:t>
            </a:r>
            <a:endParaRPr lang="en-US" sz="2100" b="0" u="none" strike="noStrike">
              <a:solidFill>
                <a:srgbClr val="000000"/>
              </a:solidFill>
              <a:effectLst/>
              <a:uFillTx/>
              <a:latin typeface="Arial"/>
            </a:endParaRPr>
          </a:p>
          <a:p>
            <a:pPr indent="0" algn="l">
              <a:lnSpc>
                <a:spcPct val="100000"/>
              </a:lnSpc>
              <a:spcBef>
                <a:spcPts val="360"/>
              </a:spcBef>
              <a:buNone/>
              <a:tabLst>
                <a:tab pos="0" algn="l"/>
              </a:tabLst>
            </a:pPr>
            <a:endParaRPr lang="en-US" sz="1870" b="0" u="none" strike="noStrike">
              <a:solidFill>
                <a:srgbClr val="000000"/>
              </a:solidFill>
              <a:effectLst/>
              <a:uFillTx/>
              <a:latin typeface="Arial"/>
            </a:endParaRPr>
          </a:p>
          <a:p>
            <a:pPr marL="1431000" indent="0" algn="l">
              <a:lnSpc>
                <a:spcPct val="90000"/>
              </a:lnSpc>
              <a:spcBef>
                <a:spcPts val="400"/>
              </a:spcBef>
              <a:buNone/>
              <a:tabLst>
                <a:tab pos="0" algn="l"/>
              </a:tabLst>
            </a:pPr>
            <a:endParaRPr lang="en-US" sz="1870" b="0" u="none" strike="noStrike">
              <a:solidFill>
                <a:srgbClr val="000000"/>
              </a:solidFill>
              <a:effectLst/>
              <a:uFillTx/>
              <a:latin typeface="Arial"/>
            </a:endParaRPr>
          </a:p>
          <a:p>
            <a:pPr marL="1164240" lvl="1" indent="-343080" algn="l">
              <a:lnSpc>
                <a:spcPct val="90000"/>
              </a:lnSpc>
              <a:spcBef>
                <a:spcPts val="400"/>
              </a:spcBef>
              <a:buClr>
                <a:srgbClr val="000000"/>
              </a:buClr>
              <a:buFont typeface="Arial"/>
              <a:buChar char="•"/>
              <a:tabLst>
                <a:tab pos="0" algn="l"/>
              </a:tabLst>
            </a:pPr>
            <a:r>
              <a:rPr lang="en-US" sz="2100" b="1" u="none" strike="noStrike">
                <a:solidFill>
                  <a:srgbClr val="00004C"/>
                </a:solidFill>
                <a:effectLst/>
                <a:uFillTx/>
                <a:latin typeface="Arial"/>
                <a:ea typeface="Arial"/>
              </a:rPr>
              <a:t>The enemy’s current tactical activity</a:t>
            </a:r>
            <a:endParaRPr lang="en-US" sz="2100" b="0" u="none" strike="noStrike">
              <a:solidFill>
                <a:srgbClr val="000000"/>
              </a:solidFill>
              <a:effectLst/>
              <a:uFillTx/>
              <a:latin typeface="Arial"/>
            </a:endParaRPr>
          </a:p>
          <a:p>
            <a:pPr indent="0" algn="l">
              <a:lnSpc>
                <a:spcPct val="100000"/>
              </a:lnSpc>
              <a:spcBef>
                <a:spcPts val="360"/>
              </a:spcBef>
              <a:buNone/>
              <a:tabLst>
                <a:tab pos="0" algn="l"/>
              </a:tabLst>
            </a:pPr>
            <a:endParaRPr lang="en-US" sz="1870" b="0" u="none" strike="noStrike">
              <a:solidFill>
                <a:srgbClr val="000000"/>
              </a:solidFill>
              <a:effectLst/>
              <a:uFillTx/>
              <a:latin typeface="Arial"/>
            </a:endParaRPr>
          </a:p>
          <a:p>
            <a:pPr marL="1773720" indent="-272880" algn="l">
              <a:lnSpc>
                <a:spcPct val="90000"/>
              </a:lnSpc>
              <a:spcBef>
                <a:spcPts val="400"/>
              </a:spcBef>
              <a:buNone/>
              <a:tabLst>
                <a:tab pos="0" algn="l"/>
              </a:tabLst>
            </a:pPr>
            <a:endParaRPr lang="en-US" sz="1870" b="0" u="none" strike="noStrike">
              <a:solidFill>
                <a:srgbClr val="000000"/>
              </a:solidFill>
              <a:effectLst/>
              <a:uFillTx/>
              <a:latin typeface="Arial"/>
            </a:endParaRPr>
          </a:p>
          <a:p>
            <a:pPr marL="1164240" lvl="1" indent="-343080" algn="l">
              <a:lnSpc>
                <a:spcPct val="90000"/>
              </a:lnSpc>
              <a:spcBef>
                <a:spcPts val="400"/>
              </a:spcBef>
              <a:buClr>
                <a:srgbClr val="000000"/>
              </a:buClr>
              <a:buFont typeface="Arial"/>
              <a:buChar char="•"/>
              <a:tabLst>
                <a:tab pos="0" algn="l"/>
              </a:tabLst>
            </a:pPr>
            <a:r>
              <a:rPr lang="en-US" sz="2100" b="1" u="none" strike="noStrike">
                <a:solidFill>
                  <a:srgbClr val="00004C"/>
                </a:solidFill>
                <a:effectLst/>
                <a:uFillTx/>
                <a:latin typeface="Arial"/>
                <a:ea typeface="Arial"/>
              </a:rPr>
              <a:t>The enemy’s actions on contact</a:t>
            </a:r>
            <a:endParaRPr lang="en-US" sz="2100" b="0" u="none" strike="noStrike">
              <a:solidFill>
                <a:srgbClr val="000000"/>
              </a:solidFill>
              <a:effectLst/>
              <a:uFillTx/>
              <a:latin typeface="Arial"/>
            </a:endParaRPr>
          </a:p>
          <a:p>
            <a:pPr indent="0" algn="l">
              <a:lnSpc>
                <a:spcPct val="100000"/>
              </a:lnSpc>
              <a:spcBef>
                <a:spcPts val="360"/>
              </a:spcBef>
              <a:buNone/>
              <a:tabLst>
                <a:tab pos="0" algn="l"/>
              </a:tabLst>
            </a:pPr>
            <a:endParaRPr lang="en-US" sz="1870" b="0" u="none" strike="noStrike">
              <a:solidFill>
                <a:srgbClr val="000000"/>
              </a:solidFill>
              <a:effectLst/>
              <a:uFillTx/>
              <a:latin typeface="Arial"/>
            </a:endParaRPr>
          </a:p>
        </p:txBody>
      </p:sp>
      <p:sp>
        <p:nvSpPr>
          <p:cNvPr id="546"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EMLCOA</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7" name="PlaceHolder 1"/>
          <p:cNvSpPr>
            <a:spLocks noGrp="1"/>
          </p:cNvSpPr>
          <p:nvPr>
            <p:ph type="title"/>
          </p:nvPr>
        </p:nvSpPr>
        <p:spPr>
          <a:xfrm>
            <a:off x="1723680" y="549360"/>
            <a:ext cx="9963000" cy="2852280"/>
          </a:xfrm>
          <a:prstGeom prst="rect">
            <a:avLst/>
          </a:prstGeom>
          <a:noFill/>
          <a:ln w="0">
            <a:noFill/>
          </a:ln>
        </p:spPr>
        <p:txBody>
          <a:bodyPr lIns="91440" tIns="91440" rIns="91440" bIns="91440" anchor="b">
            <a:noAutofit/>
          </a:bodyPr>
          <a:p>
            <a:pPr indent="0" algn="ctr">
              <a:lnSpc>
                <a:spcPct val="90000"/>
              </a:lnSpc>
              <a:buNone/>
              <a:tabLst>
                <a:tab pos="0" algn="l"/>
              </a:tabLst>
            </a:pPr>
            <a:r>
              <a:rPr lang="en-US" sz="3400" b="1" u="none" strike="noStrike">
                <a:solidFill>
                  <a:srgbClr val="00004C"/>
                </a:solidFill>
                <a:effectLst/>
                <a:uFillTx/>
                <a:latin typeface="Arial"/>
                <a:ea typeface="Arial"/>
              </a:rPr>
              <a:t>Center of Gravity Analysis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8"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1" u="none" strike="noStrike">
                <a:solidFill>
                  <a:srgbClr val="00004C"/>
                </a:solidFill>
                <a:effectLst/>
                <a:uFillTx/>
                <a:latin typeface="Arial"/>
                <a:ea typeface="Arial"/>
              </a:rPr>
              <a:t>Center of Gravity (CoG):</a:t>
            </a:r>
            <a:endParaRPr lang="en-US" sz="2600" b="0" u="none" strike="noStrike">
              <a:solidFill>
                <a:srgbClr val="000000"/>
              </a:solidFill>
              <a:effectLst/>
              <a:uFillTx/>
              <a:latin typeface="Arial"/>
            </a:endParaRPr>
          </a:p>
          <a:p>
            <a:pPr marL="169200" indent="0" algn="l">
              <a:lnSpc>
                <a:spcPct val="90000"/>
              </a:lnSpc>
              <a:spcBef>
                <a:spcPts val="799"/>
              </a:spcBef>
              <a:buNone/>
              <a:tabLst>
                <a:tab pos="0" algn="l"/>
              </a:tabLst>
            </a:pP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1" u="none" strike="noStrike">
                <a:solidFill>
                  <a:srgbClr val="00004C"/>
                </a:solidFill>
                <a:effectLst/>
                <a:uFillTx/>
                <a:latin typeface="Arial"/>
                <a:ea typeface="Arial"/>
              </a:rPr>
              <a:t>Definition</a:t>
            </a:r>
            <a:r>
              <a:rPr lang="en-US" sz="2100" b="0" u="none" strike="noStrike">
                <a:solidFill>
                  <a:srgbClr val="00004C"/>
                </a:solidFill>
                <a:effectLst/>
                <a:uFillTx/>
                <a:latin typeface="Arial"/>
                <a:ea typeface="Arial"/>
              </a:rPr>
              <a:t>: “That element or capability which allows the enemy to execute their mission or scheme of maneuver successfully.”</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1" u="none" strike="noStrike">
                <a:solidFill>
                  <a:srgbClr val="00004C"/>
                </a:solidFill>
                <a:effectLst/>
                <a:uFillTx/>
                <a:latin typeface="Arial"/>
                <a:ea typeface="Arial"/>
              </a:rPr>
              <a:t>Key</a:t>
            </a:r>
            <a:r>
              <a:rPr lang="en-US" sz="2100" b="0" u="none" strike="noStrike">
                <a:solidFill>
                  <a:srgbClr val="00004C"/>
                </a:solidFill>
                <a:effectLst/>
                <a:uFillTx/>
                <a:latin typeface="Arial"/>
                <a:ea typeface="Arial"/>
              </a:rPr>
              <a:t> </a:t>
            </a:r>
            <a:r>
              <a:rPr lang="en-US" sz="2100" b="1" u="none" strike="noStrike">
                <a:solidFill>
                  <a:srgbClr val="00004C"/>
                </a:solidFill>
                <a:effectLst/>
                <a:uFillTx/>
                <a:latin typeface="Arial"/>
                <a:ea typeface="Arial"/>
              </a:rPr>
              <a:t>Question</a:t>
            </a:r>
            <a:r>
              <a:rPr lang="en-US" sz="2100" b="0" u="none" strike="noStrike">
                <a:solidFill>
                  <a:srgbClr val="00004C"/>
                </a:solidFill>
                <a:effectLst/>
                <a:uFillTx/>
                <a:latin typeface="Arial"/>
                <a:ea typeface="Arial"/>
              </a:rPr>
              <a:t>: Based on the EMLCOA, what is the one thing that is most critical for the enemy’s success?</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1" u="none" strike="noStrike">
                <a:solidFill>
                  <a:srgbClr val="00004C"/>
                </a:solidFill>
                <a:effectLst/>
                <a:uFillTx/>
                <a:latin typeface="Arial"/>
                <a:ea typeface="Arial"/>
              </a:rPr>
              <a:t>Example</a:t>
            </a:r>
            <a:r>
              <a:rPr lang="en-US" sz="1870" b="0" u="none" strike="noStrike">
                <a:solidFill>
                  <a:srgbClr val="00004C"/>
                </a:solidFill>
                <a:effectLst/>
                <a:uFillTx/>
                <a:latin typeface="Arial"/>
                <a:ea typeface="Arial"/>
              </a:rPr>
              <a:t>: The enemy’s CoG is their persistent, undetected access achieved through a combination of stealth and compromised administrative credentials.</a:t>
            </a:r>
            <a:endParaRPr lang="en-US" sz="1870" b="0" u="none" strike="noStrike">
              <a:solidFill>
                <a:srgbClr val="000000"/>
              </a:solidFill>
              <a:effectLst/>
              <a:uFillTx/>
              <a:latin typeface="Arial"/>
            </a:endParaRPr>
          </a:p>
        </p:txBody>
      </p:sp>
      <p:sp>
        <p:nvSpPr>
          <p:cNvPr id="549"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Center of Gravity</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0"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1" u="none" strike="noStrike">
                <a:solidFill>
                  <a:srgbClr val="00004C"/>
                </a:solidFill>
                <a:effectLst/>
                <a:uFillTx/>
                <a:latin typeface="Arial"/>
                <a:ea typeface="Arial"/>
              </a:rPr>
              <a:t>Critical Capabilities (CCs):</a:t>
            </a:r>
            <a:endParaRPr lang="en-US" sz="2600" b="0" u="none" strike="noStrike">
              <a:solidFill>
                <a:srgbClr val="000000"/>
              </a:solidFill>
              <a:effectLst/>
              <a:uFillTx/>
              <a:latin typeface="Arial"/>
            </a:endParaRPr>
          </a:p>
          <a:p>
            <a:pPr marL="169200" indent="0" algn="l">
              <a:lnSpc>
                <a:spcPct val="90000"/>
              </a:lnSpc>
              <a:spcBef>
                <a:spcPts val="799"/>
              </a:spcBef>
              <a:buNone/>
              <a:tabLst>
                <a:tab pos="0" algn="l"/>
              </a:tabLst>
            </a:pP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1" u="none" strike="noStrike">
                <a:solidFill>
                  <a:srgbClr val="00004C"/>
                </a:solidFill>
                <a:effectLst/>
                <a:uFillTx/>
                <a:latin typeface="Arial"/>
                <a:ea typeface="Arial"/>
              </a:rPr>
              <a:t>Definition</a:t>
            </a:r>
            <a:r>
              <a:rPr lang="en-US" sz="2100" b="0" u="none" strike="noStrike">
                <a:solidFill>
                  <a:srgbClr val="00004C"/>
                </a:solidFill>
                <a:effectLst/>
                <a:uFillTx/>
                <a:latin typeface="Arial"/>
                <a:ea typeface="Arial"/>
              </a:rPr>
              <a:t>: “The primary abilities or key actions (often written as verbs like </a:t>
            </a:r>
            <a:r>
              <a:rPr lang="en-US" sz="2100" b="0" i="1" u="none" strike="noStrike">
                <a:solidFill>
                  <a:srgbClr val="00004C"/>
                </a:solidFill>
                <a:effectLst/>
                <a:uFillTx/>
                <a:latin typeface="Google Sans"/>
                <a:ea typeface="Google Sans"/>
              </a:rPr>
              <a:t>defend</a:t>
            </a:r>
            <a:r>
              <a:rPr lang="en-US" sz="2100" b="0" u="none" strike="noStrike">
                <a:solidFill>
                  <a:srgbClr val="00004C"/>
                </a:solidFill>
                <a:effectLst/>
                <a:uFillTx/>
                <a:latin typeface="Arial"/>
                <a:ea typeface="Arial"/>
              </a:rPr>
              <a:t>, </a:t>
            </a:r>
            <a:r>
              <a:rPr lang="en-US" sz="2100" b="0" i="1" u="none" strike="noStrike">
                <a:solidFill>
                  <a:srgbClr val="00004C"/>
                </a:solidFill>
                <a:effectLst/>
                <a:uFillTx/>
                <a:latin typeface="Google Sans"/>
                <a:ea typeface="Google Sans"/>
              </a:rPr>
              <a:t>strike</a:t>
            </a:r>
            <a:r>
              <a:rPr lang="en-US" sz="2100" b="0" u="none" strike="noStrike">
                <a:solidFill>
                  <a:srgbClr val="00004C"/>
                </a:solidFill>
                <a:effectLst/>
                <a:uFillTx/>
                <a:latin typeface="Arial"/>
                <a:ea typeface="Arial"/>
              </a:rPr>
              <a:t>, </a:t>
            </a:r>
            <a:r>
              <a:rPr lang="en-US" sz="2100" b="0" i="1" u="none" strike="noStrike">
                <a:solidFill>
                  <a:srgbClr val="00004C"/>
                </a:solidFill>
                <a:effectLst/>
                <a:uFillTx/>
                <a:latin typeface="Google Sans"/>
                <a:ea typeface="Google Sans"/>
              </a:rPr>
              <a:t>command</a:t>
            </a:r>
            <a:r>
              <a:rPr lang="en-US" sz="2100" b="0" u="none" strike="noStrike">
                <a:solidFill>
                  <a:srgbClr val="00004C"/>
                </a:solidFill>
                <a:effectLst/>
                <a:uFillTx/>
                <a:latin typeface="Arial"/>
                <a:ea typeface="Arial"/>
              </a:rPr>
              <a:t>, or </a:t>
            </a:r>
            <a:r>
              <a:rPr lang="en-US" sz="2100" b="0" i="1" u="none" strike="noStrike">
                <a:solidFill>
                  <a:srgbClr val="00004C"/>
                </a:solidFill>
                <a:effectLst/>
                <a:uFillTx/>
                <a:latin typeface="Google Sans"/>
                <a:ea typeface="Google Sans"/>
              </a:rPr>
              <a:t>mobilize</a:t>
            </a:r>
            <a:r>
              <a:rPr lang="en-US" sz="2100" b="0" u="none" strike="noStrike">
                <a:solidFill>
                  <a:srgbClr val="00004C"/>
                </a:solidFill>
                <a:effectLst/>
                <a:uFillTx/>
                <a:latin typeface="Arial"/>
                <a:ea typeface="Arial"/>
              </a:rPr>
              <a:t>) that allow a COG to exert power.”</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1" u="none" strike="noStrike">
                <a:solidFill>
                  <a:srgbClr val="00004C"/>
                </a:solidFill>
                <a:effectLst/>
                <a:uFillTx/>
                <a:latin typeface="Arial"/>
                <a:ea typeface="Arial"/>
              </a:rPr>
              <a:t>Key</a:t>
            </a:r>
            <a:r>
              <a:rPr lang="en-US" sz="2100" b="0" u="none" strike="noStrike">
                <a:solidFill>
                  <a:srgbClr val="00004C"/>
                </a:solidFill>
                <a:effectLst/>
                <a:uFillTx/>
                <a:latin typeface="Arial"/>
                <a:ea typeface="Arial"/>
              </a:rPr>
              <a:t> </a:t>
            </a:r>
            <a:r>
              <a:rPr lang="en-US" sz="2100" b="1" u="none" strike="noStrike">
                <a:solidFill>
                  <a:srgbClr val="00004C"/>
                </a:solidFill>
                <a:effectLst/>
                <a:uFillTx/>
                <a:latin typeface="Arial"/>
                <a:ea typeface="Arial"/>
              </a:rPr>
              <a:t>Question</a:t>
            </a:r>
            <a:r>
              <a:rPr lang="en-US" sz="2100" b="0" u="none" strike="noStrike">
                <a:solidFill>
                  <a:srgbClr val="00004C"/>
                </a:solidFill>
                <a:effectLst/>
                <a:uFillTx/>
                <a:latin typeface="Arial"/>
                <a:ea typeface="Arial"/>
              </a:rPr>
              <a:t>: Based on the EMLCOA, what abilities or actions (verbs) does the CoG need?</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1" u="none" strike="noStrike">
                <a:solidFill>
                  <a:srgbClr val="00004C"/>
                </a:solidFill>
                <a:effectLst/>
                <a:uFillTx/>
                <a:latin typeface="Arial"/>
                <a:ea typeface="Arial"/>
              </a:rPr>
              <a:t>Example</a:t>
            </a:r>
            <a:r>
              <a:rPr lang="en-US" sz="1870" b="0" u="none" strike="noStrike">
                <a:solidFill>
                  <a:srgbClr val="00004C"/>
                </a:solidFill>
                <a:effectLst/>
                <a:uFillTx/>
                <a:latin typeface="Arial"/>
                <a:ea typeface="Arial"/>
              </a:rPr>
              <a:t>: The enemy’s CC is maneuver through friendly networks.</a:t>
            </a:r>
            <a:endParaRPr lang="en-US" sz="1870" b="0" u="none" strike="noStrike">
              <a:solidFill>
                <a:srgbClr val="000000"/>
              </a:solidFill>
              <a:effectLst/>
              <a:uFillTx/>
              <a:latin typeface="Arial"/>
            </a:endParaRPr>
          </a:p>
        </p:txBody>
      </p:sp>
      <p:sp>
        <p:nvSpPr>
          <p:cNvPr id="551"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Center of Gravity &amp; Critical Capabilities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2"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1" u="none" strike="noStrike">
                <a:solidFill>
                  <a:srgbClr val="00004C"/>
                </a:solidFill>
                <a:effectLst/>
                <a:uFillTx/>
                <a:latin typeface="Arial"/>
                <a:ea typeface="Arial"/>
              </a:rPr>
              <a:t>Critical Requirements (CRs):</a:t>
            </a:r>
            <a:endParaRPr lang="en-US" sz="2600" b="0" u="none" strike="noStrike">
              <a:solidFill>
                <a:srgbClr val="000000"/>
              </a:solidFill>
              <a:effectLst/>
              <a:uFillTx/>
              <a:latin typeface="Arial"/>
            </a:endParaRPr>
          </a:p>
          <a:p>
            <a:pPr marL="169200" indent="0" algn="l">
              <a:lnSpc>
                <a:spcPct val="90000"/>
              </a:lnSpc>
              <a:spcBef>
                <a:spcPts val="799"/>
              </a:spcBef>
              <a:buNone/>
              <a:tabLst>
                <a:tab pos="0" algn="l"/>
              </a:tabLst>
            </a:pP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1" u="none" strike="noStrike">
                <a:solidFill>
                  <a:srgbClr val="00004C"/>
                </a:solidFill>
                <a:effectLst/>
                <a:uFillTx/>
                <a:latin typeface="Arial"/>
                <a:ea typeface="Arial"/>
              </a:rPr>
              <a:t>Definition</a:t>
            </a:r>
            <a:r>
              <a:rPr lang="en-US" sz="2100" b="0" u="none" strike="noStrike">
                <a:solidFill>
                  <a:srgbClr val="00004C"/>
                </a:solidFill>
                <a:effectLst/>
                <a:uFillTx/>
                <a:latin typeface="Arial"/>
                <a:ea typeface="Arial"/>
              </a:rPr>
              <a:t>: “The essential conditions, means (things), and specific resources (</a:t>
            </a:r>
            <a:r>
              <a:rPr lang="en-US" sz="2100" b="0" i="1" u="none" strike="noStrike">
                <a:solidFill>
                  <a:srgbClr val="00004C"/>
                </a:solidFill>
                <a:effectLst/>
                <a:uFillTx/>
                <a:latin typeface="Google Sans"/>
                <a:ea typeface="Google Sans"/>
              </a:rPr>
              <a:t>nouns</a:t>
            </a:r>
            <a:r>
              <a:rPr lang="en-US" sz="2100" b="0" u="none" strike="noStrike">
                <a:solidFill>
                  <a:srgbClr val="00004C"/>
                </a:solidFill>
                <a:effectLst/>
                <a:uFillTx/>
                <a:latin typeface="Arial"/>
                <a:ea typeface="Arial"/>
              </a:rPr>
              <a:t>) needed to keep those capabilities fully operative.”</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1" u="none" strike="noStrike">
                <a:solidFill>
                  <a:srgbClr val="00004C"/>
                </a:solidFill>
                <a:effectLst/>
                <a:uFillTx/>
                <a:latin typeface="Arial"/>
                <a:ea typeface="Arial"/>
              </a:rPr>
              <a:t>Key</a:t>
            </a:r>
            <a:r>
              <a:rPr lang="en-US" sz="2100" b="0" u="none" strike="noStrike">
                <a:solidFill>
                  <a:srgbClr val="00004C"/>
                </a:solidFill>
                <a:effectLst/>
                <a:uFillTx/>
                <a:latin typeface="Arial"/>
                <a:ea typeface="Arial"/>
              </a:rPr>
              <a:t> </a:t>
            </a:r>
            <a:r>
              <a:rPr lang="en-US" sz="2100" b="1" u="none" strike="noStrike">
                <a:solidFill>
                  <a:srgbClr val="00004C"/>
                </a:solidFill>
                <a:effectLst/>
                <a:uFillTx/>
                <a:latin typeface="Arial"/>
                <a:ea typeface="Arial"/>
              </a:rPr>
              <a:t>Question</a:t>
            </a:r>
            <a:r>
              <a:rPr lang="en-US" sz="2100" b="0" u="none" strike="noStrike">
                <a:solidFill>
                  <a:srgbClr val="00004C"/>
                </a:solidFill>
                <a:effectLst/>
                <a:uFillTx/>
                <a:latin typeface="Arial"/>
                <a:ea typeface="Arial"/>
              </a:rPr>
              <a:t>: Based on the EMLCOA, what things (nouns) does the CoG need?</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1" u="none" strike="noStrike">
                <a:solidFill>
                  <a:srgbClr val="00004C"/>
                </a:solidFill>
                <a:effectLst/>
                <a:uFillTx/>
                <a:latin typeface="Arial"/>
                <a:ea typeface="Arial"/>
              </a:rPr>
              <a:t>Example</a:t>
            </a:r>
            <a:r>
              <a:rPr lang="en-US" sz="1870" b="0" u="none" strike="noStrike">
                <a:solidFill>
                  <a:srgbClr val="00004C"/>
                </a:solidFill>
                <a:effectLst/>
                <a:uFillTx/>
                <a:latin typeface="Arial"/>
                <a:ea typeface="Arial"/>
              </a:rPr>
              <a:t>: The enemy’s CR is electrical power. </a:t>
            </a:r>
            <a:endParaRPr lang="en-US" sz="1870" b="0" u="none" strike="noStrike">
              <a:solidFill>
                <a:srgbClr val="000000"/>
              </a:solidFill>
              <a:effectLst/>
              <a:uFillTx/>
              <a:latin typeface="Arial"/>
            </a:endParaRPr>
          </a:p>
        </p:txBody>
      </p:sp>
      <p:sp>
        <p:nvSpPr>
          <p:cNvPr id="553"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Center of Gravity &amp; Critical Requirements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4"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1" u="none" strike="noStrike">
                <a:solidFill>
                  <a:srgbClr val="00004C"/>
                </a:solidFill>
                <a:effectLst/>
                <a:uFillTx/>
                <a:latin typeface="Arial"/>
                <a:ea typeface="Arial"/>
              </a:rPr>
              <a:t>Critical Vulnerability (CV):</a:t>
            </a:r>
            <a:endParaRPr lang="en-US" sz="2600" b="0" u="none" strike="noStrike">
              <a:solidFill>
                <a:srgbClr val="000000"/>
              </a:solidFill>
              <a:effectLst/>
              <a:uFillTx/>
              <a:latin typeface="Arial"/>
            </a:endParaRPr>
          </a:p>
          <a:p>
            <a:pPr marL="169200" indent="0" algn="l">
              <a:lnSpc>
                <a:spcPct val="90000"/>
              </a:lnSpc>
              <a:spcBef>
                <a:spcPts val="799"/>
              </a:spcBef>
              <a:buNone/>
              <a:tabLst>
                <a:tab pos="0" algn="l"/>
              </a:tabLst>
            </a:pP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1" u="none" strike="noStrike">
                <a:solidFill>
                  <a:srgbClr val="00004C"/>
                </a:solidFill>
                <a:effectLst/>
                <a:uFillTx/>
                <a:latin typeface="Arial"/>
                <a:ea typeface="Arial"/>
              </a:rPr>
              <a:t>Definition</a:t>
            </a:r>
            <a:r>
              <a:rPr lang="en-US" sz="2100" b="0" u="none" strike="noStrike">
                <a:solidFill>
                  <a:srgbClr val="00004C"/>
                </a:solidFill>
                <a:effectLst/>
                <a:uFillTx/>
                <a:latin typeface="Arial"/>
                <a:ea typeface="Arial"/>
              </a:rPr>
              <a:t>: “A vulnerability that, if exploited, will render the enemy’s center of gravity ineffective.”</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1" u="none" strike="noStrike">
                <a:solidFill>
                  <a:srgbClr val="00004C"/>
                </a:solidFill>
                <a:effectLst/>
                <a:uFillTx/>
                <a:latin typeface="Arial"/>
                <a:ea typeface="Arial"/>
              </a:rPr>
              <a:t>Key</a:t>
            </a:r>
            <a:r>
              <a:rPr lang="en-US" sz="2100" b="0" u="none" strike="noStrike">
                <a:solidFill>
                  <a:srgbClr val="00004C"/>
                </a:solidFill>
                <a:effectLst/>
                <a:uFillTx/>
                <a:latin typeface="Arial"/>
                <a:ea typeface="Arial"/>
              </a:rPr>
              <a:t> </a:t>
            </a:r>
            <a:r>
              <a:rPr lang="en-US" sz="2100" b="1" u="none" strike="noStrike">
                <a:solidFill>
                  <a:srgbClr val="00004C"/>
                </a:solidFill>
                <a:effectLst/>
                <a:uFillTx/>
                <a:latin typeface="Arial"/>
                <a:ea typeface="Arial"/>
              </a:rPr>
              <a:t>Question</a:t>
            </a:r>
            <a:r>
              <a:rPr lang="en-US" sz="2100" b="0" u="none" strike="noStrike">
                <a:solidFill>
                  <a:srgbClr val="00004C"/>
                </a:solidFill>
                <a:effectLst/>
                <a:uFillTx/>
                <a:latin typeface="Arial"/>
                <a:ea typeface="Arial"/>
              </a:rPr>
              <a:t>: How can we attack the enemy’s CoG?</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1" u="none" strike="noStrike">
                <a:solidFill>
                  <a:srgbClr val="00004C"/>
                </a:solidFill>
                <a:effectLst/>
                <a:uFillTx/>
                <a:latin typeface="Arial"/>
                <a:ea typeface="Arial"/>
              </a:rPr>
              <a:t>Example</a:t>
            </a:r>
            <a:r>
              <a:rPr lang="en-US" sz="1870" b="0" u="none" strike="noStrike">
                <a:solidFill>
                  <a:srgbClr val="00004C"/>
                </a:solidFill>
                <a:effectLst/>
                <a:uFillTx/>
                <a:latin typeface="Arial"/>
                <a:ea typeface="Arial"/>
              </a:rPr>
              <a:t>: The enemy’s reliance on a single set of credentials for all lateral movement is a critical vulnerability. Removing their access to those credentials will neutralize their CoG.</a:t>
            </a:r>
            <a:endParaRPr lang="en-US" sz="1870" b="0" u="none" strike="noStrike">
              <a:solidFill>
                <a:srgbClr val="000000"/>
              </a:solidFill>
              <a:effectLst/>
              <a:uFillTx/>
              <a:latin typeface="Arial"/>
            </a:endParaRPr>
          </a:p>
        </p:txBody>
      </p:sp>
      <p:sp>
        <p:nvSpPr>
          <p:cNvPr id="555"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Center of Gravity &amp; Critical Vulnerability</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6" name="PlaceHolder 1"/>
          <p:cNvSpPr>
            <a:spLocks noGrp="1"/>
          </p:cNvSpPr>
          <p:nvPr>
            <p:ph type="title"/>
          </p:nvPr>
        </p:nvSpPr>
        <p:spPr>
          <a:xfrm>
            <a:off x="1723680" y="549360"/>
            <a:ext cx="9963000" cy="2852280"/>
          </a:xfrm>
          <a:prstGeom prst="rect">
            <a:avLst/>
          </a:prstGeom>
          <a:noFill/>
          <a:ln w="0">
            <a:noFill/>
          </a:ln>
        </p:spPr>
        <p:txBody>
          <a:bodyPr lIns="91440" tIns="91440" rIns="91440" bIns="91440" anchor="b">
            <a:noAutofit/>
          </a:bodyPr>
          <a:p>
            <a:pPr indent="0" algn="ctr">
              <a:lnSpc>
                <a:spcPct val="90000"/>
              </a:lnSpc>
              <a:buNone/>
              <a:tabLst>
                <a:tab pos="0" algn="l"/>
              </a:tabLst>
            </a:pPr>
            <a:r>
              <a:rPr lang="en-US" sz="3400" b="1" u="none" strike="noStrike">
                <a:solidFill>
                  <a:srgbClr val="00004C"/>
                </a:solidFill>
                <a:effectLst/>
                <a:uFillTx/>
                <a:latin typeface="Arial"/>
                <a:ea typeface="Arial"/>
              </a:rPr>
              <a:t>The Exploitation Plan</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7"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1" u="none" strike="noStrike">
                <a:solidFill>
                  <a:srgbClr val="00004C"/>
                </a:solidFill>
                <a:effectLst/>
                <a:uFillTx/>
                <a:latin typeface="Arial"/>
                <a:ea typeface="Arial"/>
              </a:rPr>
              <a:t>Key Question: What specific action(s) will we take to neutralize the enemy’s CoG by exploiting their CV?</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1" u="none" strike="noStrike">
                <a:solidFill>
                  <a:srgbClr val="00004C"/>
                </a:solidFill>
                <a:effectLst/>
                <a:uFillTx/>
                <a:latin typeface="Arial"/>
                <a:ea typeface="Arial"/>
              </a:rPr>
              <a:t>Cyberspace Applications:</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0" u="none" strike="noStrike">
                <a:solidFill>
                  <a:srgbClr val="00004C"/>
                </a:solidFill>
                <a:effectLst/>
                <a:uFillTx/>
                <a:latin typeface="Arial"/>
                <a:ea typeface="Arial"/>
              </a:rPr>
              <a:t>For defensive or “blue space” operations, the MITRE D3FEND framework is a valuable starting point.</a:t>
            </a:r>
            <a:endParaRPr lang="en-US" sz="1870" b="0" u="none" strike="noStrike">
              <a:solidFill>
                <a:srgbClr val="000000"/>
              </a:solidFill>
              <a:effectLst/>
              <a:uFillTx/>
              <a:latin typeface="Arial"/>
            </a:endParaRPr>
          </a:p>
          <a:p>
            <a:pPr marL="1431000" indent="0" algn="l">
              <a:lnSpc>
                <a:spcPct val="90000"/>
              </a:lnSpc>
              <a:spcBef>
                <a:spcPts val="400"/>
              </a:spcBef>
              <a:buNone/>
              <a:tabLst>
                <a:tab pos="0" algn="l"/>
              </a:tabLst>
            </a:pPr>
            <a:endParaRPr lang="en-US" sz="187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0" u="none" strike="noStrike">
                <a:solidFill>
                  <a:srgbClr val="00004C"/>
                </a:solidFill>
                <a:effectLst/>
                <a:uFillTx/>
                <a:latin typeface="Arial"/>
                <a:ea typeface="Arial"/>
              </a:rPr>
              <a:t>D3FEND provides specific countermeasures that directly map to adversary techniques identified in MITRE ATT&amp;CK.</a:t>
            </a:r>
            <a:endParaRPr lang="en-US" sz="1870" b="0" u="none" strike="noStrike">
              <a:solidFill>
                <a:srgbClr val="000000"/>
              </a:solidFill>
              <a:effectLst/>
              <a:uFillTx/>
              <a:latin typeface="Arial"/>
            </a:endParaRPr>
          </a:p>
          <a:p>
            <a:pPr marL="1828800" indent="-327960" algn="l">
              <a:lnSpc>
                <a:spcPct val="90000"/>
              </a:lnSpc>
              <a:spcBef>
                <a:spcPts val="400"/>
              </a:spcBef>
              <a:buNone/>
              <a:tabLst>
                <a:tab pos="0" algn="l"/>
              </a:tabLst>
            </a:pPr>
            <a:endParaRPr lang="en-US" sz="1870" b="0" u="none" strike="noStrike">
              <a:solidFill>
                <a:srgbClr val="000000"/>
              </a:solidFill>
              <a:effectLst/>
              <a:uFillTx/>
              <a:latin typeface="Arial"/>
            </a:endParaRPr>
          </a:p>
          <a:p>
            <a:pPr marL="1828800" lvl="2" indent="-397800" algn="l">
              <a:lnSpc>
                <a:spcPct val="90000"/>
              </a:lnSpc>
              <a:spcBef>
                <a:spcPts val="400"/>
              </a:spcBef>
              <a:buClr>
                <a:srgbClr val="000000"/>
              </a:buClr>
              <a:buFont typeface="Arial"/>
              <a:buChar char="•"/>
              <a:tabLst>
                <a:tab pos="0" algn="l"/>
              </a:tabLst>
            </a:pPr>
            <a:r>
              <a:rPr lang="en-US" sz="1870" b="1" u="none" strike="noStrike">
                <a:solidFill>
                  <a:srgbClr val="00004C"/>
                </a:solidFill>
                <a:effectLst/>
                <a:uFillTx/>
                <a:latin typeface="Arial"/>
                <a:ea typeface="Arial"/>
              </a:rPr>
              <a:t>Example</a:t>
            </a:r>
            <a:r>
              <a:rPr lang="en-US" sz="1870" b="0" u="none" strike="noStrike">
                <a:solidFill>
                  <a:srgbClr val="00004C"/>
                </a:solidFill>
                <a:effectLst/>
                <a:uFillTx/>
                <a:latin typeface="Arial"/>
                <a:ea typeface="Arial"/>
              </a:rPr>
              <a:t>: If the adversary’s TTP is “Use of Valid Accounts” (ATT&amp;CK), the exploitation plan might involve “Credential Isolation” and “User Account Permissions” (D3FEND).</a:t>
            </a:r>
            <a:endParaRPr lang="en-US" sz="1870" b="0" u="none" strike="noStrike">
              <a:solidFill>
                <a:srgbClr val="000000"/>
              </a:solidFill>
              <a:effectLst/>
              <a:uFillTx/>
              <a:latin typeface="Arial"/>
            </a:endParaRPr>
          </a:p>
        </p:txBody>
      </p:sp>
      <p:sp>
        <p:nvSpPr>
          <p:cNvPr id="558"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The Exploitation Plan</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9" name="PlaceHolder 1"/>
          <p:cNvSpPr>
            <a:spLocks noGrp="1"/>
          </p:cNvSpPr>
          <p:nvPr>
            <p:ph/>
          </p:nvPr>
        </p:nvSpPr>
        <p:spPr>
          <a:xfrm>
            <a:off x="1510200" y="1188720"/>
            <a:ext cx="10361160" cy="513108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1" u="none" strike="noStrike">
                <a:solidFill>
                  <a:srgbClr val="00004C"/>
                </a:solidFill>
                <a:effectLst/>
                <a:uFillTx/>
                <a:latin typeface="Arial"/>
                <a:ea typeface="Arial"/>
              </a:rPr>
              <a:t>Practical Application: Analysis &amp; Group Discussion</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1" u="none" strike="noStrike">
                <a:solidFill>
                  <a:srgbClr val="00004C"/>
                </a:solidFill>
                <a:effectLst/>
                <a:uFillTx/>
                <a:latin typeface="Arial"/>
                <a:ea typeface="Arial"/>
              </a:rPr>
              <a:t>Objective: </a:t>
            </a:r>
            <a:r>
              <a:rPr lang="en-US" sz="2100" b="0" u="none" strike="noStrike">
                <a:solidFill>
                  <a:srgbClr val="00004C"/>
                </a:solidFill>
                <a:effectLst/>
                <a:uFillTx/>
                <a:latin typeface="Arial"/>
                <a:ea typeface="Arial"/>
              </a:rPr>
              <a:t>Evaluate and document the Enemy’s most likely course of action</a:t>
            </a:r>
            <a:endParaRPr lang="en-US" sz="21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1" u="none" strike="noStrike">
                <a:solidFill>
                  <a:srgbClr val="00004C"/>
                </a:solidFill>
                <a:effectLst/>
                <a:uFillTx/>
                <a:latin typeface="Arial"/>
                <a:ea typeface="Arial"/>
              </a:rPr>
              <a:t>Instructions:</a:t>
            </a: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As a group develop the following:</a:t>
            </a:r>
            <a:endParaRPr lang="en-US" sz="2100" b="0" u="none" strike="noStrike">
              <a:solidFill>
                <a:srgbClr val="000000"/>
              </a:solidFill>
              <a:effectLst/>
              <a:uFillTx/>
              <a:latin typeface="Arial"/>
            </a:endParaRPr>
          </a:p>
          <a:p>
            <a:pPr marL="1828800" lvl="2" indent="-397800" algn="l">
              <a:lnSpc>
                <a:spcPct val="100000"/>
              </a:lnSpc>
              <a:spcBef>
                <a:spcPts val="360"/>
              </a:spcBef>
              <a:buClr>
                <a:srgbClr val="000000"/>
              </a:buClr>
              <a:buFont typeface="Arial"/>
              <a:buChar char="•"/>
              <a:tabLst>
                <a:tab pos="0" algn="l"/>
              </a:tabLst>
            </a:pPr>
            <a:r>
              <a:rPr lang="en-US" sz="1700" b="1" u="none" strike="noStrike">
                <a:solidFill>
                  <a:srgbClr val="00004C"/>
                </a:solidFill>
                <a:effectLst/>
                <a:uFillTx/>
                <a:latin typeface="Arial"/>
                <a:ea typeface="Arial"/>
              </a:rPr>
              <a:t>Center of Gravity (CoG): </a:t>
            </a:r>
            <a:endParaRPr lang="en-US" sz="1700" b="0" u="none" strike="noStrike">
              <a:solidFill>
                <a:srgbClr val="000000"/>
              </a:solidFill>
              <a:effectLst/>
              <a:uFillTx/>
              <a:latin typeface="Arial"/>
            </a:endParaRPr>
          </a:p>
          <a:p>
            <a:pPr marL="1828800" lvl="2" indent="-397800" algn="l">
              <a:lnSpc>
                <a:spcPct val="100000"/>
              </a:lnSpc>
              <a:spcBef>
                <a:spcPts val="360"/>
              </a:spcBef>
              <a:buClr>
                <a:srgbClr val="000000"/>
              </a:buClr>
              <a:buFont typeface="Arial"/>
              <a:buChar char="•"/>
              <a:tabLst>
                <a:tab pos="0" algn="l"/>
              </a:tabLst>
            </a:pPr>
            <a:r>
              <a:rPr lang="en-US" sz="1700" b="1" u="none" strike="noStrike">
                <a:solidFill>
                  <a:srgbClr val="00004C"/>
                </a:solidFill>
                <a:effectLst/>
                <a:uFillTx/>
                <a:latin typeface="Arial"/>
                <a:ea typeface="Arial"/>
              </a:rPr>
              <a:t>Critical Vulnerability (CV):</a:t>
            </a:r>
            <a:endParaRPr lang="en-US" sz="1700" b="0" u="none" strike="noStrike">
              <a:solidFill>
                <a:srgbClr val="000000"/>
              </a:solidFill>
              <a:effectLst/>
              <a:uFillTx/>
              <a:latin typeface="Arial"/>
            </a:endParaRPr>
          </a:p>
          <a:p>
            <a:pPr marL="1828800" lvl="2" indent="-397800" algn="l">
              <a:lnSpc>
                <a:spcPct val="100000"/>
              </a:lnSpc>
              <a:spcBef>
                <a:spcPts val="360"/>
              </a:spcBef>
              <a:buClr>
                <a:srgbClr val="000000"/>
              </a:buClr>
              <a:buFont typeface="Arial"/>
              <a:buChar char="•"/>
              <a:tabLst>
                <a:tab pos="0" algn="l"/>
              </a:tabLst>
            </a:pPr>
            <a:r>
              <a:rPr lang="en-US" sz="1700" b="1" u="none" strike="noStrike">
                <a:solidFill>
                  <a:srgbClr val="00004C"/>
                </a:solidFill>
                <a:effectLst/>
                <a:uFillTx/>
                <a:latin typeface="Arial"/>
                <a:ea typeface="Arial"/>
              </a:rPr>
              <a:t>Exploitation Plan: </a:t>
            </a:r>
            <a:endParaRPr lang="en-US" sz="1700" b="0" u="none" strike="noStrike">
              <a:solidFill>
                <a:srgbClr val="000000"/>
              </a:solidFill>
              <a:effectLst/>
              <a:uFillTx/>
              <a:latin typeface="Arial"/>
            </a:endParaRPr>
          </a:p>
          <a:p>
            <a:pPr indent="0" algn="l">
              <a:lnSpc>
                <a:spcPct val="90000"/>
              </a:lnSpc>
              <a:spcBef>
                <a:spcPts val="400"/>
              </a:spcBef>
              <a:buNone/>
              <a:tabLst>
                <a:tab pos="0" algn="l"/>
              </a:tabLst>
            </a:pPr>
            <a:endParaRPr lang="en-US" sz="187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Be prepared to share your group's assessment.</a:t>
            </a:r>
            <a:endParaRPr lang="en-US" sz="2100" b="0" u="none" strike="noStrike">
              <a:solidFill>
                <a:srgbClr val="000000"/>
              </a:solidFill>
              <a:effectLst/>
              <a:uFillTx/>
              <a:latin typeface="Arial"/>
            </a:endParaRPr>
          </a:p>
        </p:txBody>
      </p:sp>
      <p:sp>
        <p:nvSpPr>
          <p:cNvPr id="560"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The Exploitation Plan: Putting it all together</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1" name="PlaceHolder 1"/>
          <p:cNvSpPr>
            <a:spLocks noGrp="1"/>
          </p:cNvSpPr>
          <p:nvPr>
            <p:ph/>
          </p:nvPr>
        </p:nvSpPr>
        <p:spPr>
          <a:xfrm>
            <a:off x="1510200" y="1188720"/>
            <a:ext cx="10361160" cy="5131080"/>
          </a:xfrm>
          <a:prstGeom prst="rect">
            <a:avLst/>
          </a:prstGeom>
          <a:noFill/>
          <a:ln w="0">
            <a:noFill/>
          </a:ln>
        </p:spPr>
        <p:txBody>
          <a:bodyPr lIns="91440" tIns="91440" rIns="91440" bIns="91440" anchor="t">
            <a:noAutofit/>
          </a:bodyPr>
          <a:p>
            <a:pPr indent="0" algn="l">
              <a:lnSpc>
                <a:spcPct val="100000"/>
              </a:lnSpc>
              <a:spcBef>
                <a:spcPts val="360"/>
              </a:spcBef>
              <a:buNone/>
              <a:tabLst>
                <a:tab pos="0" algn="l"/>
              </a:tabLst>
            </a:pPr>
            <a:r>
              <a:rPr lang="en-US" sz="2600" b="1" u="none" strike="noStrike">
                <a:solidFill>
                  <a:schemeClr val="dk1"/>
                </a:solidFill>
                <a:effectLst/>
                <a:uFillTx/>
                <a:latin typeface="Arial"/>
                <a:ea typeface="Arial"/>
              </a:rPr>
              <a:t>Center of Gravity (CoG): </a:t>
            </a:r>
            <a:endParaRPr lang="en-US" sz="2600" b="0" u="none" strike="noStrike">
              <a:solidFill>
                <a:srgbClr val="000000"/>
              </a:solidFill>
              <a:effectLst/>
              <a:uFillTx/>
              <a:latin typeface="Arial"/>
            </a:endParaRPr>
          </a:p>
          <a:p>
            <a:pPr indent="0" algn="l">
              <a:lnSpc>
                <a:spcPct val="100000"/>
              </a:lnSpc>
              <a:spcBef>
                <a:spcPts val="360"/>
              </a:spcBef>
              <a:buNone/>
              <a:tabLst>
                <a:tab pos="0" algn="l"/>
              </a:tabLst>
            </a:pPr>
            <a:endParaRPr lang="en-US" sz="2600" b="0" u="none" strike="noStrike">
              <a:solidFill>
                <a:srgbClr val="000000"/>
              </a:solidFill>
              <a:effectLst/>
              <a:uFillTx/>
              <a:latin typeface="Arial"/>
            </a:endParaRPr>
          </a:p>
          <a:p>
            <a:pPr indent="0" algn="l">
              <a:lnSpc>
                <a:spcPct val="100000"/>
              </a:lnSpc>
              <a:spcBef>
                <a:spcPts val="360"/>
              </a:spcBef>
              <a:buNone/>
              <a:tabLst>
                <a:tab pos="0" algn="l"/>
              </a:tabLst>
            </a:pPr>
            <a:r>
              <a:rPr lang="en-US" sz="2600" b="1" u="none" strike="noStrike">
                <a:solidFill>
                  <a:schemeClr val="dk1"/>
                </a:solidFill>
                <a:effectLst/>
                <a:uFillTx/>
                <a:latin typeface="Arial"/>
                <a:ea typeface="Arial"/>
              </a:rPr>
              <a:t>Critical Vulnerability (CV): </a:t>
            </a:r>
            <a:endParaRPr lang="en-US" sz="2600" b="0" u="none" strike="noStrike">
              <a:solidFill>
                <a:srgbClr val="000000"/>
              </a:solidFill>
              <a:effectLst/>
              <a:uFillTx/>
              <a:latin typeface="Arial"/>
            </a:endParaRPr>
          </a:p>
          <a:p>
            <a:pPr indent="0" algn="l">
              <a:lnSpc>
                <a:spcPct val="100000"/>
              </a:lnSpc>
              <a:spcBef>
                <a:spcPts val="360"/>
              </a:spcBef>
              <a:buNone/>
              <a:tabLst>
                <a:tab pos="0" algn="l"/>
              </a:tabLst>
            </a:pPr>
            <a:endParaRPr lang="en-US" sz="2600" b="0" u="none" strike="noStrike">
              <a:solidFill>
                <a:srgbClr val="000000"/>
              </a:solidFill>
              <a:effectLst/>
              <a:uFillTx/>
              <a:latin typeface="Arial"/>
            </a:endParaRPr>
          </a:p>
          <a:p>
            <a:pPr indent="0" algn="l">
              <a:lnSpc>
                <a:spcPct val="100000"/>
              </a:lnSpc>
              <a:spcBef>
                <a:spcPts val="360"/>
              </a:spcBef>
              <a:buNone/>
              <a:tabLst>
                <a:tab pos="0" algn="l"/>
              </a:tabLst>
            </a:pPr>
            <a:r>
              <a:rPr lang="en-US" sz="2600" b="1" u="none" strike="noStrike">
                <a:solidFill>
                  <a:schemeClr val="dk1"/>
                </a:solidFill>
                <a:effectLst/>
                <a:uFillTx/>
                <a:latin typeface="Arial"/>
                <a:ea typeface="Arial"/>
              </a:rPr>
              <a:t>Exploitation Plan: </a:t>
            </a:r>
            <a:endParaRPr lang="en-US" sz="2600" b="0" u="none" strike="noStrike">
              <a:solidFill>
                <a:srgbClr val="000000"/>
              </a:solidFill>
              <a:effectLst/>
              <a:uFillTx/>
              <a:latin typeface="Arial"/>
            </a:endParaRPr>
          </a:p>
          <a:p>
            <a:pPr indent="0" algn="l">
              <a:lnSpc>
                <a:spcPct val="90000"/>
              </a:lnSpc>
              <a:spcBef>
                <a:spcPts val="799"/>
              </a:spcBef>
              <a:buNone/>
              <a:tabLst>
                <a:tab pos="0" algn="l"/>
              </a:tabLst>
            </a:pPr>
            <a:endParaRPr lang="en-US" sz="2600" b="0" u="none" strike="noStrike">
              <a:solidFill>
                <a:srgbClr val="000000"/>
              </a:solidFill>
              <a:effectLst/>
              <a:uFillTx/>
              <a:latin typeface="Arial"/>
            </a:endParaRPr>
          </a:p>
          <a:p>
            <a:pPr indent="0" algn="l">
              <a:lnSpc>
                <a:spcPct val="90000"/>
              </a:lnSpc>
              <a:spcBef>
                <a:spcPts val="799"/>
              </a:spcBef>
              <a:buNone/>
              <a:tabLst>
                <a:tab pos="0" algn="l"/>
              </a:tabLst>
            </a:pPr>
            <a:endParaRPr lang="en-US" sz="2600" b="0" u="none" strike="noStrike">
              <a:solidFill>
                <a:srgbClr val="000000"/>
              </a:solidFill>
              <a:effectLst/>
              <a:uFillTx/>
              <a:latin typeface="Arial"/>
            </a:endParaRPr>
          </a:p>
          <a:p>
            <a:pPr indent="0" algn="l">
              <a:lnSpc>
                <a:spcPct val="90000"/>
              </a:lnSpc>
              <a:spcBef>
                <a:spcPts val="799"/>
              </a:spcBef>
              <a:buNone/>
              <a:tabLst>
                <a:tab pos="0" algn="l"/>
              </a:tabLst>
            </a:pPr>
            <a:endParaRPr lang="en-US" sz="2600" b="0" u="none" strike="noStrike">
              <a:solidFill>
                <a:srgbClr val="000000"/>
              </a:solidFill>
              <a:effectLst/>
              <a:uFillTx/>
              <a:latin typeface="Arial"/>
            </a:endParaRPr>
          </a:p>
        </p:txBody>
      </p:sp>
      <p:sp>
        <p:nvSpPr>
          <p:cNvPr id="562"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The Exploitation Plan: Putting it all together</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3" name="PlaceHolder 1"/>
          <p:cNvSpPr>
            <a:spLocks noGrp="1"/>
          </p:cNvSpPr>
          <p:nvPr>
            <p:ph type="title"/>
          </p:nvPr>
        </p:nvSpPr>
        <p:spPr>
          <a:xfrm>
            <a:off x="1723680" y="549360"/>
            <a:ext cx="9963000" cy="2852280"/>
          </a:xfrm>
          <a:prstGeom prst="rect">
            <a:avLst/>
          </a:prstGeom>
          <a:noFill/>
          <a:ln w="0">
            <a:noFill/>
          </a:ln>
        </p:spPr>
        <p:txBody>
          <a:bodyPr lIns="91440" tIns="91440" rIns="91440" bIns="91440" anchor="b">
            <a:noAutofit/>
          </a:bodyPr>
          <a:p>
            <a:pPr indent="0" algn="ctr">
              <a:lnSpc>
                <a:spcPct val="90000"/>
              </a:lnSpc>
              <a:buNone/>
              <a:tabLst>
                <a:tab pos="0" algn="l"/>
              </a:tabLst>
            </a:pPr>
            <a:r>
              <a:rPr lang="en-US" sz="3400" b="1" u="none" strike="noStrike">
                <a:solidFill>
                  <a:srgbClr val="00004C"/>
                </a:solidFill>
                <a:effectLst/>
                <a:uFillTx/>
                <a:latin typeface="Arial"/>
                <a:ea typeface="Arial"/>
              </a:rPr>
              <a:t>Scheme of Maneuver, Fire Support Plan, and Tasks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4"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1" u="none" strike="noStrike">
                <a:solidFill>
                  <a:srgbClr val="00004C"/>
                </a:solidFill>
                <a:effectLst/>
                <a:uFillTx/>
                <a:latin typeface="Arial"/>
                <a:ea typeface="Arial"/>
              </a:rPr>
              <a:t>Scheme of Maneuver:</a:t>
            </a: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pPr>
            <a:r>
              <a:rPr lang="en-US" sz="2100" b="0" u="none" strike="noStrike">
                <a:solidFill>
                  <a:srgbClr val="00004C"/>
                </a:solidFill>
                <a:effectLst/>
                <a:uFillTx/>
                <a:latin typeface="Arial"/>
                <a:ea typeface="Arial"/>
              </a:rPr>
              <a:t>Describes how the elements of the exploitation plan will be implemented in a coordinated manner, often through designated phases of the operation.</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1" u="none" strike="noStrike">
                <a:solidFill>
                  <a:srgbClr val="00004C"/>
                </a:solidFill>
                <a:effectLst/>
                <a:uFillTx/>
                <a:latin typeface="Arial"/>
                <a:ea typeface="Arial"/>
              </a:rPr>
              <a:t>Fire Support Plan:</a:t>
            </a: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A parallel concept in cyberspace operations.</a:t>
            </a: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Coordinates the use of rear echelon support (e.g., forensics, national agencies) with the tactical actions on the network.</a:t>
            </a: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Ensures actions are deconflicted and mutually supporting.</a:t>
            </a:r>
            <a:endParaRPr lang="en-US" sz="2100" b="0" u="none" strike="noStrike">
              <a:solidFill>
                <a:srgbClr val="000000"/>
              </a:solidFill>
              <a:effectLst/>
              <a:uFillTx/>
              <a:latin typeface="Arial"/>
            </a:endParaRPr>
          </a:p>
          <a:p>
            <a:pPr marL="1219320" indent="-334440" algn="l">
              <a:lnSpc>
                <a:spcPct val="90000"/>
              </a:lnSpc>
              <a:spcBef>
                <a:spcPts val="400"/>
              </a:spcBef>
              <a:buNone/>
              <a:tabLst>
                <a:tab pos="0" algn="l"/>
              </a:tabLst>
            </a:pPr>
            <a:endParaRPr lang="en-US" sz="21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1" u="none" strike="noStrike">
                <a:solidFill>
                  <a:srgbClr val="00004C"/>
                </a:solidFill>
                <a:effectLst/>
                <a:uFillTx/>
                <a:latin typeface="Arial"/>
                <a:ea typeface="Arial"/>
              </a:rPr>
              <a:t>Tasks</a:t>
            </a:r>
            <a:r>
              <a:rPr lang="en-US" sz="2600" b="0" u="none" strike="noStrike">
                <a:solidFill>
                  <a:srgbClr val="00004C"/>
                </a:solidFill>
                <a:effectLst/>
                <a:uFillTx/>
                <a:latin typeface="Arial"/>
                <a:ea typeface="Arial"/>
              </a:rPr>
              <a:t>:</a:t>
            </a:r>
            <a:endParaRPr lang="en-US" sz="26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Clear, concise tasking assigned to individual operators or teams.</a:t>
            </a:r>
            <a:endParaRPr lang="en-US" sz="2100" b="0" u="none" strike="noStrike">
              <a:solidFill>
                <a:srgbClr val="000000"/>
              </a:solidFill>
              <a:effectLst/>
              <a:uFillTx/>
              <a:latin typeface="Arial"/>
            </a:endParaRPr>
          </a:p>
          <a:p>
            <a:pPr marL="1219320" lvl="1" indent="-423360" algn="l">
              <a:lnSpc>
                <a:spcPct val="90000"/>
              </a:lnSpc>
              <a:spcBef>
                <a:spcPts val="400"/>
              </a:spcBef>
              <a:buClr>
                <a:srgbClr val="000000"/>
              </a:buClr>
              <a:buFont typeface="Arial"/>
              <a:buChar char="•"/>
              <a:tabLst>
                <a:tab pos="0" algn="l"/>
              </a:tabLst>
            </a:pPr>
            <a:r>
              <a:rPr lang="en-US" sz="2100" b="0" u="none" strike="noStrike">
                <a:solidFill>
                  <a:srgbClr val="00004C"/>
                </a:solidFill>
                <a:effectLst/>
                <a:uFillTx/>
                <a:latin typeface="Arial"/>
                <a:ea typeface="Arial"/>
              </a:rPr>
              <a:t>Crucial for transitioning from a collection of individuals into a synchronized team executing a unified plan.</a:t>
            </a:r>
            <a:endParaRPr lang="en-US" sz="2100" b="0" u="none" strike="noStrike">
              <a:solidFill>
                <a:srgbClr val="000000"/>
              </a:solidFill>
              <a:effectLst/>
              <a:uFillTx/>
              <a:latin typeface="Arial"/>
            </a:endParaRPr>
          </a:p>
        </p:txBody>
      </p:sp>
      <p:sp>
        <p:nvSpPr>
          <p:cNvPr id="565"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Scheme of Maneuver, Fire Support Plan, and Tasks</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6" name="PlaceHolder 1"/>
          <p:cNvSpPr>
            <a:spLocks noGrp="1"/>
          </p:cNvSpPr>
          <p:nvPr>
            <p:ph/>
          </p:nvPr>
        </p:nvSpPr>
        <p:spPr>
          <a:xfrm>
            <a:off x="1510200" y="1188720"/>
            <a:ext cx="10361160" cy="5131080"/>
          </a:xfrm>
          <a:prstGeom prst="rect">
            <a:avLst/>
          </a:prstGeom>
          <a:noFill/>
          <a:ln w="0">
            <a:noFill/>
          </a:ln>
        </p:spPr>
        <p:txBody>
          <a:bodyPr lIns="91440" tIns="91440" rIns="91440" bIns="91440" anchor="t">
            <a:noAutofit/>
          </a:bodyPr>
          <a:p>
            <a:pPr marL="609480" indent="-452880" algn="l">
              <a:lnSpc>
                <a:spcPct val="100000"/>
              </a:lnSpc>
              <a:spcBef>
                <a:spcPts val="360"/>
              </a:spcBef>
              <a:buClr>
                <a:srgbClr val="323232"/>
              </a:buClr>
              <a:buFont typeface="Arial"/>
              <a:buChar char="•"/>
            </a:pPr>
            <a:r>
              <a:rPr lang="en-US" sz="3200" b="1" u="none" strike="noStrike">
                <a:solidFill>
                  <a:schemeClr val="dk1"/>
                </a:solidFill>
                <a:effectLst/>
                <a:uFillTx/>
                <a:latin typeface="Calibri"/>
                <a:ea typeface="Calibri"/>
              </a:rPr>
              <a:t>Phase 1: </a:t>
            </a:r>
            <a:endParaRPr lang="en-US" sz="3200" b="0" u="none" strike="noStrike">
              <a:solidFill>
                <a:srgbClr val="000000"/>
              </a:solidFill>
              <a:effectLst/>
              <a:uFillTx/>
              <a:latin typeface="Arial"/>
            </a:endParaRPr>
          </a:p>
          <a:p>
            <a:pPr marL="609480" indent="-452880" algn="l">
              <a:lnSpc>
                <a:spcPct val="100000"/>
              </a:lnSpc>
              <a:spcBef>
                <a:spcPts val="360"/>
              </a:spcBef>
              <a:buClr>
                <a:srgbClr val="323232"/>
              </a:buClr>
              <a:buFont typeface="Arial"/>
              <a:buChar char="•"/>
            </a:pPr>
            <a:r>
              <a:rPr lang="en-US" sz="3200" b="1" u="none" strike="noStrike">
                <a:solidFill>
                  <a:schemeClr val="dk1"/>
                </a:solidFill>
                <a:effectLst/>
                <a:uFillTx/>
                <a:latin typeface="Calibri"/>
                <a:ea typeface="Calibri"/>
              </a:rPr>
              <a:t>Phase 2: </a:t>
            </a:r>
            <a:endParaRPr lang="en-US" sz="3200" b="0" u="none" strike="noStrike">
              <a:solidFill>
                <a:srgbClr val="000000"/>
              </a:solidFill>
              <a:effectLst/>
              <a:uFillTx/>
              <a:latin typeface="Arial"/>
            </a:endParaRPr>
          </a:p>
          <a:p>
            <a:pPr marL="609480" indent="-452880" algn="l">
              <a:lnSpc>
                <a:spcPct val="100000"/>
              </a:lnSpc>
              <a:spcBef>
                <a:spcPts val="360"/>
              </a:spcBef>
              <a:buClr>
                <a:srgbClr val="323232"/>
              </a:buClr>
              <a:buFont typeface="Arial"/>
              <a:buChar char="•"/>
            </a:pPr>
            <a:r>
              <a:rPr lang="en-US" sz="3200" b="1" u="none" strike="noStrike">
                <a:solidFill>
                  <a:schemeClr val="dk1"/>
                </a:solidFill>
                <a:effectLst/>
                <a:uFillTx/>
                <a:latin typeface="Calibri"/>
                <a:ea typeface="Calibri"/>
              </a:rPr>
              <a:t>Phase 3:</a:t>
            </a:r>
            <a:endParaRPr lang="en-US" sz="3200" b="0" u="none" strike="noStrike">
              <a:solidFill>
                <a:srgbClr val="000000"/>
              </a:solidFill>
              <a:effectLst/>
              <a:uFillTx/>
              <a:latin typeface="Arial"/>
            </a:endParaRPr>
          </a:p>
          <a:p>
            <a:pPr marL="609480" indent="-452880" algn="l">
              <a:lnSpc>
                <a:spcPct val="100000"/>
              </a:lnSpc>
              <a:spcBef>
                <a:spcPts val="360"/>
              </a:spcBef>
              <a:buClr>
                <a:srgbClr val="323232"/>
              </a:buClr>
              <a:buFont typeface="Arial"/>
              <a:buChar char="•"/>
            </a:pPr>
            <a:r>
              <a:rPr lang="en-US" sz="3200" b="1" u="none" strike="noStrike">
                <a:solidFill>
                  <a:schemeClr val="dk1"/>
                </a:solidFill>
                <a:effectLst/>
                <a:uFillTx/>
                <a:latin typeface="Calibri"/>
                <a:ea typeface="Calibri"/>
              </a:rPr>
              <a:t>Phase 4: </a:t>
            </a:r>
            <a:endParaRPr lang="en-US" sz="3200" b="0" u="none" strike="noStrike">
              <a:solidFill>
                <a:srgbClr val="000000"/>
              </a:solidFill>
              <a:effectLst/>
              <a:uFillTx/>
              <a:latin typeface="Arial"/>
            </a:endParaRPr>
          </a:p>
          <a:p>
            <a:pPr marL="609480" indent="-452880" algn="l">
              <a:lnSpc>
                <a:spcPct val="100000"/>
              </a:lnSpc>
              <a:spcBef>
                <a:spcPts val="360"/>
              </a:spcBef>
              <a:buClr>
                <a:srgbClr val="323232"/>
              </a:buClr>
              <a:buFont typeface="Arial"/>
              <a:buChar char="•"/>
            </a:pPr>
            <a:r>
              <a:rPr lang="en-US" sz="3200" b="1" u="none" strike="noStrike">
                <a:solidFill>
                  <a:schemeClr val="dk1"/>
                </a:solidFill>
                <a:effectLst/>
                <a:uFillTx/>
                <a:latin typeface="Calibri"/>
                <a:ea typeface="Calibri"/>
              </a:rPr>
              <a:t>Phase 5: </a:t>
            </a:r>
            <a:endParaRPr lang="en-US" sz="3200" b="0" u="none" strike="noStrike">
              <a:solidFill>
                <a:srgbClr val="000000"/>
              </a:solidFill>
              <a:effectLst/>
              <a:uFillTx/>
              <a:latin typeface="Arial"/>
            </a:endParaRPr>
          </a:p>
        </p:txBody>
      </p:sp>
      <p:sp>
        <p:nvSpPr>
          <p:cNvPr id="567"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Scheme of Maneuver:</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8" name="PlaceHolder 1"/>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Fire Support Plan:</a:t>
            </a:r>
            <a:endParaRPr lang="en-US" sz="3400" b="0" u="none" strike="noStrike">
              <a:solidFill>
                <a:srgbClr val="000000"/>
              </a:solidFill>
              <a:effectLst/>
              <a:uFillTx/>
              <a:latin typeface="Arial"/>
            </a:endParaRPr>
          </a:p>
        </p:txBody>
      </p:sp>
      <p:graphicFrame>
        <p:nvGraphicFramePr>
          <p:cNvPr id="569" name="Google Shape;535;p72"/>
          <p:cNvGraphicFramePr/>
          <p:nvPr/>
        </p:nvGraphicFramePr>
        <p:xfrm>
          <a:off x="1398240" y="1492560"/>
          <a:ext cx="10645920" cy="4444560"/>
        </p:xfrm>
        <a:graphic>
          <a:graphicData uri="http://schemas.openxmlformats.org/drawingml/2006/table">
            <a:tbl>
              <a:tblPr/>
              <a:tblGrid>
                <a:gridCol w="1814400"/>
                <a:gridCol w="2419560"/>
                <a:gridCol w="2419560"/>
                <a:gridCol w="2419560"/>
                <a:gridCol w="1572480"/>
              </a:tblGrid>
              <a:tr h="1110960">
                <a:tc>
                  <a:txBody>
                    <a:bodyPr anchor="ctr">
                      <a:noAutofit/>
                    </a:bodyPr>
                    <a:p>
                      <a:pPr>
                        <a:lnSpc>
                          <a:spcPct val="100000"/>
                        </a:lnSpc>
                        <a:tabLst>
                          <a:tab pos="0" algn="l"/>
                        </a:tabLst>
                      </a:pPr>
                      <a:r>
                        <a:rPr lang="en-US" sz="1400" b="1" u="none" strike="noStrike">
                          <a:solidFill>
                            <a:srgbClr val="FFFFFF"/>
                          </a:solidFill>
                          <a:effectLst/>
                          <a:uFillTx/>
                          <a:latin typeface="Arial"/>
                          <a:ea typeface="Arial"/>
                        </a:rPr>
                        <a:t>Target Category</a:t>
                      </a:r>
                      <a:endParaRPr lang="en-US" sz="1400" b="0" u="none" strike="noStrike">
                        <a:solidFill>
                          <a:srgbClr val="FFFFFF"/>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4F81BD"/>
                    </a:solidFill>
                  </a:tcPr>
                </a:tc>
                <a:tc>
                  <a:txBody>
                    <a:bodyPr anchor="ctr">
                      <a:noAutofit/>
                    </a:bodyPr>
                    <a:p>
                      <a:pPr>
                        <a:lnSpc>
                          <a:spcPct val="100000"/>
                        </a:lnSpc>
                        <a:tabLst>
                          <a:tab pos="0" algn="l"/>
                        </a:tabLst>
                      </a:pPr>
                      <a:r>
                        <a:rPr lang="en-US" sz="1400" b="1" u="none" strike="noStrike">
                          <a:solidFill>
                            <a:srgbClr val="FFFFFF"/>
                          </a:solidFill>
                          <a:effectLst/>
                          <a:uFillTx/>
                          <a:latin typeface="Calibri"/>
                          <a:ea typeface="Calibri"/>
                        </a:rPr>
                        <a:t>Trigger</a:t>
                      </a:r>
                      <a:endParaRPr lang="en-US" sz="1400" b="0" u="none" strike="noStrike">
                        <a:solidFill>
                          <a:srgbClr val="FFFFFF"/>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4F81BD"/>
                    </a:solidFill>
                  </a:tcPr>
                </a:tc>
                <a:tc>
                  <a:txBody>
                    <a:bodyPr anchor="ctr">
                      <a:noAutofit/>
                    </a:bodyPr>
                    <a:p>
                      <a:pPr>
                        <a:lnSpc>
                          <a:spcPct val="100000"/>
                        </a:lnSpc>
                        <a:tabLst>
                          <a:tab pos="0" algn="l"/>
                        </a:tabLst>
                      </a:pPr>
                      <a:r>
                        <a:rPr lang="en-US" sz="1400" b="1" u="none" strike="noStrike">
                          <a:solidFill>
                            <a:srgbClr val="FFFFFF"/>
                          </a:solidFill>
                          <a:effectLst/>
                          <a:uFillTx/>
                          <a:latin typeface="Calibri"/>
                          <a:ea typeface="Calibri"/>
                        </a:rPr>
                        <a:t>Organic Action</a:t>
                      </a:r>
                      <a:endParaRPr lang="en-US" sz="1400" b="0" u="none" strike="noStrike">
                        <a:solidFill>
                          <a:srgbClr val="FFFFFF"/>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4F81BD"/>
                    </a:solidFill>
                  </a:tcPr>
                </a:tc>
                <a:tc>
                  <a:txBody>
                    <a:bodyPr anchor="ctr">
                      <a:noAutofit/>
                    </a:bodyPr>
                    <a:p>
                      <a:pPr>
                        <a:lnSpc>
                          <a:spcPct val="100000"/>
                        </a:lnSpc>
                        <a:tabLst>
                          <a:tab pos="0" algn="l"/>
                        </a:tabLst>
                      </a:pPr>
                      <a:r>
                        <a:rPr lang="en-US" sz="1400" b="1" u="none" strike="noStrike">
                          <a:solidFill>
                            <a:srgbClr val="FFFFFF"/>
                          </a:solidFill>
                          <a:effectLst/>
                          <a:uFillTx/>
                          <a:latin typeface="Calibri"/>
                          <a:ea typeface="Calibri"/>
                        </a:rPr>
                        <a:t>Rear Echelon Action</a:t>
                      </a:r>
                      <a:endParaRPr lang="en-US" sz="1400" b="0" u="none" strike="noStrike">
                        <a:solidFill>
                          <a:srgbClr val="FFFFFF"/>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4F81BD"/>
                    </a:solidFill>
                  </a:tcPr>
                </a:tc>
                <a:tc>
                  <a:txBody>
                    <a:bodyPr anchor="ctr">
                      <a:noAutofit/>
                    </a:bodyPr>
                    <a:p>
                      <a:pPr>
                        <a:lnSpc>
                          <a:spcPct val="100000"/>
                        </a:lnSpc>
                        <a:tabLst>
                          <a:tab pos="0" algn="l"/>
                        </a:tabLst>
                      </a:pPr>
                      <a:r>
                        <a:rPr lang="en-US" sz="1400" b="1" u="none" strike="noStrike">
                          <a:solidFill>
                            <a:srgbClr val="FFFFFF"/>
                          </a:solidFill>
                          <a:effectLst/>
                          <a:uFillTx/>
                          <a:latin typeface="Arial"/>
                          <a:ea typeface="Arial"/>
                        </a:rPr>
                        <a:t>Desired Effects</a:t>
                      </a:r>
                      <a:endParaRPr lang="en-US" sz="1400" b="0" u="none" strike="noStrike">
                        <a:solidFill>
                          <a:srgbClr val="FFFFFF"/>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4F81BD"/>
                    </a:solidFill>
                  </a:tcPr>
                </a:tc>
              </a:tr>
              <a:tr h="1110960">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Adversary C2 Infrastructure</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Confirmed beaconing from isolated host.</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Block outbound traffic; submit RFF.</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Conduct active recon &amp; exploit C2 node.</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Degrade, Disrupt, Exploit</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r>
              <a:tr h="1110960">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Adversary Staging Server</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CF4"/>
                    </a:solidFill>
                  </a:tcPr>
                </a:tc>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Novel payload URL extracted from memory.</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CF4"/>
                    </a:solidFill>
                  </a:tcPr>
                </a:tc>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Block downloads; submit RFF with URL.</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CF4"/>
                    </a:solidFill>
                  </a:tcPr>
                </a:tc>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Enumerate/download full toolkit; neutralize server.</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CF4"/>
                    </a:solidFill>
                  </a:tcPr>
                </a:tc>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Deny, Intelligence Gain</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CF4"/>
                    </a:solidFill>
                  </a:tcPr>
                </a:tc>
              </a:tr>
              <a:tr h="1110960">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Compromised 3rd-Party Relay</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Traffic identified routing through a known proxy.</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Null-route traffic; submit RFF.</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Coordinate with law enforcement or execute authorized DCORA.</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Disrupt</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r>
            </a:tbl>
          </a:graphicData>
        </a:graphic>
      </p:graphicFrame>
      <p:sp>
        <p:nvSpPr>
          <p:cNvPr id="570" name="Google Shape;536;p72"/>
          <p:cNvSpPr/>
          <p:nvPr/>
        </p:nvSpPr>
        <p:spPr>
          <a:xfrm>
            <a:off x="348840" y="2063520"/>
            <a:ext cx="1066320" cy="3847320"/>
          </a:xfrm>
          <a:prstGeom prst="rect">
            <a:avLst/>
          </a:prstGeom>
          <a:noFill/>
          <a:ln w="0">
            <a:noFill/>
          </a:ln>
        </p:spPr>
        <p:style>
          <a:lnRef idx="0"/>
          <a:fillRef idx="0"/>
          <a:effectRef idx="0"/>
          <a:fontRef idx="minor"/>
        </p:style>
        <p:txBody>
          <a:bodyPr tIns="91440" bIns="91440" anchor="t">
            <a:noAutofit/>
          </a:bodyPr>
          <a:p>
            <a:pPr>
              <a:lnSpc>
                <a:spcPct val="100000"/>
              </a:lnSpc>
              <a:tabLst>
                <a:tab pos="0" algn="l"/>
              </a:tabLst>
            </a:pPr>
            <a:r>
              <a:rPr lang="en-US" sz="1600" b="0" u="none" strike="noStrike">
                <a:solidFill>
                  <a:srgbClr val="FF0000"/>
                </a:solidFill>
                <a:effectLst/>
                <a:uFillTx/>
                <a:latin typeface="Arial"/>
                <a:ea typeface="Arial"/>
              </a:rPr>
              <a:t>Added</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1" name="PlaceHolder 1"/>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Tasks: Organic Asset Tasking</a:t>
            </a:r>
            <a:endParaRPr lang="en-US" sz="3400" b="0" u="none" strike="noStrike">
              <a:solidFill>
                <a:srgbClr val="000000"/>
              </a:solidFill>
              <a:effectLst/>
              <a:uFillTx/>
              <a:latin typeface="Arial"/>
            </a:endParaRPr>
          </a:p>
        </p:txBody>
      </p:sp>
      <p:graphicFrame>
        <p:nvGraphicFramePr>
          <p:cNvPr id="572" name="Google Shape;542;p73"/>
          <p:cNvGraphicFramePr/>
          <p:nvPr/>
        </p:nvGraphicFramePr>
        <p:xfrm>
          <a:off x="1398240" y="1492560"/>
          <a:ext cx="10608840" cy="4374720"/>
        </p:xfrm>
        <a:graphic>
          <a:graphicData uri="http://schemas.openxmlformats.org/drawingml/2006/table">
            <a:tbl>
              <a:tblPr/>
              <a:tblGrid>
                <a:gridCol w="3013920"/>
                <a:gridCol w="7594920"/>
              </a:tblGrid>
              <a:tr h="874800">
                <a:tc>
                  <a:txBody>
                    <a:bodyPr anchor="ctr">
                      <a:noAutofit/>
                    </a:bodyPr>
                    <a:p>
                      <a:pPr>
                        <a:lnSpc>
                          <a:spcPct val="100000"/>
                        </a:lnSpc>
                        <a:tabLst>
                          <a:tab pos="0" algn="l"/>
                        </a:tabLst>
                      </a:pPr>
                      <a:r>
                        <a:rPr lang="en-US" sz="1400" b="1" u="none" strike="noStrike">
                          <a:solidFill>
                            <a:srgbClr val="FFFFFF"/>
                          </a:solidFill>
                          <a:effectLst/>
                          <a:uFillTx/>
                          <a:latin typeface="Arial"/>
                          <a:ea typeface="Arial"/>
                        </a:rPr>
                        <a:t>Role</a:t>
                      </a:r>
                      <a:endParaRPr lang="en-US" sz="1400" b="0" u="none" strike="noStrike">
                        <a:solidFill>
                          <a:srgbClr val="FFFFFF"/>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4F81BD"/>
                    </a:solidFill>
                  </a:tcPr>
                </a:tc>
                <a:tc>
                  <a:txBody>
                    <a:bodyPr anchor="ctr">
                      <a:noAutofit/>
                    </a:bodyPr>
                    <a:p>
                      <a:pPr>
                        <a:lnSpc>
                          <a:spcPct val="100000"/>
                        </a:lnSpc>
                        <a:tabLst>
                          <a:tab pos="0" algn="l"/>
                        </a:tabLst>
                      </a:pPr>
                      <a:r>
                        <a:rPr lang="en-US" sz="1400" b="1" u="none" strike="noStrike">
                          <a:solidFill>
                            <a:srgbClr val="FFFFFF"/>
                          </a:solidFill>
                          <a:effectLst/>
                          <a:uFillTx/>
                          <a:latin typeface="Arial"/>
                          <a:ea typeface="Arial"/>
                        </a:rPr>
                        <a:t>Key Responsibilities</a:t>
                      </a:r>
                      <a:endParaRPr lang="en-US" sz="1400" b="0" u="none" strike="noStrike">
                        <a:solidFill>
                          <a:srgbClr val="FFFFFF"/>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4F81BD"/>
                    </a:solidFill>
                  </a:tcPr>
                </a:tc>
              </a:tr>
              <a:tr h="874800">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Mission Commander (MC)</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Authorize key actions (quarantine, RFF submission), manage risk.</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r>
              <a:tr h="874800">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Threat Intel</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CF4"/>
                    </a:solidFill>
                  </a:tcPr>
                </a:tc>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Provide initial TTPs, analyze extracted tools, update EMLCOA.</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CF4"/>
                    </a:solidFill>
                  </a:tcPr>
                </a:tc>
              </a:tr>
              <a:tr h="874800">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Network Analyst (NetOps)</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Build/monitor SIEM dashboards, trigger alerts, block C2 IPs locally.</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7E7"/>
                    </a:solidFill>
                  </a:tcPr>
                </a:tc>
              </a:tr>
              <a:tr h="874800">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Host Analyst (HostOps)</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CF4"/>
                    </a:solidFill>
                  </a:tcPr>
                </a:tc>
                <a:tc>
                  <a:txBody>
                    <a:bodyPr anchor="ctr">
                      <a:noAutofit/>
                    </a:bodyPr>
                    <a:p>
                      <a:pPr>
                        <a:lnSpc>
                          <a:spcPct val="100000"/>
                        </a:lnSpc>
                        <a:tabLst>
                          <a:tab pos="0" algn="l"/>
                        </a:tabLst>
                      </a:pPr>
                      <a:r>
                        <a:rPr lang="en-US" sz="1200" b="0" u="none" strike="noStrike">
                          <a:solidFill>
                            <a:srgbClr val="000000"/>
                          </a:solidFill>
                          <a:effectLst/>
                          <a:uFillTx/>
                          <a:latin typeface="Calibri"/>
                          <a:ea typeface="Calibri"/>
                        </a:rPr>
                        <a:t>Deploy EDR, execute immediate host quarantine, conduct live triage.</a:t>
                      </a:r>
                      <a:endParaRPr lang="en-US" sz="12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CF4"/>
                    </a:solidFill>
                  </a:tcPr>
                </a:tc>
              </a:tr>
            </a:tbl>
          </a:graphicData>
        </a:graphic>
      </p:graphicFrame>
      <p:sp>
        <p:nvSpPr>
          <p:cNvPr id="573" name="Google Shape;543;p73"/>
          <p:cNvSpPr/>
          <p:nvPr/>
        </p:nvSpPr>
        <p:spPr>
          <a:xfrm>
            <a:off x="348840" y="2063520"/>
            <a:ext cx="1066320" cy="3847320"/>
          </a:xfrm>
          <a:prstGeom prst="rect">
            <a:avLst/>
          </a:prstGeom>
          <a:noFill/>
          <a:ln w="0">
            <a:noFill/>
          </a:ln>
        </p:spPr>
        <p:style>
          <a:lnRef idx="0"/>
          <a:fillRef idx="0"/>
          <a:effectRef idx="0"/>
          <a:fontRef idx="minor"/>
        </p:style>
        <p:txBody>
          <a:bodyPr tIns="91440" bIns="91440" anchor="t">
            <a:noAutofit/>
          </a:bodyPr>
          <a:p>
            <a:pPr>
              <a:lnSpc>
                <a:spcPct val="100000"/>
              </a:lnSpc>
              <a:tabLst>
                <a:tab pos="0" algn="l"/>
              </a:tabLst>
            </a:pPr>
            <a:r>
              <a:rPr lang="en-US" sz="1600" b="0" u="none" strike="noStrike">
                <a:solidFill>
                  <a:srgbClr val="FF0000"/>
                </a:solidFill>
                <a:effectLst/>
                <a:uFillTx/>
                <a:latin typeface="Arial"/>
                <a:ea typeface="Arial"/>
              </a:rPr>
              <a:t>Added</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4" name="PlaceHolder 1"/>
          <p:cNvSpPr>
            <a:spLocks noGrp="1"/>
          </p:cNvSpPr>
          <p:nvPr>
            <p:ph/>
          </p:nvPr>
        </p:nvSpPr>
        <p:spPr>
          <a:xfrm>
            <a:off x="1510200" y="1188720"/>
            <a:ext cx="10361160" cy="5131440"/>
          </a:xfrm>
          <a:prstGeom prst="rect">
            <a:avLst/>
          </a:prstGeom>
          <a:noFill/>
          <a:ln w="0">
            <a:noFill/>
          </a:ln>
        </p:spPr>
        <p:txBody>
          <a:bodyPr lIns="91440" tIns="91440" rIns="91440" bIns="91440" anchor="t">
            <a:noAutofit/>
          </a:bodyPr>
          <a:p>
            <a:pPr marL="609480" indent="-440280" algn="l">
              <a:lnSpc>
                <a:spcPct val="90000"/>
              </a:lnSpc>
              <a:spcBef>
                <a:spcPts val="799"/>
              </a:spcBef>
              <a:buClr>
                <a:srgbClr val="000000"/>
              </a:buClr>
              <a:buFont typeface="Arial"/>
              <a:buChar char="•"/>
            </a:pPr>
            <a:r>
              <a:rPr lang="en-US" sz="2600" b="0" u="none" strike="noStrike">
                <a:solidFill>
                  <a:srgbClr val="00004C"/>
                </a:solidFill>
                <a:effectLst/>
                <a:uFillTx/>
                <a:latin typeface="Arial"/>
                <a:ea typeface="Arial"/>
              </a:rPr>
              <a:t>The military tactical planning processes (BAMCIS, METT-TC) are highly relevant and directly applicable to cyberspace operations.</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0" u="none" strike="noStrike">
                <a:solidFill>
                  <a:srgbClr val="00004C"/>
                </a:solidFill>
                <a:effectLst/>
                <a:uFillTx/>
                <a:latin typeface="Arial"/>
                <a:ea typeface="Arial"/>
              </a:rPr>
              <a:t>Structured analysis (SALUTE, DRAW-D, OCOKAW) is essential for understanding the complex cyber domain.</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0" u="none" strike="noStrike">
                <a:solidFill>
                  <a:srgbClr val="00004C"/>
                </a:solidFill>
                <a:effectLst/>
                <a:uFillTx/>
                <a:latin typeface="Arial"/>
                <a:ea typeface="Arial"/>
              </a:rPr>
              <a:t>The goal of planning is to move beyond reaction and proactively impose costs on the adversary.</a:t>
            </a:r>
            <a:endParaRPr lang="en-US" sz="2600" b="0" u="none" strike="noStrike">
              <a:solidFill>
                <a:srgbClr val="000000"/>
              </a:solidFill>
              <a:effectLst/>
              <a:uFillTx/>
              <a:latin typeface="Arial"/>
            </a:endParaRPr>
          </a:p>
          <a:p>
            <a:pPr marL="609480" indent="-338760" algn="l">
              <a:lnSpc>
                <a:spcPct val="90000"/>
              </a:lnSpc>
              <a:spcBef>
                <a:spcPts val="799"/>
              </a:spcBef>
              <a:buNone/>
              <a:tabLst>
                <a:tab pos="0" algn="l"/>
              </a:tabLst>
            </a:pPr>
            <a:endParaRPr lang="en-US" sz="2600" b="0" u="none" strike="noStrike">
              <a:solidFill>
                <a:srgbClr val="000000"/>
              </a:solidFill>
              <a:effectLst/>
              <a:uFillTx/>
              <a:latin typeface="Arial"/>
            </a:endParaRPr>
          </a:p>
          <a:p>
            <a:pPr marL="609480" indent="-440280" algn="l">
              <a:lnSpc>
                <a:spcPct val="90000"/>
              </a:lnSpc>
              <a:spcBef>
                <a:spcPts val="799"/>
              </a:spcBef>
              <a:buClr>
                <a:srgbClr val="000000"/>
              </a:buClr>
              <a:buFont typeface="Arial"/>
              <a:buChar char="•"/>
              <a:tabLst>
                <a:tab pos="0" algn="l"/>
              </a:tabLst>
            </a:pPr>
            <a:r>
              <a:rPr lang="en-US" sz="2600" b="0" u="none" strike="noStrike">
                <a:solidFill>
                  <a:srgbClr val="00004C"/>
                </a:solidFill>
                <a:effectLst/>
                <a:uFillTx/>
                <a:latin typeface="Arial"/>
                <a:ea typeface="Arial"/>
              </a:rPr>
              <a:t>This is accomplished by identifying the enemy’s Center of Gravity, targeting their Critical Vulnerability, and executing a well-defined Exploitation Plan.</a:t>
            </a:r>
            <a:endParaRPr lang="en-US" sz="2600" b="0" u="none" strike="noStrike">
              <a:solidFill>
                <a:srgbClr val="000000"/>
              </a:solidFill>
              <a:effectLst/>
              <a:uFillTx/>
              <a:latin typeface="Arial"/>
            </a:endParaRPr>
          </a:p>
        </p:txBody>
      </p:sp>
      <p:sp>
        <p:nvSpPr>
          <p:cNvPr id="575"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Lesson Summary</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6" name="PlaceHolder 1"/>
          <p:cNvSpPr>
            <a:spLocks noGrp="1"/>
          </p:cNvSpPr>
          <p:nvPr>
            <p:ph/>
          </p:nvPr>
        </p:nvSpPr>
        <p:spPr>
          <a:xfrm>
            <a:off x="1510200" y="1188720"/>
            <a:ext cx="10361160" cy="5131080"/>
          </a:xfrm>
          <a:prstGeom prst="rect">
            <a:avLst/>
          </a:prstGeom>
          <a:noFill/>
          <a:ln w="0">
            <a:noFill/>
          </a:ln>
        </p:spPr>
        <p:txBody>
          <a:bodyPr lIns="91440" tIns="91440" rIns="91440" bIns="91440" anchor="t">
            <a:noAutofit/>
          </a:bodyPr>
          <a:p>
            <a:pPr indent="0" algn="l">
              <a:lnSpc>
                <a:spcPct val="90000"/>
              </a:lnSpc>
              <a:spcBef>
                <a:spcPts val="799"/>
              </a:spcBef>
              <a:buNone/>
              <a:tabLst>
                <a:tab pos="0" algn="l"/>
              </a:tabLst>
            </a:pPr>
            <a:r>
              <a:rPr lang="en-US" sz="2600" b="0" u="none" strike="noStrike">
                <a:solidFill>
                  <a:srgbClr val="00004C"/>
                </a:solidFill>
                <a:effectLst/>
                <a:uFillTx/>
                <a:latin typeface="Arial"/>
                <a:ea typeface="Arial"/>
              </a:rPr>
              <a:t>You should now be able to:</a:t>
            </a:r>
            <a:endParaRPr lang="en-US" sz="2600" b="0" u="none" strike="noStrike">
              <a:solidFill>
                <a:srgbClr val="000000"/>
              </a:solidFill>
              <a:effectLst/>
              <a:uFillTx/>
              <a:latin typeface="Arial"/>
            </a:endParaRPr>
          </a:p>
          <a:p>
            <a:pPr indent="0" algn="l">
              <a:lnSpc>
                <a:spcPct val="90000"/>
              </a:lnSpc>
              <a:spcBef>
                <a:spcPts val="799"/>
              </a:spcBef>
              <a:buNone/>
              <a:tabLst>
                <a:tab pos="0" algn="l"/>
              </a:tabLst>
            </a:pPr>
            <a:r>
              <a:rPr lang="en-US" sz="2600" b="0" u="none" strike="noStrike">
                <a:solidFill>
                  <a:srgbClr val="00004C"/>
                </a:solidFill>
                <a:effectLst/>
                <a:uFillTx/>
                <a:latin typeface="Arial"/>
                <a:ea typeface="Arial"/>
              </a:rPr>
              <a:t>Understand the process of conducting Tactical Planning, recall and apply each component/process given a scenario.</a:t>
            </a:r>
            <a:endParaRPr lang="en-US" sz="2600" b="0" u="none" strike="noStrike">
              <a:solidFill>
                <a:srgbClr val="000000"/>
              </a:solidFill>
              <a:effectLst/>
              <a:uFillTx/>
              <a:latin typeface="Arial"/>
            </a:endParaRPr>
          </a:p>
          <a:p>
            <a:pPr marL="626400" indent="-457200" algn="l">
              <a:lnSpc>
                <a:spcPct val="90000"/>
              </a:lnSpc>
              <a:spcBef>
                <a:spcPts val="799"/>
              </a:spcBef>
              <a:buClr>
                <a:srgbClr val="000000"/>
              </a:buClr>
              <a:buFont typeface="Noto Sans Symbols"/>
              <a:buChar char="▪"/>
              <a:tabLst>
                <a:tab pos="0" algn="l"/>
              </a:tabLst>
            </a:pPr>
            <a:r>
              <a:rPr lang="en-US" sz="2600" b="0" u="none" strike="noStrike">
                <a:solidFill>
                  <a:srgbClr val="002060"/>
                </a:solidFill>
                <a:effectLst/>
                <a:uFillTx/>
                <a:latin typeface="Arial"/>
                <a:ea typeface="Arial"/>
              </a:rPr>
              <a:t>Map Tactical Tasks to cyberspace operations</a:t>
            </a:r>
            <a:endParaRPr lang="en-US" sz="2600" b="0" u="none" strike="noStrike">
              <a:solidFill>
                <a:srgbClr val="000000"/>
              </a:solidFill>
              <a:effectLst/>
              <a:uFillTx/>
              <a:latin typeface="Arial"/>
            </a:endParaRPr>
          </a:p>
          <a:p>
            <a:pPr marL="626400" indent="-457200" algn="l">
              <a:lnSpc>
                <a:spcPct val="90000"/>
              </a:lnSpc>
              <a:buClr>
                <a:srgbClr val="000000"/>
              </a:buClr>
              <a:buFont typeface="Noto Sans Symbols"/>
              <a:buChar char="▪"/>
              <a:tabLst>
                <a:tab pos="0" algn="l"/>
              </a:tabLst>
            </a:pPr>
            <a:r>
              <a:rPr lang="en-US" sz="2600" b="0" u="none" strike="noStrike">
                <a:solidFill>
                  <a:srgbClr val="002060"/>
                </a:solidFill>
                <a:effectLst/>
                <a:uFillTx/>
                <a:latin typeface="Arial"/>
                <a:ea typeface="Arial"/>
              </a:rPr>
              <a:t>Define METT-TC </a:t>
            </a:r>
            <a:endParaRPr lang="en-US" sz="2600" b="0" u="none" strike="noStrike">
              <a:solidFill>
                <a:srgbClr val="000000"/>
              </a:solidFill>
              <a:effectLst/>
              <a:uFillTx/>
              <a:latin typeface="Arial"/>
            </a:endParaRPr>
          </a:p>
          <a:p>
            <a:pPr marL="626400" indent="-457200" algn="l">
              <a:lnSpc>
                <a:spcPct val="90000"/>
              </a:lnSpc>
              <a:buClr>
                <a:srgbClr val="000000"/>
              </a:buClr>
              <a:buFont typeface="Noto Sans Symbols"/>
              <a:buChar char="▪"/>
              <a:tabLst>
                <a:tab pos="0" algn="l"/>
              </a:tabLst>
            </a:pPr>
            <a:r>
              <a:rPr lang="en-US" sz="2600" b="0" u="none" strike="noStrike">
                <a:solidFill>
                  <a:srgbClr val="002060"/>
                </a:solidFill>
                <a:effectLst/>
                <a:uFillTx/>
                <a:latin typeface="Arial"/>
                <a:ea typeface="Arial"/>
              </a:rPr>
              <a:t>Create a SALUTE report on an enemy</a:t>
            </a:r>
            <a:endParaRPr lang="en-US" sz="2600" b="0" u="none" strike="noStrike">
              <a:solidFill>
                <a:srgbClr val="000000"/>
              </a:solidFill>
              <a:effectLst/>
              <a:uFillTx/>
              <a:latin typeface="Arial"/>
            </a:endParaRPr>
          </a:p>
          <a:p>
            <a:pPr marL="626400" indent="-457200" algn="l">
              <a:lnSpc>
                <a:spcPct val="90000"/>
              </a:lnSpc>
              <a:spcBef>
                <a:spcPts val="799"/>
              </a:spcBef>
              <a:buClr>
                <a:srgbClr val="000000"/>
              </a:buClr>
              <a:buFont typeface="Noto Sans Symbols"/>
              <a:buChar char="▪"/>
              <a:tabLst>
                <a:tab pos="0" algn="l"/>
              </a:tabLst>
            </a:pPr>
            <a:r>
              <a:rPr lang="en-US" sz="2600" b="0" u="none" strike="noStrike">
                <a:solidFill>
                  <a:srgbClr val="002060"/>
                </a:solidFill>
                <a:effectLst/>
                <a:uFillTx/>
                <a:latin typeface="Arial"/>
                <a:ea typeface="Arial"/>
              </a:rPr>
              <a:t>Conduct DRAW-D analysis, implement each step during planning.</a:t>
            </a:r>
            <a:endParaRPr lang="en-US" sz="2600" b="0" u="none" strike="noStrike">
              <a:solidFill>
                <a:srgbClr val="000000"/>
              </a:solidFill>
              <a:effectLst/>
              <a:uFillTx/>
              <a:latin typeface="Arial"/>
            </a:endParaRPr>
          </a:p>
          <a:p>
            <a:pPr marL="626400" indent="-457200" algn="l">
              <a:lnSpc>
                <a:spcPct val="90000"/>
              </a:lnSpc>
              <a:spcBef>
                <a:spcPts val="799"/>
              </a:spcBef>
              <a:buClr>
                <a:srgbClr val="000000"/>
              </a:buClr>
              <a:buFont typeface="Noto Sans Symbols"/>
              <a:buChar char="▪"/>
              <a:tabLst>
                <a:tab pos="0" algn="l"/>
              </a:tabLst>
            </a:pPr>
            <a:r>
              <a:rPr lang="en-US" sz="2600" b="0" u="none" strike="noStrike">
                <a:solidFill>
                  <a:srgbClr val="002060"/>
                </a:solidFill>
                <a:effectLst/>
                <a:uFillTx/>
                <a:latin typeface="Arial"/>
                <a:ea typeface="Arial"/>
              </a:rPr>
              <a:t>Conduct friendly and enemy Terrain Analysis applying the components of OCOKAW.</a:t>
            </a:r>
            <a:endParaRPr lang="en-US" sz="2600" b="0" u="none" strike="noStrike">
              <a:solidFill>
                <a:srgbClr val="000000"/>
              </a:solidFill>
              <a:effectLst/>
              <a:uFillTx/>
              <a:latin typeface="Arial"/>
            </a:endParaRPr>
          </a:p>
        </p:txBody>
      </p:sp>
      <p:sp>
        <p:nvSpPr>
          <p:cNvPr id="577"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Lesson Summary</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8" name="PlaceHolder 1"/>
          <p:cNvSpPr>
            <a:spLocks noGrp="1"/>
          </p:cNvSpPr>
          <p:nvPr>
            <p:ph/>
          </p:nvPr>
        </p:nvSpPr>
        <p:spPr>
          <a:xfrm>
            <a:off x="1510200" y="1188720"/>
            <a:ext cx="10361160" cy="5131080"/>
          </a:xfrm>
          <a:prstGeom prst="rect">
            <a:avLst/>
          </a:prstGeom>
          <a:noFill/>
          <a:ln w="0">
            <a:noFill/>
          </a:ln>
        </p:spPr>
        <p:txBody>
          <a:bodyPr lIns="91440" tIns="91440" rIns="91440" bIns="91440" anchor="t">
            <a:noAutofit/>
          </a:bodyPr>
          <a:p>
            <a:pPr indent="0" algn="l">
              <a:lnSpc>
                <a:spcPct val="90000"/>
              </a:lnSpc>
              <a:spcBef>
                <a:spcPts val="799"/>
              </a:spcBef>
              <a:buNone/>
              <a:tabLst>
                <a:tab pos="0" algn="l"/>
              </a:tabLst>
            </a:pPr>
            <a:r>
              <a:rPr lang="en-US" sz="2600" b="0" u="none" strike="noStrike">
                <a:solidFill>
                  <a:srgbClr val="00004C"/>
                </a:solidFill>
                <a:effectLst/>
                <a:uFillTx/>
                <a:latin typeface="Arial"/>
                <a:ea typeface="Arial"/>
              </a:rPr>
              <a:t>You should now be able to:</a:t>
            </a:r>
            <a:endParaRPr lang="en-US" sz="2600" b="0" u="none" strike="noStrike">
              <a:solidFill>
                <a:srgbClr val="000000"/>
              </a:solidFill>
              <a:effectLst/>
              <a:uFillTx/>
              <a:latin typeface="Arial"/>
            </a:endParaRPr>
          </a:p>
          <a:p>
            <a:pPr marL="626400" indent="-457200" algn="l">
              <a:lnSpc>
                <a:spcPct val="90000"/>
              </a:lnSpc>
              <a:spcBef>
                <a:spcPts val="799"/>
              </a:spcBef>
              <a:buClr>
                <a:srgbClr val="002060"/>
              </a:buClr>
              <a:buFont typeface="Arial"/>
              <a:buChar char="•"/>
              <a:tabLst>
                <a:tab pos="0" algn="l"/>
              </a:tabLst>
            </a:pPr>
            <a:r>
              <a:rPr lang="en-US" sz="2600" b="0" u="none" strike="noStrike">
                <a:solidFill>
                  <a:srgbClr val="002060"/>
                </a:solidFill>
                <a:effectLst/>
                <a:uFillTx/>
                <a:latin typeface="Arial"/>
                <a:ea typeface="Arial"/>
              </a:rPr>
              <a:t>Identify an adversary Center of Gravity and Critical Vulnerabilities.</a:t>
            </a:r>
            <a:endParaRPr lang="en-US" sz="2600" b="0" u="none" strike="noStrike">
              <a:solidFill>
                <a:srgbClr val="000000"/>
              </a:solidFill>
              <a:effectLst/>
              <a:uFillTx/>
              <a:latin typeface="Arial"/>
            </a:endParaRPr>
          </a:p>
          <a:p>
            <a:pPr marL="626400" indent="-457200" algn="l">
              <a:lnSpc>
                <a:spcPct val="90000"/>
              </a:lnSpc>
              <a:spcBef>
                <a:spcPts val="799"/>
              </a:spcBef>
              <a:buClr>
                <a:srgbClr val="002060"/>
              </a:buClr>
              <a:buFont typeface="Arial"/>
              <a:buChar char="•"/>
              <a:tabLst>
                <a:tab pos="0" algn="l"/>
              </a:tabLst>
            </a:pPr>
            <a:r>
              <a:rPr lang="en-US" sz="2600" b="0" u="none" strike="noStrike">
                <a:solidFill>
                  <a:srgbClr val="002060"/>
                </a:solidFill>
                <a:effectLst/>
                <a:uFillTx/>
                <a:latin typeface="Arial"/>
                <a:ea typeface="Arial"/>
              </a:rPr>
              <a:t>Determine an adversary’s mission.</a:t>
            </a:r>
            <a:endParaRPr lang="en-US" sz="2600" b="0" u="none" strike="noStrike">
              <a:solidFill>
                <a:srgbClr val="000000"/>
              </a:solidFill>
              <a:effectLst/>
              <a:uFillTx/>
              <a:latin typeface="Arial"/>
            </a:endParaRPr>
          </a:p>
          <a:p>
            <a:pPr marL="626400" indent="-457200" algn="l">
              <a:lnSpc>
                <a:spcPct val="90000"/>
              </a:lnSpc>
              <a:spcBef>
                <a:spcPts val="799"/>
              </a:spcBef>
              <a:buClr>
                <a:srgbClr val="002060"/>
              </a:buClr>
              <a:buFont typeface="Arial"/>
              <a:buChar char="•"/>
              <a:tabLst>
                <a:tab pos="0" algn="l"/>
              </a:tabLst>
            </a:pPr>
            <a:r>
              <a:rPr lang="en-US" sz="2600" b="0" u="none" strike="noStrike">
                <a:solidFill>
                  <a:srgbClr val="002060"/>
                </a:solidFill>
                <a:effectLst/>
                <a:uFillTx/>
                <a:latin typeface="Arial"/>
                <a:ea typeface="Arial"/>
              </a:rPr>
              <a:t>Determine the Enemy’s Most Likely Course of Action.</a:t>
            </a:r>
            <a:endParaRPr lang="en-US" sz="2600" b="0" u="none" strike="noStrike">
              <a:solidFill>
                <a:srgbClr val="000000"/>
              </a:solidFill>
              <a:effectLst/>
              <a:uFillTx/>
              <a:latin typeface="Arial"/>
            </a:endParaRPr>
          </a:p>
          <a:p>
            <a:pPr marL="626400" indent="-457200" algn="l">
              <a:lnSpc>
                <a:spcPct val="90000"/>
              </a:lnSpc>
              <a:spcBef>
                <a:spcPts val="799"/>
              </a:spcBef>
              <a:buClr>
                <a:srgbClr val="002060"/>
              </a:buClr>
              <a:buFont typeface="Arial"/>
              <a:buChar char="•"/>
              <a:tabLst>
                <a:tab pos="0" algn="l"/>
              </a:tabLst>
            </a:pPr>
            <a:r>
              <a:rPr lang="en-US" sz="2600" b="0" u="none" strike="noStrike">
                <a:solidFill>
                  <a:srgbClr val="002060"/>
                </a:solidFill>
                <a:effectLst/>
                <a:uFillTx/>
                <a:latin typeface="Arial"/>
                <a:ea typeface="Arial"/>
              </a:rPr>
              <a:t>Recall the components of an effective Exploitation Plan.</a:t>
            </a:r>
            <a:endParaRPr lang="en-US" sz="2600" b="0" u="none" strike="noStrike">
              <a:solidFill>
                <a:srgbClr val="000000"/>
              </a:solidFill>
              <a:effectLst/>
              <a:uFillTx/>
              <a:latin typeface="Arial"/>
            </a:endParaRPr>
          </a:p>
          <a:p>
            <a:pPr marL="626400" indent="-457200" algn="l">
              <a:lnSpc>
                <a:spcPct val="90000"/>
              </a:lnSpc>
              <a:spcBef>
                <a:spcPts val="799"/>
              </a:spcBef>
              <a:buClr>
                <a:srgbClr val="002060"/>
              </a:buClr>
              <a:buFont typeface="Arial"/>
              <a:buChar char="•"/>
              <a:tabLst>
                <a:tab pos="0" algn="l"/>
              </a:tabLst>
            </a:pPr>
            <a:r>
              <a:rPr lang="en-US" sz="2600" b="0" u="none" strike="noStrike">
                <a:solidFill>
                  <a:srgbClr val="002060"/>
                </a:solidFill>
                <a:effectLst/>
                <a:uFillTx/>
                <a:latin typeface="Arial"/>
                <a:ea typeface="Arial"/>
              </a:rPr>
              <a:t>Develop a Scheme of Maneuver, Fire Support Plan, and Tasks</a:t>
            </a:r>
            <a:endParaRPr lang="en-US" sz="2600" b="0" u="none" strike="noStrike">
              <a:solidFill>
                <a:srgbClr val="000000"/>
              </a:solidFill>
              <a:effectLst/>
              <a:uFillTx/>
              <a:latin typeface="Arial"/>
            </a:endParaRPr>
          </a:p>
          <a:p>
            <a:pPr marL="609480" indent="0" algn="l">
              <a:lnSpc>
                <a:spcPct val="90000"/>
              </a:lnSpc>
              <a:spcBef>
                <a:spcPts val="799"/>
              </a:spcBef>
              <a:buNone/>
              <a:tabLst>
                <a:tab pos="0" algn="l"/>
              </a:tabLst>
            </a:pPr>
            <a:endParaRPr lang="en-US" sz="2600" b="0" u="none" strike="noStrike">
              <a:solidFill>
                <a:srgbClr val="000000"/>
              </a:solidFill>
              <a:effectLst/>
              <a:uFillTx/>
              <a:latin typeface="Arial"/>
            </a:endParaRPr>
          </a:p>
        </p:txBody>
      </p:sp>
      <p:sp>
        <p:nvSpPr>
          <p:cNvPr id="579" name="PlaceHolder 2"/>
          <p:cNvSpPr>
            <a:spLocks noGrp="1"/>
          </p:cNvSpPr>
          <p:nvPr>
            <p:ph type="title"/>
          </p:nvPr>
        </p:nvSpPr>
        <p:spPr>
          <a:xfrm>
            <a:off x="1510200" y="519120"/>
            <a:ext cx="10361160" cy="640800"/>
          </a:xfrm>
          <a:prstGeom prst="rect">
            <a:avLst/>
          </a:prstGeom>
          <a:noFill/>
          <a:ln w="0">
            <a:noFill/>
          </a:ln>
        </p:spPr>
        <p:txBody>
          <a:bodyPr lIns="91440" tIns="91440" rIns="91440" bIns="91440" anchor="ctr">
            <a:noAutofit/>
          </a:bodyPr>
          <a:p>
            <a:pPr indent="0" algn="l">
              <a:lnSpc>
                <a:spcPct val="90000"/>
              </a:lnSpc>
              <a:buNone/>
              <a:tabLst>
                <a:tab pos="0" algn="l"/>
              </a:tabLst>
            </a:pPr>
            <a:r>
              <a:rPr lang="en-US" sz="3400" b="1" u="none" strike="noStrike">
                <a:solidFill>
                  <a:srgbClr val="00004C"/>
                </a:solidFill>
                <a:effectLst/>
                <a:uFillTx/>
                <a:latin typeface="Arial"/>
                <a:ea typeface="Arial"/>
              </a:rPr>
              <a:t>Lesson Summary</a:t>
            </a:r>
            <a:endParaRPr lang="en-US"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0" name="PlaceHolder 1"/>
          <p:cNvSpPr>
            <a:spLocks noGrp="1"/>
          </p:cNvSpPr>
          <p:nvPr>
            <p:ph/>
          </p:nvPr>
        </p:nvSpPr>
        <p:spPr>
          <a:xfrm>
            <a:off x="1510200" y="1188720"/>
            <a:ext cx="10361160" cy="5131080"/>
          </a:xfrm>
          <a:prstGeom prst="rect">
            <a:avLst/>
          </a:prstGeom>
          <a:noFill/>
          <a:ln w="0">
            <a:noFill/>
          </a:ln>
        </p:spPr>
        <p:txBody>
          <a:bodyPr lIns="91440" tIns="91440" rIns="91440" bIns="91440" anchor="ctr">
            <a:noAutofit/>
          </a:bodyPr>
          <a:p>
            <a:pPr indent="0" algn="ctr">
              <a:lnSpc>
                <a:spcPct val="90000"/>
              </a:lnSpc>
              <a:buNone/>
              <a:tabLst>
                <a:tab pos="0" algn="l"/>
              </a:tabLst>
            </a:pPr>
            <a:r>
              <a:rPr lang="en-US" sz="4700" b="0" u="none" strike="noStrike">
                <a:solidFill>
                  <a:srgbClr val="00004C"/>
                </a:solidFill>
                <a:effectLst/>
                <a:uFillTx/>
                <a:latin typeface="Arial"/>
                <a:ea typeface="Arial"/>
              </a:rPr>
              <a:t>Questions?</a:t>
            </a:r>
            <a:endParaRPr lang="en-US" sz="4700" b="0" u="none" strike="noStrike">
              <a:solidFill>
                <a:srgbClr val="000000"/>
              </a:solidFill>
              <a:effectLst/>
              <a:uFillTx/>
              <a:latin typeface="Arial"/>
            </a:endParaRPr>
          </a:p>
          <a:p>
            <a:pPr marL="609480" indent="0" algn="ctr">
              <a:lnSpc>
                <a:spcPct val="90000"/>
              </a:lnSpc>
              <a:spcBef>
                <a:spcPts val="799"/>
              </a:spcBef>
              <a:buNone/>
              <a:tabLst>
                <a:tab pos="0" algn="l"/>
              </a:tabLst>
            </a:pPr>
            <a:endParaRPr lang="en-US" sz="4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CyberTemplateL_Green Unclass">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itchFamily="0" charset="1"/>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itchFamily="0" charset="1"/>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9</TotalTime>
  <Application>LibreOffice/26.8.1.1$Windows_X86_64 LibreOffice_project/bf6ef2662401c7d6dce671ab4deb26ee0af3a7c1</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Houston, Joshua T</dc:creator>
  <dc:description/>
  <dc:language>en-US</dc:language>
  <cp:lastModifiedBy/>
  <dcterms:modified xsi:type="dcterms:W3CDTF">2026-10-13T12:27:06Z</dcterms:modified>
  <cp:revision>1</cp:revision>
  <dc:subject/>
  <dc:title/>
</cp:coreProperties>
</file>
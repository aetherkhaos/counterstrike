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9"/>
  </p:notesMasterIdLst>
  <p:sldIdLst>
    <p:sldId id="256" r:id="rId8"/>
    <p:sldId id="257" r:id="rId14"/>
    <p:sldId id="258" r:id="rId15"/>
    <p:sldId id="259" r:id="rId7"/>
    <p:sldId id="260" r:id="rId6"/>
    <p:sldId id="261" r:id="rId5"/>
    <p:sldId id="262" r:id="rId4"/>
    <p:sldId id="263" r:id="rId3"/>
    <p:sldId id="264" r:id="rId2"/>
    <p:sldId id="265" r:id="rId22"/>
    <p:sldId id="266" r:id="rId23"/>
    <p:sldId id="267" r:id="rId24"/>
    <p:sldId id="268" r:id="rId25"/>
    <p:sldId id="269" r:id="rId26"/>
    <p:sldId id="270" r:id="rId27"/>
    <p:sldId id="271" r:id="rId28"/>
    <p:sldId id="272" r:id="rId29"/>
    <p:sldId id="273" r:id="rId30"/>
    <p:sldId id="274" r:id="rId31"/>
  </p:sldIdLst>
  <p:sldSz cx="12192000" cy="6858000"/>
  <p:notesSz cx="6858000" cy="9144000"/>
  <p:embeddedFontLst>
    <p:embeddedFont>
      <p:font typeface="Google Sans" panose="020B0604020202020204" charset="0"/>
      <p:regular r:id="rId10"/>
      <p:bold r:id="rId11"/>
      <p:italic r:id="rId12"/>
      <p:boldItalic r:id="rId13"/>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6" roundtripDataSignature="AMtx7mj7TtVeiHhDOAAACQUvrCI66Sw72g=="/>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4" d="100"/>
          <a:sy n="104" d="100"/>
        </p:scale>
        <p:origin x="534"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5.xml"/><Relationship Id="rId7" Type="http://schemas.openxmlformats.org/officeDocument/2006/relationships/slide" Target="slides/slide4.xml"/><Relationship Id="rId8" Type="http://schemas.openxmlformats.org/officeDocument/2006/relationships/slide" Target="slides/slide1.xml"/><Relationship Id="rId9" Type="http://schemas.openxmlformats.org/officeDocument/2006/relationships/notesMaster" Target="notesMasters/notesMaster1.xml"/><Relationship Id="rId10" Type="http://schemas.openxmlformats.org/officeDocument/2006/relationships/font" Target="fonts/font1.fntdata"/><Relationship Id="rId11" Type="http://schemas.openxmlformats.org/officeDocument/2006/relationships/font" Target="fonts/font2.fntdata"/><Relationship Id="rId12" Type="http://schemas.openxmlformats.org/officeDocument/2006/relationships/font" Target="fonts/font3.fntdata"/><Relationship Id="rId13" Type="http://schemas.openxmlformats.org/officeDocument/2006/relationships/font" Target="fonts/font4.fntdata"/><Relationship Id="rId14" Type="http://schemas.openxmlformats.org/officeDocument/2006/relationships/slide" Target="slides/slide2.xml"/><Relationship Id="rId15" Type="http://schemas.openxmlformats.org/officeDocument/2006/relationships/slide" Target="slides/slide3.xml"/><Relationship Id="rId16" Type="http://customschemas.google.com/relationships/presentationmetadata" Target="metadata"/><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21" Type="http://schemas.microsoft.com/office/2016/11/relationships/changesInfo" Target="changesInfos/changesInfo1.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ross, Clay" userId="f346be3b-e1cb-4aec-811e-8a3f5d1dd33f" providerId="ADAL" clId="{5AB2DC96-CDCC-45B4-B053-2F2446580AF9}"/>
    <pc:docChg chg="modSld modMainMaster">
      <pc:chgData name="Cross, Clay" userId="f346be3b-e1cb-4aec-811e-8a3f5d1dd33f" providerId="ADAL" clId="{5AB2DC96-CDCC-45B4-B053-2F2446580AF9}" dt="2026-10-12T17:41:14.911" v="31" actId="20577"/>
      <pc:docMkLst>
        <pc:docMk/>
      </pc:docMkLst>
      <pc:sldChg chg="addSp modSp mod">
        <pc:chgData name="Cross, Clay" userId="f346be3b-e1cb-4aec-811e-8a3f5d1dd33f" providerId="ADAL" clId="{5AB2DC96-CDCC-45B4-B053-2F2446580AF9}" dt="2026-10-12T17:41:14.911" v="31" actId="20577"/>
        <pc:sldMkLst>
          <pc:docMk/>
          <pc:sldMk cId="0" sldId="256"/>
        </pc:sldMkLst>
        <pc:spChg chg="add mod">
          <ac:chgData name="Cross, Clay" userId="f346be3b-e1cb-4aec-811e-8a3f5d1dd33f" providerId="ADAL" clId="{5AB2DC96-CDCC-45B4-B053-2F2446580AF9}" dt="2026-09-16T14:10:03.197" v="14"/>
          <ac:spMkLst>
            <pc:docMk/>
            <pc:sldMk cId="0" sldId="256"/>
            <ac:spMk id="2" creationId="{AF066B48-BBCB-D243-DA16-4C1CF9825479}"/>
          </ac:spMkLst>
        </pc:spChg>
        <pc:spChg chg="mod">
          <ac:chgData name="Cross, Clay" userId="f346be3b-e1cb-4aec-811e-8a3f5d1dd33f" providerId="ADAL" clId="{5AB2DC96-CDCC-45B4-B053-2F2446580AF9}" dt="2026-10-12T17:41:14.911" v="31" actId="20577"/>
          <ac:spMkLst>
            <pc:docMk/>
            <pc:sldMk cId="0" sldId="256"/>
            <ac:spMk id="93" creationId="{00000000-0000-0000-0000-000000000000}"/>
          </ac:spMkLst>
        </pc:spChg>
      </pc:sldChg>
      <pc:sldChg chg="addSp modSp">
        <pc:chgData name="Cross, Clay" userId="f346be3b-e1cb-4aec-811e-8a3f5d1dd33f" providerId="ADAL" clId="{5AB2DC96-CDCC-45B4-B053-2F2446580AF9}" dt="2026-09-16T14:10:05.967" v="15"/>
        <pc:sldMkLst>
          <pc:docMk/>
          <pc:sldMk cId="0" sldId="257"/>
        </pc:sldMkLst>
        <pc:spChg chg="add mod">
          <ac:chgData name="Cross, Clay" userId="f346be3b-e1cb-4aec-811e-8a3f5d1dd33f" providerId="ADAL" clId="{5AB2DC96-CDCC-45B4-B053-2F2446580AF9}" dt="2026-09-16T14:10:05.967" v="15"/>
          <ac:spMkLst>
            <pc:docMk/>
            <pc:sldMk cId="0" sldId="257"/>
            <ac:spMk id="2" creationId="{C59CE0A4-E66C-0842-A9F5-B432CCCBB70C}"/>
          </ac:spMkLst>
        </pc:spChg>
      </pc:sldChg>
      <pc:sldChg chg="addSp modSp">
        <pc:chgData name="Cross, Clay" userId="f346be3b-e1cb-4aec-811e-8a3f5d1dd33f" providerId="ADAL" clId="{5AB2DC96-CDCC-45B4-B053-2F2446580AF9}" dt="2026-09-16T14:10:07.294" v="16"/>
        <pc:sldMkLst>
          <pc:docMk/>
          <pc:sldMk cId="0" sldId="258"/>
        </pc:sldMkLst>
        <pc:spChg chg="add mod">
          <ac:chgData name="Cross, Clay" userId="f346be3b-e1cb-4aec-811e-8a3f5d1dd33f" providerId="ADAL" clId="{5AB2DC96-CDCC-45B4-B053-2F2446580AF9}" dt="2026-09-16T14:10:07.294" v="16"/>
          <ac:spMkLst>
            <pc:docMk/>
            <pc:sldMk cId="0" sldId="258"/>
            <ac:spMk id="2" creationId="{9367D3A5-428A-79F2-AC81-ADCB1A0F11C1}"/>
          </ac:spMkLst>
        </pc:spChg>
      </pc:sldChg>
      <pc:sldChg chg="addSp modSp">
        <pc:chgData name="Cross, Clay" userId="f346be3b-e1cb-4aec-811e-8a3f5d1dd33f" providerId="ADAL" clId="{5AB2DC96-CDCC-45B4-B053-2F2446580AF9}" dt="2026-09-16T14:10:08.375" v="17"/>
        <pc:sldMkLst>
          <pc:docMk/>
          <pc:sldMk cId="0" sldId="259"/>
        </pc:sldMkLst>
        <pc:spChg chg="add mod">
          <ac:chgData name="Cross, Clay" userId="f346be3b-e1cb-4aec-811e-8a3f5d1dd33f" providerId="ADAL" clId="{5AB2DC96-CDCC-45B4-B053-2F2446580AF9}" dt="2026-09-16T14:10:08.375" v="17"/>
          <ac:spMkLst>
            <pc:docMk/>
            <pc:sldMk cId="0" sldId="259"/>
            <ac:spMk id="2" creationId="{07E1C860-F9EC-56A5-3678-9C818C512B47}"/>
          </ac:spMkLst>
        </pc:spChg>
      </pc:sldChg>
      <pc:sldChg chg="addSp modSp">
        <pc:chgData name="Cross, Clay" userId="f346be3b-e1cb-4aec-811e-8a3f5d1dd33f" providerId="ADAL" clId="{5AB2DC96-CDCC-45B4-B053-2F2446580AF9}" dt="2026-09-16T14:10:11.392" v="18"/>
        <pc:sldMkLst>
          <pc:docMk/>
          <pc:sldMk cId="0" sldId="260"/>
        </pc:sldMkLst>
        <pc:spChg chg="add mod">
          <ac:chgData name="Cross, Clay" userId="f346be3b-e1cb-4aec-811e-8a3f5d1dd33f" providerId="ADAL" clId="{5AB2DC96-CDCC-45B4-B053-2F2446580AF9}" dt="2026-09-16T14:10:11.392" v="18"/>
          <ac:spMkLst>
            <pc:docMk/>
            <pc:sldMk cId="0" sldId="260"/>
            <ac:spMk id="2" creationId="{1588E63D-8331-98F8-2393-DF79A145BF58}"/>
          </ac:spMkLst>
        </pc:spChg>
      </pc:sldChg>
      <pc:sldChg chg="addSp modSp">
        <pc:chgData name="Cross, Clay" userId="f346be3b-e1cb-4aec-811e-8a3f5d1dd33f" providerId="ADAL" clId="{5AB2DC96-CDCC-45B4-B053-2F2446580AF9}" dt="2026-09-16T14:10:12.517" v="19"/>
        <pc:sldMkLst>
          <pc:docMk/>
          <pc:sldMk cId="0" sldId="261"/>
        </pc:sldMkLst>
        <pc:spChg chg="add mod">
          <ac:chgData name="Cross, Clay" userId="f346be3b-e1cb-4aec-811e-8a3f5d1dd33f" providerId="ADAL" clId="{5AB2DC96-CDCC-45B4-B053-2F2446580AF9}" dt="2026-09-16T14:10:12.517" v="19"/>
          <ac:spMkLst>
            <pc:docMk/>
            <pc:sldMk cId="0" sldId="261"/>
            <ac:spMk id="2" creationId="{93535A3B-BAB2-61CE-5223-82D4BF2B0E2D}"/>
          </ac:spMkLst>
        </pc:spChg>
      </pc:sldChg>
      <pc:sldChg chg="addSp delSp modSp mod">
        <pc:chgData name="Cross, Clay" userId="f346be3b-e1cb-4aec-811e-8a3f5d1dd33f" providerId="ADAL" clId="{5AB2DC96-CDCC-45B4-B053-2F2446580AF9}" dt="2026-09-16T14:10:13.935" v="20"/>
        <pc:sldMkLst>
          <pc:docMk/>
          <pc:sldMk cId="0" sldId="262"/>
        </pc:sldMkLst>
        <pc:spChg chg="add mod">
          <ac:chgData name="Cross, Clay" userId="f346be3b-e1cb-4aec-811e-8a3f5d1dd33f" providerId="ADAL" clId="{5AB2DC96-CDCC-45B4-B053-2F2446580AF9}" dt="2026-09-16T14:10:13.935" v="20"/>
          <ac:spMkLst>
            <pc:docMk/>
            <pc:sldMk cId="0" sldId="262"/>
            <ac:spMk id="2" creationId="{D7EC3C54-652C-9EC2-FAB0-E19765D5B90B}"/>
          </ac:spMkLst>
        </pc:spChg>
      </pc:sldChg>
      <pc:sldMasterChg chg="modSp mod modSldLayout">
        <pc:chgData name="Cross, Clay" userId="f346be3b-e1cb-4aec-811e-8a3f5d1dd33f" providerId="ADAL" clId="{5AB2DC96-CDCC-45B4-B053-2F2446580AF9}" dt="2026-10-12T16:58:37.748" v="29" actId="14100"/>
        <pc:sldMasterMkLst>
          <pc:docMk/>
          <pc:sldMasterMk cId="0" sldId="2147483648"/>
        </pc:sldMasterMkLst>
        <pc:sldLayoutChg chg="modSp mod">
          <pc:chgData name="Cross, Clay" userId="f346be3b-e1cb-4aec-811e-8a3f5d1dd33f" providerId="ADAL" clId="{5AB2DC96-CDCC-45B4-B053-2F2446580AF9}" dt="2026-10-12T16:58:06.482" v="24" actId="14100"/>
          <pc:sldLayoutMkLst>
            <pc:docMk/>
            <pc:sldMasterMk cId="0" sldId="2147483648"/>
            <pc:sldLayoutMk cId="0" sldId="2147483652"/>
          </pc:sldLayoutMkLst>
          <pc:spChg chg="mod">
            <ac:chgData name="Cross, Clay" userId="f346be3b-e1cb-4aec-811e-8a3f5d1dd33f" providerId="ADAL" clId="{5AB2DC96-CDCC-45B4-B053-2F2446580AF9}" dt="2026-10-12T16:57:55.345" v="22" actId="14100"/>
            <ac:spMkLst>
              <pc:docMk/>
              <pc:sldMasterMk cId="0" sldId="2147483648"/>
              <pc:sldLayoutMk cId="0" sldId="2147483652"/>
              <ac:spMk id="56" creationId="{00000000-0000-0000-0000-000000000000}"/>
            </ac:spMkLst>
          </pc:spChg>
          <pc:spChg chg="mod">
            <ac:chgData name="Cross, Clay" userId="f346be3b-e1cb-4aec-811e-8a3f5d1dd33f" providerId="ADAL" clId="{5AB2DC96-CDCC-45B4-B053-2F2446580AF9}" dt="2026-10-12T16:58:00.151" v="23" actId="14100"/>
            <ac:spMkLst>
              <pc:docMk/>
              <pc:sldMasterMk cId="0" sldId="2147483648"/>
              <pc:sldLayoutMk cId="0" sldId="2147483652"/>
              <ac:spMk id="57" creationId="{00000000-0000-0000-0000-000000000000}"/>
            </ac:spMkLst>
          </pc:spChg>
          <pc:spChg chg="mod">
            <ac:chgData name="Cross, Clay" userId="f346be3b-e1cb-4aec-811e-8a3f5d1dd33f" providerId="ADAL" clId="{5AB2DC96-CDCC-45B4-B053-2F2446580AF9}" dt="2026-10-12T16:58:06.482" v="24" actId="14100"/>
            <ac:spMkLst>
              <pc:docMk/>
              <pc:sldMasterMk cId="0" sldId="2147483648"/>
              <pc:sldLayoutMk cId="0" sldId="2147483652"/>
              <ac:spMk id="58" creationId="{00000000-0000-0000-0000-000000000000}"/>
            </ac:spMkLst>
          </pc:spChg>
        </pc:sldLayoutChg>
        <pc:sldLayoutChg chg="modSp mod">
          <pc:chgData name="Cross, Clay" userId="f346be3b-e1cb-4aec-811e-8a3f5d1dd33f" providerId="ADAL" clId="{5AB2DC96-CDCC-45B4-B053-2F2446580AF9}" dt="2026-10-12T16:58:37.748" v="29" actId="14100"/>
          <pc:sldLayoutMkLst>
            <pc:docMk/>
            <pc:sldMasterMk cId="0" sldId="2147483648"/>
            <pc:sldLayoutMk cId="0" sldId="2147483656"/>
          </pc:sldLayoutMkLst>
          <pc:spChg chg="mod">
            <ac:chgData name="Cross, Clay" userId="f346be3b-e1cb-4aec-811e-8a3f5d1dd33f" providerId="ADAL" clId="{5AB2DC96-CDCC-45B4-B053-2F2446580AF9}" dt="2026-10-12T16:58:32.543" v="27" actId="14100"/>
            <ac:spMkLst>
              <pc:docMk/>
              <pc:sldMasterMk cId="0" sldId="2147483648"/>
              <pc:sldLayoutMk cId="0" sldId="2147483656"/>
              <ac:spMk id="76" creationId="{00000000-0000-0000-0000-000000000000}"/>
            </ac:spMkLst>
          </pc:spChg>
          <pc:spChg chg="mod">
            <ac:chgData name="Cross, Clay" userId="f346be3b-e1cb-4aec-811e-8a3f5d1dd33f" providerId="ADAL" clId="{5AB2DC96-CDCC-45B4-B053-2F2446580AF9}" dt="2026-10-12T16:58:34.943" v="28" actId="14100"/>
            <ac:spMkLst>
              <pc:docMk/>
              <pc:sldMasterMk cId="0" sldId="2147483648"/>
              <pc:sldLayoutMk cId="0" sldId="2147483656"/>
              <ac:spMk id="77" creationId="{00000000-0000-0000-0000-000000000000}"/>
            </ac:spMkLst>
          </pc:spChg>
          <pc:spChg chg="mod">
            <ac:chgData name="Cross, Clay" userId="f346be3b-e1cb-4aec-811e-8a3f5d1dd33f" providerId="ADAL" clId="{5AB2DC96-CDCC-45B4-B053-2F2446580AF9}" dt="2026-10-12T16:58:37.748" v="29" actId="14100"/>
            <ac:spMkLst>
              <pc:docMk/>
              <pc:sldMasterMk cId="0" sldId="2147483648"/>
              <pc:sldLayoutMk cId="0" sldId="2147483656"/>
              <ac:spMk id="78" creationId="{00000000-0000-0000-0000-000000000000}"/>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Arial"/>
                <a:ea typeface="Arial"/>
                <a:cs typeface="Arial"/>
                <a:sym typeface="Arial"/>
              </a:rPr>
              <a:t>‹#›</a:t>
            </a:fld>
            <a:endParaRPr sz="1200" b="0" i="0" u="none" strike="noStrike" cap="none">
              <a:solidFill>
                <a:schemeClr val="dk1"/>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 Threat-Representative Environments and Mission Rehearsal (Temp) — Content Guide</a:t>
            </a:r>
          </a:p>
          <a:p/>
          <a:p>
            <a:r>
              <a:t>**Audience:** CPT operators entering this Block who completed planning and on-target work.</a:t>
            </a:r>
          </a:p>
          <a:p>
            <a:r>
              <a:t>**Duration:** Instructor-flexible opening lecture before the assigned rehearsal lab.</a:t>
            </a:r>
          </a:p>
          <a:p>
            <a:r>
              <a:t>**Prerequisites:** Tactical planning (METT-TC, EMLCOA, CG/CV, SOM); ATT&amp;CK ↔ D3FEND/ENGAGE bridge.</a:t>
            </a:r>
          </a:p>
          <a:p>
            <a:r>
              <a:t>**References:**</a:t>
            </a:r>
          </a:p>
          <a:p/>
          <a:p>
            <a:r>
              <a:t>- [`../../../../environments/effects_lab_env/vsphere/README.md`](../../../../environments/effects_lab_env/vsphere/README.md)</a:t>
            </a:r>
          </a:p>
          <a:p>
            <a:r>
              <a:t>- Sibling rehearsal lab student brief (same A/B/C option layouts): [`../B04.M25-threat-rep-mission-rehearsal-lab/student-brief.md`](../B04.M25-threat-rep-mission-rehearsal-lab/student-brief.md)</a:t>
            </a:r>
          </a:p>
          <a:p/>
          <a:p>
            <a:r>
              <a:t>---</a:t>
            </a:r>
          </a:p>
          <a:p/>
          <a:p>
            <a:r>
              <a:t>## Instructor resources and pre-class</a:t>
            </a:r>
          </a:p>
          <a:p/>
          <a:p>
            <a:r>
              <a:t>- Classroom projector and screen; whiteboard for the opening contract</a:t>
            </a:r>
          </a:p>
          <a:p>
            <a:r>
              <a:t>- Assigned rehearsal lab student brief with the three redirector option cards</a:t>
            </a:r>
          </a:p>
          <a:p>
            <a:r>
              <a:t>- Live tabs already named in this file's header</a:t>
            </a:r>
          </a:p>
          <a:p>
            <a:r>
              <a:t>- Do not project answer-key setup commands, exploit PoCs, or default passwords</a:t>
            </a:r>
          </a:p>
          <a:p/>
          <a:p>
            <a:r>
              <a:t>## Student resources</a:t>
            </a:r>
          </a:p>
          <a:p/>
          <a:p>
            <a:r>
              <a:t>- Assigned rehearsal lab student brief (same option layouts as the range slides)</a:t>
            </a:r>
          </a:p>
          <a:p>
            <a:r>
              <a:t>- Shared vSphere folder and `/29` assignment slip</a:t>
            </a:r>
          </a:p>
          <a:p>
            <a:r>
              <a:t>- No extra kit beyond what the student-facing file already lists</a:t>
            </a:r>
          </a:p>
          <a:p/>
          <a:p>
            <a:r>
              <a:t>## Dual opening</a:t>
            </a:r>
          </a:p>
          <a:p/>
          <a:p>
            <a:r>
              <a:t>### Option 1 (Interactive / Whiteboard / Kinesthetic)</a:t>
            </a:r>
          </a:p>
          <a:p/>
          <a:p>
            <a:r>
              <a:t>- **Say:** "This block is mission prep. You will not recreate an entire adversary enterprise. You will identify the operational-environment pieces that can break your scheme of maneuver, build just enough of them to rehearse with the people and equipment you actually have, and write down what the rehearsal changes in the plan. Hard budgets are real — and they are not one number forever. What we impose in the classroom is a training constraint. Operationally your ceiling will differ by unit, range, and mission. Sometimes command will call for a more thorough mission rehearsal; that usually arrives with additional time and resources. Today we practice the local-resource version of the process so you can scale it when the mission demands more."</a:t>
            </a:r>
          </a:p>
          <a:p>
            <a:r>
              <a:t>- **Do:** Put the lesson contract on the board. Keep products from the prerequisite Module available.</a:t>
            </a:r>
          </a:p>
          <a:p>
            <a:r>
              <a:t>- **Ask (Q):** What is the operational takeaway from this row?</a:t>
            </a:r>
          </a:p>
          <a:p>
            <a:r>
              <a:t>- **Expected Response (A):** Facilitation. Restate the Say/Do in operator terms. Do not invent a new teaching point.</a:t>
            </a:r>
          </a:p>
          <a:p/>
          <a:p>
            <a:r>
              <a:t>### Option 2 (Digital Slide / Virtual / Slide Deck)</a:t>
            </a:r>
          </a:p>
          <a:p/>
          <a:p>
            <a:r>
              <a:t>- **Say:** "This block is mission prep. You will not recreate an entire adversary enterprise. You will identify the operational-environment pieces that can break your scheme of maneuver, build just enough of them to rehearse with the people and equipment you actually have, and write down what the rehearsal changes in the plan. Hard budgets are real — and they are not one number forever. What we impose in the classroom is a training constraint. Operationally your ceiling will differ by unit, range, and mission. Sometimes command will call for a more thorough mission rehearsal; that usually arrives with additional time and resources. Today we practice the local-resource version of the process so you can scale it when the mission demands more."</a:t>
            </a:r>
          </a:p>
          <a:p>
            <a:r>
              <a:t>- **Show:** The title slide and lesson objectives.</a:t>
            </a:r>
          </a:p>
          <a:p>
            <a:r>
              <a:t>- **Do:** Confirm stations can open the required tool or file before the first teaching row.</a:t>
            </a:r>
          </a:p>
          <a:p>
            <a:r>
              <a:t>- **Ask (Q):** What is the operational takeaway from this row?</a:t>
            </a:r>
          </a:p>
          <a:p>
            <a:r>
              <a:t>- **Expected Response (A):** Facilitation. Restate the Say/Do in operator terms. Do not invent a new teaching point.</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"This block is mission prep. You will not recreate an entire adversary enterprise. You will identify the operational-environment pieces that can break your scheme of maneuver, build just enough of them to rehearse with the people and equipment you actually have, and write down what the rehearsal changes in the plan. Hard budgets are real — and they are not one number forever. What we impose in the classroom is a training constraint. Operationally your ceiling will differ by unit, range, and mission. Sometimes command will call for a more thorough mission rehearsal; that usually arrives with additional time and resources. Today we practice the local-resource version of the process so you can scale it when the mission demands more."</a:t>
            </a:r>
          </a:p>
          <a:p/>
          <a:p>
            <a:r>
              <a:t>Show:</a:t>
            </a:r>
          </a:p>
          <a:p>
            <a:r>
              <a:t>Walk the five objective tiles; contrast 'local resources / today's classroom cap' with 'scaled rehearsal when resourced'; point ahead to the assigned rehearsal lab — same decision process, exploitation-range terrain.</a:t>
            </a:r>
          </a:p>
          <a:p/>
          <a:p>
            <a:r>
              <a:t>Do:</a:t>
            </a:r>
          </a:p>
          <a:p>
            <a:r>
              <a:t>Ask one student: "Name one OE element that has broken a plan you have seen — identity, path, sensor, or service?" Collect two answers to seed later slides.</a:t>
            </a:r>
          </a:p>
          <a:p/>
          <a:p>
            <a:r>
              <a:t>Image Prompt:</a:t>
            </a:r>
          </a:p>
          <a:p>
            <a:r>
              <a:t>Five compact tiles labeled Select OE, Build Lean, Local Resources, Variable Budgets, Scale Rehearsal, under a banner "Mission Prep Before Effects."</a:t>
            </a:r>
          </a:p>
          <a:p/>
          <a:p>
            <a:r>
              <a:t>Ask (Q):</a:t>
            </a:r>
          </a:p>
          <a:p>
            <a:r>
              <a:t>What is the operational takeaway from this row?</a:t>
            </a:r>
          </a:p>
          <a:p/>
          <a:p>
            <a:r>
              <a:t>Expected Response (A):</a:t>
            </a:r>
          </a:p>
          <a:p>
            <a:r>
              <a:t>Facilitation. Restate the Say/Do in operator terms. Do not invent a new teaching point.</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"Mirror-perfect ranges feel productive and often teach the wrong lesson. Threat-representative means you can rehearse the plan against the friction that matters: identity that gates movement, the service sitting on your center of gravity logic, the path your TTP actually traverses. If a host does not change a decision, do not build it."</a:t>
            </a:r>
          </a:p>
          <a:p/>
          <a:p>
            <a:r>
              <a:t>Show:</a:t>
            </a:r>
          </a:p>
          <a:p>
            <a:r>
              <a:t>Contrast sprawl vs three critical nodes.</a:t>
            </a:r>
          </a:p>
          <a:p/>
          <a:p>
            <a:r>
              <a:t>Do:</a:t>
            </a:r>
          </a:p>
          <a:p>
            <a:r>
              <a:t>Have the room shout one 'do not build' example (print server nobody will touch, decorative DMZ, third domain controller).</a:t>
            </a:r>
          </a:p>
          <a:p/>
          <a:p>
            <a:r>
              <a:t>Image Prompt:</a:t>
            </a:r>
          </a:p>
          <a:p>
            <a:r>
              <a:t>Split graphic. Left: sprawling full enterprise map grayed out and crossed. Right: three highlighted nodes — Identity, Key Service, Endpoint Path — labeled "Critical OE."</a:t>
            </a:r>
          </a:p>
          <a:p/>
          <a:p>
            <a:r>
              <a:t>Ask (Q):</a:t>
            </a:r>
          </a:p>
          <a:p>
            <a:r>
              <a:t>What is the operational takeaway from this row?</a:t>
            </a:r>
          </a:p>
          <a:p/>
          <a:p>
            <a:r>
              <a:t>Expected Response (A):</a:t>
            </a:r>
          </a:p>
          <a:p>
            <a:r>
              <a:t>Facilitation. Restate the Say/Do in operator terms. Do not invent a new teaching point.</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"You already have the planning pipeline. Do not invent a new process. METT-TC and EMLCOA tell you what the enemy and terrain look like. CG and CV tell you which element must be present to rehearse exploitation logic. SOM tells you order and friction. When you name a TTP you will rehearse, tag the matching ATT&amp;CK technique so partner language stays bilingual."</a:t>
            </a:r>
          </a:p>
          <a:p/>
          <a:p>
            <a:r>
              <a:t>Show:</a:t>
            </a:r>
          </a:p>
          <a:p>
            <a:r>
              <a:t>Trace one example: CV 'exposed management service' → build that service host → rehearse the access TTP tagged to ATT&amp;CK.</a:t>
            </a:r>
          </a:p>
          <a:p/>
          <a:p>
            <a:r>
              <a:t>Do:</a:t>
            </a:r>
          </a:p>
          <a:p>
            <a:r>
              <a:t>Ask: "If your CV is credential reuse on an admin workstation, what OE piece must exist before rehearsal is honest?"</a:t>
            </a:r>
          </a:p>
          <a:p/>
          <a:p>
            <a:r>
              <a:t>Image Prompt:</a:t>
            </a:r>
          </a:p>
          <a:p>
            <a:r>
              <a:t>Horizontal flow: METT-TC → EMLCOA → CG/CV → SOM → "OE Build List," with a parallel ATT&amp;CK tag strip under the SOM box.</a:t>
            </a:r>
          </a:p>
          <a:p/>
          <a:p>
            <a:r>
              <a:t>Ask (Q):</a:t>
            </a:r>
          </a:p>
          <a:p>
            <a:r>
              <a:t>If your CV is credential reuse on an admin workstation, what OE piece must exist before rehearsal is honest?</a:t>
            </a:r>
          </a:p>
          <a:p/>
          <a:p>
            <a:r>
              <a:t>Expected Response (A):</a:t>
            </a:r>
          </a:p>
          <a:p>
            <a:r>
              <a:t>Facilitation. Use the Say/Do already on this row; do not force a single keyed answer.</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"Fifty gigabytes is the hard ceiling for this classroom cluster — a training constraint, not the universal operational number. At home your RAM, people, and range time will differ. The process is the same either way: rehearse with the local resources you have unless command resources a more thorough mission rehearsal. When that fuller rehearsal is called for, expect more time and more equipment — then raise fidelity deliberately. Until then, scope-down is professionalism: size hosts honestly, power off what you are not using, and do not burn shared capacity on vanity clones. Sprawl here also taxes later tool-evaluation work on the same cluster."</a:t>
            </a:r>
          </a:p>
          <a:p/>
          <a:p>
            <a:r>
              <a:t>Show:</a:t>
            </a:r>
          </a:p>
          <a:p>
            <a:r>
              <a:t>Contrast the fixed classroom gauge with the variable operational gauge; point at the 'scaled rehearsal' callout.</a:t>
            </a:r>
          </a:p>
          <a:p/>
          <a:p>
            <a:r>
              <a:t>Do:</a:t>
            </a:r>
          </a:p>
          <a:p>
            <a:r>
              <a:t>Ask who has killed a shared lab by leaving clones powered on. Normalize the confession, then ask: "What would change in your build if command gave you another day and a second hypervisor?"</a:t>
            </a:r>
          </a:p>
          <a:p/>
          <a:p>
            <a:r>
              <a:t>Image Prompt:</a:t>
            </a:r>
          </a:p>
          <a:p>
            <a:r>
              <a:t>Two gauges side by side. Left labeled "Classroom Cap" fixed near 50 GB with a green 12–24 GB disciplined band. Right labeled "Operational" with a variable slider and a callout "Scaled rehearsal = more time/resources when directed."</a:t>
            </a:r>
          </a:p>
          <a:p/>
          <a:p>
            <a:r>
              <a:t>Ask (Q):</a:t>
            </a:r>
          </a:p>
          <a:p>
            <a:r>
              <a:t>What would change in your build if command gave you another day and a second hypervisor?</a:t>
            </a:r>
          </a:p>
          <a:p/>
          <a:p>
            <a:r>
              <a:t>Expected Response (A):</a:t>
            </a:r>
          </a:p>
          <a:p>
            <a:r>
              <a:t>Facilitation. Use the Say/Do already on this row; do not force a single keyed answer.</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"Concrete scenario. You build a lean threat-representative exploitation cell. Kali is your attack platform and C2 listener. The middle box is a dual-homed *nix redirector you make honestly exploitable — web RCE or app-server RCE, depending on which option you pick. From that foothold you reach a Windows host on the private side over RDP or SSH, place an implant, and force the callback to traverse the redirector back to Kali. The next three slides are the reconstruct inventories for those options. Same cards appear in the lab brief. Setup and exploit walkthroughs stay instructor-side."</a:t>
            </a:r>
          </a:p>
          <a:p/>
          <a:p>
            <a:r>
              <a:t>Show:</a:t>
            </a:r>
          </a:p>
          <a:p>
            <a:r>
              <a:t>Trace Kali → redirector → Windows and the callback return path.</a:t>
            </a:r>
          </a:p>
          <a:p/>
          <a:p>
            <a:r>
              <a:t>Do:</a:t>
            </a:r>
          </a:p>
          <a:p>
            <a:r>
              <a:t>Ask: "If the beacon reaches Kali without ever touching the redirector, what did you actually rehearse?"</a:t>
            </a:r>
          </a:p>
          <a:p/>
          <a:p>
            <a:r>
              <a:t>Image Prompt:</a:t>
            </a:r>
          </a:p>
          <a:p>
            <a:r>
              <a:t>Path diagram: Kali Ops → exploit arrow → Redirector (A/B/C badge) → RDP/SSH → Windows Target; reverse arrow Windows → Redirector → Kali labeled "C2 callback."</a:t>
            </a:r>
          </a:p>
          <a:p/>
          <a:p>
            <a:r>
              <a:t>Ask (Q):</a:t>
            </a:r>
          </a:p>
          <a:p>
            <a:r>
              <a:t>If the beacon reaches Kali without ever touching the redirector, what did you actually rehearse?</a:t>
            </a:r>
          </a:p>
          <a:p/>
          <a:p>
            <a:r>
              <a:t>Expected Response (A):</a:t>
            </a:r>
          </a:p>
          <a:p>
            <a:r>
              <a:t>A different TTP — direct Windows-to-ops callback, not redirector pass-back.</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"Option A is the soft-edge PHP redirector. Students rebuild Ubuntu, dual-home it, stand up a web stack, and place one intentionally unsafe PHP health or admin page that executes OS commands from request input. That is the ops-facing exploit path. Private side must reach Windows over RDP or SSH. After foothold, they configure a forwarder so the Windows beacon returns through this host to Kali. Do not put the PHP source or exploit commands on the board — that lives in the answer key."</a:t>
            </a:r>
          </a:p>
          <a:p/>
          <a:p>
            <a:r>
              <a:t>Show:</a:t>
            </a:r>
          </a:p>
          <a:p>
            <a:r>
              <a:t>Walk each reconstruct bullet once; emphasize dual-NIC and pass-back as load-bearing.</a:t>
            </a:r>
          </a:p>
          <a:p/>
          <a:p>
            <a:r>
              <a:t>Do:</a:t>
            </a:r>
          </a:p>
          <a:p>
            <a:r>
              <a:t>Ask: "What false confidence would adding ops-facing SSH 'for ease' create on Option A?"</a:t>
            </a:r>
          </a:p>
          <a:p/>
          <a:p>
            <a:r>
              <a:t>Image Prompt:</a:t>
            </a:r>
          </a:p>
          <a:p>
            <a:r>
              <a:t>Ubuntu badge on a dual-NIC host; Apache/nginx + PHP-FPM icons; PHP endpoint box with "param → shell" cue; private arrow to Windows; forwarder badge toward Kali.</a:t>
            </a:r>
          </a:p>
          <a:p/>
          <a:p>
            <a:r>
              <a:t>Ask (Q):</a:t>
            </a:r>
          </a:p>
          <a:p>
            <a:r>
              <a:t>What false confidence would adding ops-facing SSH 'for ease' create on Option A?</a:t>
            </a:r>
          </a:p>
          <a:p/>
          <a:p>
            <a:r>
              <a:t>Expected Response (A):</a:t>
            </a:r>
          </a:p>
          <a:p>
            <a:r>
              <a:t>You rehearse interactive shell access instead of the PHP execution path that is supposed to represent the edge.</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"Option B is the legacy CGI edge. Same dual-home and Windows reachability contract as A, different exploit class. Apache serves a bash or sh CGI status script that interpolates attacker-controlled input. Students must know the CGI path and which parameters the script accepts — not the instructor exploit sequence. Pass-back through this host remains mandatory for a green callback."</a:t>
            </a:r>
          </a:p>
          <a:p/>
          <a:p>
            <a:r>
              <a:t>Show:</a:t>
            </a:r>
          </a:p>
          <a:p>
            <a:r>
              <a:t>Contrast Option B stack (CGI) against Option A (PHP) while keeping topology identical.</a:t>
            </a:r>
          </a:p>
          <a:p/>
          <a:p>
            <a:r>
              <a:t>Do:</a:t>
            </a:r>
          </a:p>
          <a:p>
            <a:r>
              <a:t>Ask: "Why keep beacon load representative instead of standing up dozens of full client OSes?"</a:t>
            </a:r>
          </a:p>
          <a:p/>
          <a:p>
            <a:r>
              <a:t>Image Prompt:</a:t>
            </a:r>
          </a:p>
          <a:p>
            <a:r>
              <a:t>Debian badge on dual-NIC host; Apache CGI icon; status.cgi box with "query → shell" cue; private arrow to Windows; forwarder badge toward Kali.</a:t>
            </a:r>
          </a:p>
          <a:p/>
          <a:p>
            <a:r>
              <a:t>Ask (Q):</a:t>
            </a:r>
          </a:p>
          <a:p>
            <a:r>
              <a:t>Why keep beacon load representative instead of standing up dozens of full client OSes?</a:t>
            </a:r>
          </a:p>
          <a:p/>
          <a:p>
            <a:r>
              <a:t>Expected Response (A):</a:t>
            </a:r>
          </a:p>
          <a:p>
            <a:r>
              <a:t>Concurrency on the redirector path matters; full client OS diversity rarely flips whether CGI RCE and pass-back work.</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"Option C is the Java app-server edge. Students reconstruct a RHEL-family host with Tomcat, enable the manager application, and leave manager identity facts weak enough to support WAR deploy or manager RCE. Listener ports and dual-NIC addressing are part of the inventory. Same Windows private reachability and same post-RCE forwarder contract as A and B. Answer key holds version pins, user XML, and exploit walkthrough."</a:t>
            </a:r>
          </a:p>
          <a:p/>
          <a:p>
            <a:r>
              <a:t>Show:</a:t>
            </a:r>
          </a:p>
          <a:p>
            <a:r>
              <a:t>Walk reconstruct bullets; underline that manager identity facts are inventory, not a password dump on the student slide.</a:t>
            </a:r>
          </a:p>
          <a:p/>
          <a:p>
            <a:r>
              <a:t>Do:</a:t>
            </a:r>
          </a:p>
          <a:p>
            <a:r>
              <a:t>Ask: "Name one compromise you would document if you used a lab Windows build instead of the suspected production build."</a:t>
            </a:r>
          </a:p>
          <a:p/>
          <a:p>
            <a:r>
              <a:t>Image Prompt:</a:t>
            </a:r>
          </a:p>
          <a:p>
            <a:r>
              <a:t>Rocky/Alma badge on dual-NIC host; Tomcat icon with Manager badge; WAR deploy cue; private arrow to Windows; forwarder badge toward Kali.</a:t>
            </a:r>
          </a:p>
          <a:p/>
          <a:p>
            <a:r>
              <a:t>Ask (Q):</a:t>
            </a:r>
          </a:p>
          <a:p>
            <a:r>
              <a:t>Name one compromise you would document if you used a lab Windows build instead of the suspected production build.</a:t>
            </a:r>
          </a:p>
          <a:p/>
          <a:p>
            <a:r>
              <a:t>Expected Response (A):</a:t>
            </a:r>
          </a:p>
          <a:p>
            <a:r>
              <a:t>Facilitation — e.g. shell/interpreter differences, Defender posture, RDP vs WinRM availability — and how that bounds the result.</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"Representative means anything that can flip the result. If you picked Option A, rehearse PHP-shaped access. If you quietly open ops-facing SSH because it is comfortable, you are rehearsing a different access method. Same trap if you RDP to Windows from Kali on a second NIC you invented — you skipped the redirector foothold. The callback must prove pass-back through the middle box."</a:t>
            </a:r>
          </a:p>
          <a:p/>
          <a:p>
            <a:r>
              <a:t>Show:</a:t>
            </a:r>
          </a:p>
          <a:p>
            <a:r>
              <a:t>Point at the red X items.</a:t>
            </a:r>
          </a:p>
          <a:p/>
          <a:p>
            <a:r>
              <a:t>Do:</a:t>
            </a:r>
          </a:p>
          <a:p>
            <a:r>
              <a:t>Ask: "Which node do you blame first if the beacon never arrives — Windows egress, redirector forwarder, or Kali listener — and why?"</a:t>
            </a:r>
          </a:p>
          <a:p/>
          <a:p>
            <a:r>
              <a:t>Image Prompt:</a:t>
            </a:r>
          </a:p>
          <a:p>
            <a:r>
              <a:t>Checklist of five green "must match" items and one red X over "direct Kali→Windows implant copy" and "ops-facing SSH for ease."</a:t>
            </a:r>
          </a:p>
          <a:p/>
          <a:p>
            <a:r>
              <a:t>Ask (Q):</a:t>
            </a:r>
          </a:p>
          <a:p>
            <a:r>
              <a:t>Which node do you blame first if the beacon never arrives — Windows egress, redirector forwarder, or Kali listener — and why?</a:t>
            </a:r>
          </a:p>
          <a:p/>
          <a:p>
            <a:r>
              <a:t>Expected Response (A):</a:t>
            </a:r>
          </a:p>
          <a:p>
            <a:r>
              <a:t>Facilitation. Use the Say/Do already on this row; do not force a single keyed answer.</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"Use the board. Three well-chosen VMs beat a decorative farm. Comfort SSH and shortcut copies buy green screenshots that lie about the SOM. Spend effort on the chosen redirector stack, private Windows access, and proving the callback through the middle hop."</a:t>
            </a:r>
          </a:p>
          <a:p/>
          <a:p>
            <a:r>
              <a:t>Show:</a:t>
            </a:r>
          </a:p>
          <a:p>
            <a:r>
              <a:t>Walk each cell once.</a:t>
            </a:r>
          </a:p>
          <a:p/>
          <a:p>
            <a:r>
              <a:t>Do:</a:t>
            </a:r>
          </a:p>
          <a:p>
            <a:r>
              <a:t>Ask the room to place "RDP from Kali straight to Windows while claiming redirector success" on the board and defend the placement in one sentence.</a:t>
            </a:r>
          </a:p>
          <a:p/>
          <a:p>
            <a:r>
              <a:t>Image Prompt:</a:t>
            </a:r>
          </a:p>
          <a:p>
            <a:r>
              <a:t>2x2 effort/gain board with high-distortion cells for vanity hosts, comfort SSH, and shortcut implant copy; high-gain cells for dual-home, pass-back measure, snapshots; starred cell for Windows reachability match.</a:t>
            </a:r>
          </a:p>
          <a:p/>
          <a:p>
            <a:r>
              <a:t>Ask (Q):</a:t>
            </a:r>
          </a:p>
          <a:p>
            <a:r>
              <a:t>Where does "RDP from Kali straight to Windows while claiming redirector success" sit on the effort/gain board, and why?</a:t>
            </a:r>
          </a:p>
          <a:p/>
          <a:p>
            <a:r>
              <a:t>Expected Response (A):</a:t>
            </a:r>
          </a:p>
          <a:p>
            <a:r>
              <a:t>High distortion and little gain. It skips the redirector foothold the scheme of maneuver is testing.</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"You are not administering the cluster. You operate inside your folder and pool. Catalog ISOs and thin templates are already staged. Snapshot before you break identity or networking. Primary path is vCenter from your ops station with Remote Console into the guest. If console fails, escalate — do not invent a second unmanaged access path."</a:t>
            </a:r>
          </a:p>
          <a:p/>
          <a:p>
            <a:r>
              <a:t>Show:</a:t>
            </a:r>
          </a:p>
          <a:p>
            <a:r>
              <a:t>Map icons to the student folder: first name (last initial only if needed).</a:t>
            </a:r>
          </a:p>
          <a:p/>
          <a:p>
            <a:r>
              <a:t>Do:</a:t>
            </a:r>
          </a:p>
          <a:p>
            <a:r>
              <a:t>Confirm every student can find their vCenter folder before the lab.</a:t>
            </a:r>
          </a:p>
          <a:p/>
          <a:p>
            <a:r>
              <a:t>Image Prompt:</a:t>
            </a:r>
          </a:p>
          <a:p>
            <a:r>
              <a:t>Simple vSphere workflow icons: Folder → New VM → Mount ISO → Snapshot → Remote Console.</a:t>
            </a:r>
          </a:p>
          <a:p/>
          <a:p>
            <a:r>
              <a:t>Ask (Q):</a:t>
            </a:r>
          </a:p>
          <a:p>
            <a:r>
              <a:t>What is the operational takeaway from this row?</a:t>
            </a:r>
          </a:p>
          <a:p/>
          <a:p>
            <a:r>
              <a:t>Expected Response (A):</a:t>
            </a:r>
          </a:p>
          <a:p>
            <a:r>
              <a:t>Facilitation. Restate the Say/Do in operator terms. Do not invent a new teaching point.</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"Facility DHCP owns the lower half. Your static hosts live only in the upper half inside the slash-twenty-nine you are assigned. IP conflicts are usually someone parking a DC in the DHCP half. That is a fail, not a networking mystery."</a:t>
            </a:r>
          </a:p>
          <a:p/>
          <a:p>
            <a:r>
              <a:t>Show:</a:t>
            </a:r>
          </a:p>
          <a:p>
            <a:r>
              <a:t>Walk one example block from the vsphere README (N=0 → .1–.6).</a:t>
            </a:r>
          </a:p>
          <a:p/>
          <a:p>
            <a:r>
              <a:t>Do:</a:t>
            </a:r>
          </a:p>
          <a:p>
            <a:r>
              <a:t>Have students write their assigned block on a notecard before leaving the lecture.</a:t>
            </a:r>
          </a:p>
          <a:p/>
          <a:p>
            <a:r>
              <a:t>Image Prompt:</a:t>
            </a:r>
          </a:p>
          <a:p>
            <a:r>
              <a:t>/23 bar split: left half labeled DHCP 172.16.44.0/24, right half labeled Student Static 172.16.45.0/24 with a highlighted /29 slice.</a:t>
            </a:r>
          </a:p>
          <a:p/>
          <a:p>
            <a:r>
              <a:t>Ask (Q):</a:t>
            </a:r>
          </a:p>
          <a:p>
            <a:r>
              <a:t>What is the operational takeaway from this row?</a:t>
            </a:r>
          </a:p>
          <a:p/>
          <a:p>
            <a:r>
              <a:t>Expected Response (A):</a:t>
            </a:r>
          </a:p>
          <a:p>
            <a:r>
              <a:t>Facilitation. Restate the Say/Do in operator terms. Do not invent a new teaching point.</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"Rehearsal is not a demo that everything works. It is a deliberate attempt to find where the plan lies. Run the step. Add friction that EMLCOA said the enemy or terrain might impose. Write the delta. If you only screenshot green success, you did not rehearse — you filmed. Friction answers 'what happens when something goes wrong.' Next we define the limits — how far the SOM still works when conditions change. In this exploitation range, friction might be a broken forwarder, denied RDP, or a listener mismatch — not 'ops-facing SSH died,' because comfort SSH was never the chosen exploit path."</a:t>
            </a:r>
          </a:p>
          <a:p/>
          <a:p>
            <a:r>
              <a:t>Show:</a:t>
            </a:r>
          </a:p>
          <a:p>
            <a:r>
              <a:t>Emphasize predicted vs observed as the gradeable artifact; teaser the limits slide; call back to callback pass-back briefly.</a:t>
            </a:r>
          </a:p>
          <a:p/>
          <a:p>
            <a:r>
              <a:t>Do:</a:t>
            </a:r>
          </a:p>
          <a:p>
            <a:r>
              <a:t>Ask for one friction inject appropriate to the redirector pass-back path (not an SSH-for-ease failure).</a:t>
            </a:r>
          </a:p>
          <a:p/>
          <a:p>
            <a:r>
              <a:t>Image Prompt:</a:t>
            </a:r>
          </a:p>
          <a:p>
            <a:r>
              <a:t>Rehearsal loop diagram: Plan → Build OE → Execute TTP → Observe Friction → Update SOM, with ATT&amp;CK tag on the Execute node.</a:t>
            </a:r>
          </a:p>
          <a:p/>
          <a:p>
            <a:r>
              <a:t>Ask (Q):</a:t>
            </a:r>
          </a:p>
          <a:p>
            <a:r>
              <a:t>What is the operational takeaway from this row?</a:t>
            </a:r>
          </a:p>
          <a:p/>
          <a:p>
            <a:r>
              <a:t>Expected Response (A):</a:t>
            </a:r>
          </a:p>
          <a:p>
            <a:r>
              <a:t>Facilitation. Restate the Say/Do in operator terms. Do not invent a new teaching point.</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"Friction is adversarial or environmental pushback. Limits are the operating envelope of your own scheme of maneuver. How fast can you push before noise, errors, or detection kill the approach? How slow can you go before the timeline fails the mission? Which tool or procedure settings are flexible, and which are load-bearing? Rehearsal should find the green band and the break points — not just prove one happy-path timing. Write those limits down so the next operator does not rediscover them under fire. For this range: how long the forwarder stays up; which callback ports still traverse the redirector; whether RDP-only vs SSH-only on Windows moves you from works to breaks."</a:t>
            </a:r>
          </a:p>
          <a:p/>
          <a:p>
            <a:r>
              <a:t>Show:</a:t>
            </a:r>
          </a:p>
          <a:p>
            <a:r>
              <a:t>Walk pace and settings as two knobs on the envelope graphic; mark break points for forwarder failure and Windows access method.</a:t>
            </a:r>
          </a:p>
          <a:p/>
          <a:p>
            <a:r>
              <a:t>Do:</a:t>
            </a:r>
          </a:p>
          <a:p>
            <a:r>
              <a:t>Ask: "Name one pace limit and one redirector setting you would deliberately vary to find the left and right bounds of the TTP."</a:t>
            </a:r>
          </a:p>
          <a:p/>
          <a:p>
            <a:r>
              <a:t>Image Prompt:</a:t>
            </a:r>
          </a:p>
          <a:p>
            <a:r>
              <a:t>Horizontal "effectiveness envelope" bar. Green center labeled "SOM effective," amber edges labeled "degraded but usable," red outside labeled "Break — plan must change." Callouts above for Pace and Settings knobs.</a:t>
            </a:r>
          </a:p>
          <a:p/>
          <a:p>
            <a:r>
              <a:t>Ask (Q):</a:t>
            </a:r>
          </a:p>
          <a:p>
            <a:r>
              <a:t>Name one pace limit and one redirector setting you would deliberately vary to find the left and right bounds of the TTP.</a:t>
            </a:r>
          </a:p>
          <a:p/>
          <a:p>
            <a:r>
              <a:t>Expected Response (A):</a:t>
            </a:r>
          </a:p>
          <a:p>
            <a:r>
              <a:t>Facilitation. Use the Say/Do already on this row; do not force a single keyed answer.</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"Your product is not a pretty topology poster. It is a decision package: why these OE pieces, how they are addressed and sized, how you can roll back, and what the rehearsal changed in the scheme of maneuver — including friction findings and the effectiveness envelope. You will make many compromises — hosts you did not build, fidelity you deferred, classroom resource caps, time you did not spend. In this exploitation range that means writing down which redirector option you chose and why, how dual-homing was addressed, and what you approximated on Windows so nobody treats a lean green callback as proof against every production edge stack. Partners and future-you should be able to re-run from that package and know the context."</a:t>
            </a:r>
          </a:p>
          <a:p/>
          <a:p>
            <a:r>
              <a:t>Show:</a:t>
            </a:r>
          </a:p>
          <a:p>
            <a:r>
              <a:t>Tie each card to a rehearsal-lab deliverable; point at Context &amp; Compromises as the lens for interpreting AAR findings.</a:t>
            </a:r>
          </a:p>
          <a:p/>
          <a:p>
            <a:r>
              <a:t>Do:</a:t>
            </a:r>
          </a:p>
          <a:p>
            <a:r>
              <a:t>Ask: "Name one compromise from this exploitation-range scenario — and one wrong conclusion a reader could draw if you left it undocumented."</a:t>
            </a:r>
          </a:p>
          <a:p/>
          <a:p>
            <a:r>
              <a:t>Image Prompt:</a:t>
            </a:r>
          </a:p>
          <a:p>
            <a:r>
              <a:t>Five deliverable cards fanned out: Rationale, Diagram/RAM, Snapshots, AAR (Friction + Limits), Context &amp; Compromises.</a:t>
            </a:r>
          </a:p>
          <a:p/>
          <a:p>
            <a:r>
              <a:t>Ask (Q):</a:t>
            </a:r>
          </a:p>
          <a:p>
            <a:r>
              <a:t>Name one compromise from this exploitation-range scenario — and one wrong conclusion a reader could draw if you left it undocumented.</a:t>
            </a:r>
          </a:p>
          <a:p/>
          <a:p>
            <a:r>
              <a:t>Expected Response (A):</a:t>
            </a:r>
          </a:p>
          <a:p>
            <a:r>
              <a:t>Facilitation. Use the Say/Do already on this row; do not force a single keyed answer.</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"Pull it together. You are not cloning the internet. You select OE pieces that change the plan, work inside the resources you have — classroom or operational — and reserve fuller rehearsal for when command pays for it. Choose one reconstructable redirector option and keep the path honest. Match the load-bearing details: the chosen exploit path, dual-home, and callback through the middle hop. Cut vanity fidelity, keep high-gain fidelity, and write the compromises so results are read in context. Rehearsal proves friction and the left and right bounds of the TTP — not a single green screenshot."</a:t>
            </a:r>
          </a:p>
          <a:p/>
          <a:p>
            <a:r>
              <a:t>Show:</a:t>
            </a:r>
          </a:p>
          <a:p>
            <a:r>
              <a:t>Walk the five tiles once as the lecture contract closed.</a:t>
            </a:r>
          </a:p>
          <a:p/>
          <a:p>
            <a:r>
              <a:t>Do:</a:t>
            </a:r>
          </a:p>
          <a:p>
            <a:r>
              <a:t>Ask for one takeaway a student will apply in the build hour.</a:t>
            </a:r>
          </a:p>
          <a:p/>
          <a:p>
            <a:r>
              <a:t>Image Prompt:</a:t>
            </a:r>
          </a:p>
          <a:p>
            <a:r>
              <a:t>Five summary tiles: Critical OE, Variable Budgets, Match Load-Bearing Fidelity, Effort vs Gain, Friction + Limits — under banner "Threat-Representative Rehearsal."</a:t>
            </a:r>
          </a:p>
          <a:p/>
          <a:p>
            <a:r>
              <a:t>Ask (Q):</a:t>
            </a:r>
          </a:p>
          <a:p>
            <a:r>
              <a:t>What is the operational takeaway from this row?</a:t>
            </a:r>
          </a:p>
          <a:p/>
          <a:p>
            <a:r>
              <a:t>Expected Response (A):</a:t>
            </a:r>
          </a:p>
          <a:p>
            <a:r>
              <a:t>Facilitation. Restate the Say/Do in operator terms. Do not invent a new teaching point.</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Say:</a:t>
            </a:r>
          </a:p>
          <a:p>
            <a:r>
              <a:t>"Questions on threat-representative design, the three redirector options, or callback pass-back. When we are done, you will build the lean range and rehearse the path."</a:t>
            </a:r>
          </a:p>
          <a:p/>
          <a:p>
            <a:r>
              <a:t>Show:</a:t>
            </a:r>
          </a:p>
          <a:p>
            <a:r>
              <a:t>Hold the Questions title; point at the footer when ready to transition.</a:t>
            </a:r>
          </a:p>
          <a:p/>
          <a:p>
            <a:r>
              <a:t>Do:</a:t>
            </a:r>
          </a:p>
          <a:p>
            <a:r>
              <a:t>Take questions. Hand out the assigned rehearsal brief and IP assignment slip when the room is ready.</a:t>
            </a:r>
          </a:p>
          <a:p/>
          <a:p>
            <a:r>
              <a:t>Image Prompt:</a:t>
            </a:r>
          </a:p>
          <a:p>
            <a:r>
              <a:t>Empty dark classroom projection with a single large word Questions centered. No footer, no next-hour text, no lab names, no Module IDs.</a:t>
            </a:r>
          </a:p>
          <a:p/>
          <a:p>
            <a:r>
              <a:t>Ask (Q):</a:t>
            </a:r>
          </a:p>
          <a:p>
            <a:r>
              <a:t>What is the operational takeaway from this row?</a:t>
            </a:r>
          </a:p>
          <a:p>
            <a:r>
              <a:t>What three hosts make the critical OE for this rehearsal?</a:t>
            </a:r>
          </a:p>
          <a:p>
            <a:r>
              <a:t>Why must the beacon traverse the redirector instead of calling Kali directly?</a:t>
            </a:r>
          </a:p>
          <a:p>
            <a:r>
              <a:t>If your CV is an exploitable edge host that fronts the only path to the Windows target, what three OE pieces must exist before rehearsal is honest?</a:t>
            </a:r>
          </a:p>
          <a:p/>
          <a:p>
            <a:r>
              <a:t>Expected Response (A):</a:t>
            </a:r>
          </a:p>
          <a:p>
            <a:r>
              <a:t>Facilitation. Restate the Say/Do in operator terms. Do not invent a new teaching point.</a:t>
            </a:r>
          </a:p>
          <a:p>
            <a:r>
              <a:t>## Lesson summary</a:t>
            </a:r>
          </a:p>
          <a:p>
            <a:r>
              <a:t>B04.M24-threat-rep-mission-rehearsal is executed as a generated lesson plan from this file.</a:t>
            </a:r>
          </a:p>
          <a:p>
            <a:r>
              <a:t>Assessment methods live on module.yaml; do not invent extra official ELOs.</a:t>
            </a:r>
          </a:p>
          <a:p>
            <a:r>
              <a:t>Option A/B/C reconstruct layouts must stay parallel with the sibling rehearsal lab student brief.</a:t>
            </a:r>
          </a:p>
          <a:p>
            <a:r>
              <a:t>## Questions and check on learning</a:t>
            </a:r>
          </a:p>
          <a:p>
            <a:r>
              <a:t>Kali ops, one dual-homed vulnerable *nix redirector (A/B/C), Windows target with callback through the redirector.</a:t>
            </a:r>
          </a:p>
          <a:p>
            <a:r>
              <a:t>Direct callback rehearses a different TTP; the SOM under test is implant → redirector pass-back → ops.</a:t>
            </a:r>
          </a:p>
          <a:p>
            <a:r>
              <a:t>Ops platform, vulnerable dual-homed redirector, Windows target on the private path.</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45"/>
        <p:cNvGrpSpPr/>
        <p:nvPr/>
      </p:nvGrpSpPr>
      <p:grpSpPr>
        <a:xfrm>
          <a:off x="0" y="0"/>
          <a:ext cx="0" cy="0"/>
          <a:chOff x="0" y="0"/>
          <a:chExt cx="0" cy="0"/>
        </a:xfrm>
      </p:grpSpPr>
      <p:sp>
        <p:nvSpPr>
          <p:cNvPr id="46" name="Google Shape;46;p79"/>
          <p:cNvSpPr txBox="1">
            <a:spLocks noGrp="1"/>
          </p:cNvSpPr>
          <p:nvPr>
            <p:ph type="ctrTitle"/>
          </p:nvPr>
        </p:nvSpPr>
        <p:spPr>
          <a:xfrm>
            <a:off x="2062480" y="898843"/>
            <a:ext cx="9144000" cy="2387600"/>
          </a:xfrm>
          <a:prstGeom prst="rect">
            <a:avLst/>
          </a:prstGeom>
          <a:noFill/>
          <a:ln>
            <a:noFill/>
          </a:ln>
        </p:spPr>
        <p:txBody>
          <a:bodyPr spcFirstLastPara="1" wrap="square" lIns="91425" tIns="91425" rIns="91425" bIns="91425" anchor="b" anchorCtr="0">
            <a:noAutofit/>
          </a:bodyPr>
          <a:lstStyle>
            <a:lvl1pPr marR="0" lvl="0" algn="ctr">
              <a:lnSpc>
                <a:spcPct val="90000"/>
              </a:lnSpc>
              <a:spcBef>
                <a:spcPts val="0"/>
              </a:spcBef>
              <a:spcAft>
                <a:spcPts val="0"/>
              </a:spcAft>
              <a:buClr>
                <a:schemeClr val="dk1"/>
              </a:buClr>
              <a:buSzPts val="1100"/>
              <a:buFont typeface="Arial"/>
              <a:buNone/>
              <a:defRPr sz="4000" b="1" i="0" u="none" strike="noStrike" cap="none">
                <a:solidFill>
                  <a:srgbClr val="00004C"/>
                </a:solidFill>
                <a:latin typeface="Arial"/>
                <a:ea typeface="Arial"/>
                <a:cs typeface="Arial"/>
                <a:sym typeface="Arial"/>
              </a:defRPr>
            </a:lvl1pPr>
            <a:lvl2pPr marR="0" lvl="1"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a:p>
        </p:txBody>
      </p:sp>
      <p:sp>
        <p:nvSpPr>
          <p:cNvPr id="89"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extLst>
    <p:ext uri="{DCECCB84-F9BA-43D5-87BE-67443E8EF086}">
      <p15:sldGuideLst xmlns:p15="http://schemas.microsoft.com/office/powerpoint/2012/main">
        <p15:guide id="1" orient="horz" pos="1620">
          <p15:clr>
            <a:srgbClr val="FBAE40"/>
          </p15:clr>
        </p15:guide>
        <p15:guide id="2" pos="3168">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p:cSld name="Title and Content">
    <p:spTree>
      <p:nvGrpSpPr>
        <p:cNvPr id="1" name="Shape 47"/>
        <p:cNvGrpSpPr/>
        <p:nvPr/>
      </p:nvGrpSpPr>
      <p:grpSpPr>
        <a:xfrm>
          <a:off x="0" y="0"/>
          <a:ext cx="0" cy="0"/>
          <a:chOff x="0" y="0"/>
          <a:chExt cx="0" cy="0"/>
        </a:xfrm>
      </p:grpSpPr>
      <p:sp>
        <p:nvSpPr>
          <p:cNvPr id="48" name="Google Shape;48;p80"/>
          <p:cNvSpPr txBox="1">
            <a:spLocks noGrp="1"/>
          </p:cNvSpPr>
          <p:nvPr>
            <p:ph type="body" idx="1"/>
          </p:nvPr>
        </p:nvSpPr>
        <p:spPr>
          <a:xfrm>
            <a:off x="1510029" y="1188720"/>
            <a:ext cx="10361372" cy="5131633"/>
          </a:xfrm>
          <a:prstGeom prst="rect">
            <a:avLst/>
          </a:prstGeom>
          <a:noFill/>
          <a:ln>
            <a:noFill/>
          </a:ln>
        </p:spPr>
        <p:txBody>
          <a:bodyPr spcFirstLastPara="1" wrap="square" lIns="91425" tIns="91425" rIns="91425" bIns="91425" anchor="t" anchorCtr="0">
            <a:noAutofit/>
          </a:bodyPr>
          <a:lstStyle>
            <a:lvl1pPr marL="457200" marR="0" lvl="0" indent="-330200" algn="l">
              <a:lnSpc>
                <a:spcPct val="90000"/>
              </a:lnSpc>
              <a:spcBef>
                <a:spcPts val="800"/>
              </a:spcBef>
              <a:spcAft>
                <a:spcPts val="0"/>
              </a:spcAft>
              <a:buClr>
                <a:schemeClr val="dk1"/>
              </a:buClr>
              <a:buSzPts val="1600"/>
              <a:buFont typeface="Arial"/>
              <a:buChar char="•"/>
              <a:defRPr sz="2600" b="0" i="0" u="none" strike="noStrike" cap="none">
                <a:solidFill>
                  <a:srgbClr val="00004C"/>
                </a:solidFill>
                <a:latin typeface="Arial"/>
                <a:ea typeface="Arial"/>
                <a:cs typeface="Arial"/>
                <a:sym typeface="Arial"/>
              </a:defRPr>
            </a:lvl1pPr>
            <a:lvl2pPr marL="914400" marR="0" lvl="1" indent="-317500" algn="l">
              <a:lnSpc>
                <a:spcPct val="90000"/>
              </a:lnSpc>
              <a:spcBef>
                <a:spcPts val="400"/>
              </a:spcBef>
              <a:spcAft>
                <a:spcPts val="0"/>
              </a:spcAft>
              <a:buClr>
                <a:schemeClr val="dk1"/>
              </a:buClr>
              <a:buSzPts val="1400"/>
              <a:buFont typeface="Arial"/>
              <a:buChar char="•"/>
              <a:defRPr sz="2100" b="0" i="0" u="none" strike="noStrike" cap="none">
                <a:solidFill>
                  <a:schemeClr val="dk1"/>
                </a:solidFill>
                <a:latin typeface="Arial"/>
                <a:ea typeface="Arial"/>
                <a:cs typeface="Arial"/>
                <a:sym typeface="Arial"/>
              </a:defRPr>
            </a:lvl2pPr>
            <a:lvl3pPr marL="1371600" marR="0" lvl="2" indent="-298450" algn="l">
              <a:lnSpc>
                <a:spcPct val="90000"/>
              </a:lnSpc>
              <a:spcBef>
                <a:spcPts val="400"/>
              </a:spcBef>
              <a:spcAft>
                <a:spcPts val="0"/>
              </a:spcAft>
              <a:buClr>
                <a:schemeClr val="dk1"/>
              </a:buClr>
              <a:buSzPts val="1100"/>
              <a:buFont typeface="Arial"/>
              <a:buChar char="•"/>
              <a:defRPr sz="1867" b="0" i="0" u="none" strike="noStrike" cap="none">
                <a:solidFill>
                  <a:schemeClr val="dk1"/>
                </a:solidFill>
                <a:latin typeface="Arial"/>
                <a:ea typeface="Arial"/>
                <a:cs typeface="Arial"/>
                <a:sym typeface="Arial"/>
              </a:defRPr>
            </a:lvl3pPr>
            <a:lvl4pPr marL="1828800" marR="0" lvl="3" indent="-292100" algn="l">
              <a:lnSpc>
                <a:spcPct val="90000"/>
              </a:lnSpc>
              <a:spcBef>
                <a:spcPts val="400"/>
              </a:spcBef>
              <a:spcAft>
                <a:spcPts val="0"/>
              </a:spcAft>
              <a:buClr>
                <a:schemeClr val="dk1"/>
              </a:buClr>
              <a:buSzPts val="1000"/>
              <a:buFont typeface="Arial"/>
              <a:buChar char="•"/>
              <a:defRPr sz="1800" b="0" i="0" u="none" strike="noStrike" cap="none">
                <a:solidFill>
                  <a:schemeClr val="dk1"/>
                </a:solidFill>
                <a:latin typeface="Arial"/>
                <a:ea typeface="Arial"/>
                <a:cs typeface="Arial"/>
                <a:sym typeface="Arial"/>
              </a:defRPr>
            </a:lvl4pPr>
            <a:lvl5pPr marL="2286000" marR="0" lvl="4"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5pPr>
            <a:lvl6pPr marL="2743200" marR="0" lvl="5"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Calibri"/>
                <a:ea typeface="Calibri"/>
                <a:cs typeface="Calibri"/>
                <a:sym typeface="Calibri"/>
              </a:defRPr>
            </a:lvl6pPr>
            <a:lvl7pPr marL="3200400" marR="0" lvl="6"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7pPr>
            <a:lvl8pPr marL="3657600" marR="0" lvl="7"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8pPr>
            <a:lvl9pPr marL="4114800" marR="0" lvl="8"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9pPr>
          </a:lstStyle>
          <a:p>
            <a:endParaRPr/>
          </a:p>
        </p:txBody>
      </p:sp>
      <p:sp>
        <p:nvSpPr>
          <p:cNvPr id="49" name="Google Shape;49;p80"/>
          <p:cNvSpPr txBox="1"/>
          <p:nvPr/>
        </p:nvSpPr>
        <p:spPr>
          <a:xfrm>
            <a:off x="3657600" y="6553201"/>
            <a:ext cx="4876800" cy="2464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800"/>
              <a:buFont typeface="Arial"/>
              <a:buNone/>
            </a:pPr>
            <a:endParaRPr sz="1067" b="0" i="0" u="none" strike="noStrike" cap="none">
              <a:solidFill>
                <a:srgbClr val="ED7D31"/>
              </a:solidFill>
              <a:latin typeface="Calibri"/>
              <a:ea typeface="Calibri"/>
              <a:cs typeface="Calibri"/>
              <a:sym typeface="Calibri"/>
            </a:endParaRPr>
          </a:p>
        </p:txBody>
      </p:sp>
      <p:sp>
        <p:nvSpPr>
          <p:cNvPr id="50" name="Google Shape;50;p80"/>
          <p:cNvSpPr txBox="1"/>
          <p:nvPr/>
        </p:nvSpPr>
        <p:spPr>
          <a:xfrm>
            <a:off x="3657600" y="0"/>
            <a:ext cx="4876800" cy="2464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800"/>
              <a:buFont typeface="Arial"/>
              <a:buNone/>
            </a:pPr>
            <a:endParaRPr sz="1067" b="0" i="0" u="none" strike="noStrike" cap="none">
              <a:solidFill>
                <a:srgbClr val="ED7D31"/>
              </a:solidFill>
              <a:latin typeface="Calibri"/>
              <a:ea typeface="Calibri"/>
              <a:cs typeface="Calibri"/>
              <a:sym typeface="Calibri"/>
            </a:endParaRPr>
          </a:p>
        </p:txBody>
      </p:sp>
      <p:sp>
        <p:nvSpPr>
          <p:cNvPr id="51" name="Google Shape;51;p80"/>
          <p:cNvSpPr txBox="1">
            <a:spLocks noGrp="1"/>
          </p:cNvSpPr>
          <p:nvPr>
            <p:ph type="title"/>
          </p:nvPr>
        </p:nvSpPr>
        <p:spPr>
          <a:xfrm>
            <a:off x="1510029" y="437317"/>
            <a:ext cx="10681971" cy="580200"/>
          </a:xfrm>
          <a:prstGeom prst="rect">
            <a:avLst/>
          </a:prstGeom>
          <a:noFill/>
          <a:ln>
            <a:noFill/>
          </a:ln>
        </p:spPr>
        <p:txBody>
          <a:bodyPr spcFirstLastPara="1" wrap="square" lIns="91425" tIns="91425" rIns="91425" bIns="91425" anchor="ctr" anchorCtr="0">
            <a:noAutofit/>
          </a:bodyPr>
          <a:lstStyle>
            <a:lvl1pPr marR="0" lvl="0">
              <a:lnSpc>
                <a:spcPct val="90000"/>
              </a:lnSpc>
              <a:spcBef>
                <a:spcPts val="0"/>
              </a:spcBef>
              <a:spcAft>
                <a:spcPts val="0"/>
              </a:spcAft>
              <a:buClr>
                <a:schemeClr val="dk1"/>
              </a:buClr>
              <a:buSzPts val="1100"/>
              <a:buFont typeface="Arial"/>
              <a:buNone/>
              <a:defRPr sz="3400" b="1" i="0" u="none" strike="noStrike" cap="none">
                <a:solidFill>
                  <a:srgbClr val="00004C"/>
                </a:solidFill>
                <a:latin typeface="Arial"/>
                <a:ea typeface="Arial"/>
                <a:cs typeface="Arial"/>
                <a:sym typeface="Arial"/>
              </a:defRPr>
            </a:lvl1pPr>
            <a:lvl2pPr marR="0" lvl="1">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90"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52"/>
        <p:cNvGrpSpPr/>
        <p:nvPr/>
      </p:nvGrpSpPr>
      <p:grpSpPr>
        <a:xfrm>
          <a:off x="0" y="0"/>
          <a:ext cx="0" cy="0"/>
          <a:chOff x="0" y="0"/>
          <a:chExt cx="0" cy="0"/>
        </a:xfrm>
      </p:grpSpPr>
      <p:sp>
        <p:nvSpPr>
          <p:cNvPr id="53" name="Google Shape;53;p82"/>
          <p:cNvSpPr txBox="1">
            <a:spLocks noGrp="1"/>
          </p:cNvSpPr>
          <p:nvPr>
            <p:ph type="title"/>
          </p:nvPr>
        </p:nvSpPr>
        <p:spPr>
          <a:xfrm>
            <a:off x="1723854" y="549275"/>
            <a:ext cx="9963493" cy="2852800"/>
          </a:xfrm>
          <a:prstGeom prst="rect">
            <a:avLst/>
          </a:prstGeom>
          <a:noFill/>
          <a:ln>
            <a:noFill/>
          </a:ln>
        </p:spPr>
        <p:txBody>
          <a:bodyPr spcFirstLastPara="1" wrap="square" lIns="91425" tIns="91425" rIns="91425" bIns="91425" anchor="b" anchorCtr="0">
            <a:noAutofit/>
          </a:bodyPr>
          <a:lstStyle>
            <a:lvl1pPr marR="0" lvl="0" algn="ctr">
              <a:lnSpc>
                <a:spcPct val="90000"/>
              </a:lnSpc>
              <a:spcBef>
                <a:spcPts val="0"/>
              </a:spcBef>
              <a:spcAft>
                <a:spcPts val="0"/>
              </a:spcAft>
              <a:buClr>
                <a:schemeClr val="dk1"/>
              </a:buClr>
              <a:buSzPts val="1100"/>
              <a:buFont typeface="Arial"/>
              <a:buNone/>
              <a:defRPr sz="3400" b="1" i="0" u="none" strike="noStrike" cap="none">
                <a:solidFill>
                  <a:srgbClr val="00004C"/>
                </a:solidFill>
                <a:latin typeface="Arial"/>
                <a:ea typeface="Arial"/>
                <a:cs typeface="Arial"/>
                <a:sym typeface="Arial"/>
              </a:defRPr>
            </a:lvl1pPr>
            <a:lvl2pPr marR="0" lvl="1"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54" name="Google Shape;54;p82"/>
          <p:cNvSpPr txBox="1">
            <a:spLocks noGrp="1"/>
          </p:cNvSpPr>
          <p:nvPr>
            <p:ph type="body" idx="1"/>
          </p:nvPr>
        </p:nvSpPr>
        <p:spPr>
          <a:xfrm>
            <a:off x="1723854" y="3429000"/>
            <a:ext cx="9963493" cy="2128400"/>
          </a:xfrm>
          <a:prstGeom prst="rect">
            <a:avLst/>
          </a:prstGeom>
          <a:noFill/>
          <a:ln>
            <a:noFill/>
          </a:ln>
        </p:spPr>
        <p:txBody>
          <a:bodyPr spcFirstLastPara="1" wrap="square" lIns="91425" tIns="91425" rIns="91425" bIns="91425" anchor="t" anchorCtr="0">
            <a:noAutofit/>
          </a:bodyPr>
          <a:lstStyle>
            <a:lvl1pPr marL="457200" marR="0" lvl="0" indent="-228600" algn="ctr">
              <a:lnSpc>
                <a:spcPct val="90000"/>
              </a:lnSpc>
              <a:spcBef>
                <a:spcPts val="800"/>
              </a:spcBef>
              <a:spcAft>
                <a:spcPts val="0"/>
              </a:spcAft>
              <a:buClr>
                <a:srgbClr val="888888"/>
              </a:buClr>
              <a:buSzPts val="1600"/>
              <a:buFont typeface="Arial"/>
              <a:buNone/>
              <a:defRPr sz="1800" b="0" i="0" u="none" strike="noStrike" cap="none">
                <a:solidFill>
                  <a:srgbClr val="888888"/>
                </a:solidFill>
                <a:latin typeface="Arial"/>
                <a:ea typeface="Arial"/>
                <a:cs typeface="Arial"/>
                <a:sym typeface="Arial"/>
              </a:defRPr>
            </a:lvl1pPr>
            <a:lvl2pPr marL="914400" marR="0" lvl="1" indent="-228600" algn="l">
              <a:lnSpc>
                <a:spcPct val="90000"/>
              </a:lnSpc>
              <a:spcBef>
                <a:spcPts val="400"/>
              </a:spcBef>
              <a:spcAft>
                <a:spcPts val="0"/>
              </a:spcAft>
              <a:buClr>
                <a:srgbClr val="888888"/>
              </a:buClr>
              <a:buSzPts val="1400"/>
              <a:buFont typeface="Arial"/>
              <a:buNone/>
              <a:defRPr sz="1467" b="0" i="0" u="none" strike="noStrike" cap="none">
                <a:solidFill>
                  <a:srgbClr val="888888"/>
                </a:solidFill>
                <a:latin typeface="Calibri"/>
                <a:ea typeface="Calibri"/>
                <a:cs typeface="Calibri"/>
                <a:sym typeface="Calibri"/>
              </a:defRPr>
            </a:lvl2pPr>
            <a:lvl3pPr marL="1371600" marR="0" lvl="2" indent="-228600" algn="l">
              <a:lnSpc>
                <a:spcPct val="90000"/>
              </a:lnSpc>
              <a:spcBef>
                <a:spcPts val="400"/>
              </a:spcBef>
              <a:spcAft>
                <a:spcPts val="0"/>
              </a:spcAft>
              <a:buClr>
                <a:srgbClr val="888888"/>
              </a:buClr>
              <a:buSzPts val="1100"/>
              <a:buFont typeface="Arial"/>
              <a:buNone/>
              <a:defRPr sz="1333" b="0" i="0" u="none" strike="noStrike" cap="none">
                <a:solidFill>
                  <a:srgbClr val="888888"/>
                </a:solidFill>
                <a:latin typeface="Calibri"/>
                <a:ea typeface="Calibri"/>
                <a:cs typeface="Calibri"/>
                <a:sym typeface="Calibri"/>
              </a:defRPr>
            </a:lvl3pPr>
            <a:lvl4pPr marL="1828800" marR="0" lvl="3" indent="-228600" algn="l">
              <a:lnSpc>
                <a:spcPct val="90000"/>
              </a:lnSpc>
              <a:spcBef>
                <a:spcPts val="400"/>
              </a:spcBef>
              <a:spcAft>
                <a:spcPts val="0"/>
              </a:spcAft>
              <a:buClr>
                <a:srgbClr val="888888"/>
              </a:buClr>
              <a:buSzPts val="1000"/>
              <a:buFont typeface="Arial"/>
              <a:buNone/>
              <a:defRPr sz="1200" b="0" i="0" u="none" strike="noStrike" cap="none">
                <a:solidFill>
                  <a:srgbClr val="888888"/>
                </a:solidFill>
                <a:latin typeface="Calibri"/>
                <a:ea typeface="Calibri"/>
                <a:cs typeface="Calibri"/>
                <a:sym typeface="Calibri"/>
              </a:defRPr>
            </a:lvl4pPr>
            <a:lvl5pPr marL="2286000" marR="0" lvl="4" indent="-228600" algn="l">
              <a:lnSpc>
                <a:spcPct val="90000"/>
              </a:lnSpc>
              <a:spcBef>
                <a:spcPts val="400"/>
              </a:spcBef>
              <a:spcAft>
                <a:spcPts val="0"/>
              </a:spcAft>
              <a:buClr>
                <a:srgbClr val="888888"/>
              </a:buClr>
              <a:buSzPts val="1000"/>
              <a:buFont typeface="Arial"/>
              <a:buNone/>
              <a:defRPr sz="1200" b="0" i="0" u="none" strike="noStrike" cap="none">
                <a:solidFill>
                  <a:srgbClr val="888888"/>
                </a:solidFill>
                <a:latin typeface="Calibri"/>
                <a:ea typeface="Calibri"/>
                <a:cs typeface="Calibri"/>
                <a:sym typeface="Calibri"/>
              </a:defRPr>
            </a:lvl5pPr>
            <a:lvl6pPr marL="2743200" marR="0" lvl="5" indent="-228600" algn="l">
              <a:lnSpc>
                <a:spcPct val="90000"/>
              </a:lnSpc>
              <a:spcBef>
                <a:spcPts val="400"/>
              </a:spcBef>
              <a:spcAft>
                <a:spcPts val="0"/>
              </a:spcAft>
              <a:buClr>
                <a:srgbClr val="888888"/>
              </a:buClr>
              <a:buSzPts val="1000"/>
              <a:buFont typeface="Arial"/>
              <a:buNone/>
              <a:defRPr sz="1200" b="0" i="0" u="none" strike="noStrike" cap="none">
                <a:solidFill>
                  <a:srgbClr val="888888"/>
                </a:solidFill>
                <a:latin typeface="Calibri"/>
                <a:ea typeface="Calibri"/>
                <a:cs typeface="Calibri"/>
                <a:sym typeface="Calibri"/>
              </a:defRPr>
            </a:lvl6pPr>
            <a:lvl7pPr marL="3200400" marR="0" lvl="6" indent="-228600" algn="l">
              <a:lnSpc>
                <a:spcPct val="90000"/>
              </a:lnSpc>
              <a:spcBef>
                <a:spcPts val="400"/>
              </a:spcBef>
              <a:spcAft>
                <a:spcPts val="0"/>
              </a:spcAft>
              <a:buClr>
                <a:srgbClr val="888888"/>
              </a:buClr>
              <a:buSzPts val="1000"/>
              <a:buFont typeface="Arial"/>
              <a:buNone/>
              <a:defRPr sz="1200" b="0" i="0" u="none" strike="noStrike" cap="none">
                <a:solidFill>
                  <a:srgbClr val="888888"/>
                </a:solidFill>
                <a:latin typeface="Calibri"/>
                <a:ea typeface="Calibri"/>
                <a:cs typeface="Calibri"/>
                <a:sym typeface="Calibri"/>
              </a:defRPr>
            </a:lvl7pPr>
            <a:lvl8pPr marL="3657600" marR="0" lvl="7" indent="-228600" algn="l">
              <a:lnSpc>
                <a:spcPct val="90000"/>
              </a:lnSpc>
              <a:spcBef>
                <a:spcPts val="400"/>
              </a:spcBef>
              <a:spcAft>
                <a:spcPts val="0"/>
              </a:spcAft>
              <a:buClr>
                <a:srgbClr val="888888"/>
              </a:buClr>
              <a:buSzPts val="1000"/>
              <a:buFont typeface="Arial"/>
              <a:buNone/>
              <a:defRPr sz="1200" b="0" i="0" u="none" strike="noStrike" cap="none">
                <a:solidFill>
                  <a:srgbClr val="888888"/>
                </a:solidFill>
                <a:latin typeface="Calibri"/>
                <a:ea typeface="Calibri"/>
                <a:cs typeface="Calibri"/>
                <a:sym typeface="Calibri"/>
              </a:defRPr>
            </a:lvl8pPr>
            <a:lvl9pPr marL="4114800" marR="0" lvl="8" indent="-228600" algn="l">
              <a:lnSpc>
                <a:spcPct val="90000"/>
              </a:lnSpc>
              <a:spcBef>
                <a:spcPts val="400"/>
              </a:spcBef>
              <a:spcAft>
                <a:spcPts val="0"/>
              </a:spcAft>
              <a:buClr>
                <a:srgbClr val="888888"/>
              </a:buClr>
              <a:buSzPts val="1000"/>
              <a:buFont typeface="Arial"/>
              <a:buNone/>
              <a:defRPr sz="1200" b="0" i="0" u="none" strike="noStrike" cap="none">
                <a:solidFill>
                  <a:srgbClr val="888888"/>
                </a:solidFill>
                <a:latin typeface="Calibri"/>
                <a:ea typeface="Calibri"/>
                <a:cs typeface="Calibri"/>
                <a:sym typeface="Calibri"/>
              </a:defRPr>
            </a:lvl9pPr>
          </a:lstStyle>
          <a:p>
            <a:endParaRPr/>
          </a:p>
        </p:txBody>
      </p:sp>
      <p:sp>
        <p:nvSpPr>
          <p:cNvPr id="91"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extLst>
    <p:ext uri="{DCECCB84-F9BA-43D5-87BE-67443E8EF086}">
      <p15:sldGuideLst xmlns:p15="http://schemas.microsoft.com/office/powerpoint/2012/main">
        <p15:guide id="1" orient="horz" pos="1620">
          <p15:clr>
            <a:srgbClr val="FBAE40"/>
          </p15:clr>
        </p15:guide>
        <p15:guide id="2" pos="3168">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5"/>
        <p:cNvGrpSpPr/>
        <p:nvPr/>
      </p:nvGrpSpPr>
      <p:grpSpPr>
        <a:xfrm>
          <a:off x="0" y="0"/>
          <a:ext cx="0" cy="0"/>
          <a:chOff x="0" y="0"/>
          <a:chExt cx="0" cy="0"/>
        </a:xfrm>
      </p:grpSpPr>
      <p:sp>
        <p:nvSpPr>
          <p:cNvPr id="56" name="Google Shape;56;p83"/>
          <p:cNvSpPr txBox="1">
            <a:spLocks noGrp="1"/>
          </p:cNvSpPr>
          <p:nvPr>
            <p:ph type="title"/>
          </p:nvPr>
        </p:nvSpPr>
        <p:spPr>
          <a:xfrm>
            <a:off x="1363362" y="952052"/>
            <a:ext cx="10142837" cy="622748"/>
          </a:xfrm>
          <a:prstGeom prst="rect">
            <a:avLst/>
          </a:prstGeom>
          <a:noFill/>
          <a:ln>
            <a:noFill/>
          </a:ln>
        </p:spPr>
        <p:txBody>
          <a:bodyPr spcFirstLastPara="1" wrap="square" lIns="91425" tIns="91425" rIns="91425" bIns="91425" anchor="b" anchorCtr="0">
            <a:noAutofit/>
          </a:bodyPr>
          <a:lstStyle>
            <a:lvl1pPr marR="0" lvl="0" algn="l">
              <a:lnSpc>
                <a:spcPct val="90000"/>
              </a:lnSpc>
              <a:spcBef>
                <a:spcPts val="0"/>
              </a:spcBef>
              <a:spcAft>
                <a:spcPts val="0"/>
              </a:spcAft>
              <a:buClr>
                <a:schemeClr val="dk1"/>
              </a:buClr>
              <a:buSzPts val="1100"/>
              <a:buFont typeface="Arial"/>
              <a:buNone/>
              <a:defRPr sz="3200" b="1" i="0" u="none" strike="noStrike" cap="none">
                <a:solidFill>
                  <a:srgbClr val="00004C"/>
                </a:solidFill>
                <a:latin typeface="Arial"/>
                <a:ea typeface="Arial"/>
                <a:cs typeface="Arial"/>
                <a:sym typeface="Arial"/>
              </a:defRPr>
            </a:lvl1pPr>
            <a:lvl2pPr marR="0" lvl="1"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57" name="Google Shape;57;p83"/>
          <p:cNvSpPr txBox="1">
            <a:spLocks noGrp="1"/>
          </p:cNvSpPr>
          <p:nvPr>
            <p:ph type="body" idx="1"/>
          </p:nvPr>
        </p:nvSpPr>
        <p:spPr>
          <a:xfrm>
            <a:off x="4720611" y="1574799"/>
            <a:ext cx="7091600" cy="4781253"/>
          </a:xfrm>
          <a:prstGeom prst="rect">
            <a:avLst/>
          </a:prstGeom>
          <a:noFill/>
          <a:ln>
            <a:noFill/>
          </a:ln>
        </p:spPr>
        <p:txBody>
          <a:bodyPr spcFirstLastPara="1" wrap="square" lIns="91425" tIns="91425" rIns="91425" bIns="91425" anchor="t" anchorCtr="0">
            <a:noAutofit/>
          </a:bodyPr>
          <a:lstStyle>
            <a:lvl1pPr marL="457200" marR="0" lvl="0" indent="-342900" algn="l">
              <a:lnSpc>
                <a:spcPct val="90000"/>
              </a:lnSpc>
              <a:spcBef>
                <a:spcPts val="800"/>
              </a:spcBef>
              <a:spcAft>
                <a:spcPts val="0"/>
              </a:spcAft>
              <a:buClr>
                <a:schemeClr val="dk1"/>
              </a:buClr>
              <a:buSzPts val="1800"/>
              <a:buFont typeface="Arial"/>
              <a:buChar char="•"/>
              <a:defRPr sz="2667" b="0" i="0" u="none" strike="noStrike" cap="none">
                <a:solidFill>
                  <a:srgbClr val="00004C"/>
                </a:solidFill>
                <a:latin typeface="Arial"/>
                <a:ea typeface="Arial"/>
                <a:cs typeface="Arial"/>
                <a:sym typeface="Arial"/>
              </a:defRPr>
            </a:lvl1pPr>
            <a:lvl2pPr marL="914400" marR="0" lvl="1" indent="-330200" algn="l">
              <a:lnSpc>
                <a:spcPct val="90000"/>
              </a:lnSpc>
              <a:spcBef>
                <a:spcPts val="400"/>
              </a:spcBef>
              <a:spcAft>
                <a:spcPts val="0"/>
              </a:spcAft>
              <a:buClr>
                <a:schemeClr val="dk1"/>
              </a:buClr>
              <a:buSzPts val="1600"/>
              <a:buFont typeface="Arial"/>
              <a:buChar char="•"/>
              <a:defRPr sz="2133" b="0" i="0" u="none" strike="noStrike" cap="none">
                <a:solidFill>
                  <a:srgbClr val="00004C"/>
                </a:solidFill>
                <a:latin typeface="Arial"/>
                <a:ea typeface="Arial"/>
                <a:cs typeface="Arial"/>
                <a:sym typeface="Arial"/>
              </a:defRPr>
            </a:lvl2pPr>
            <a:lvl3pPr marL="1371600" marR="0" lvl="2" indent="-317500" algn="l">
              <a:lnSpc>
                <a:spcPct val="90000"/>
              </a:lnSpc>
              <a:spcBef>
                <a:spcPts val="400"/>
              </a:spcBef>
              <a:spcAft>
                <a:spcPts val="0"/>
              </a:spcAft>
              <a:buClr>
                <a:schemeClr val="dk1"/>
              </a:buClr>
              <a:buSzPts val="1400"/>
              <a:buFont typeface="Arial"/>
              <a:buChar char="•"/>
              <a:defRPr sz="2133" b="0" i="0" u="none" strike="noStrike" cap="none">
                <a:solidFill>
                  <a:srgbClr val="00004C"/>
                </a:solidFill>
                <a:latin typeface="Arial"/>
                <a:ea typeface="Arial"/>
                <a:cs typeface="Arial"/>
                <a:sym typeface="Arial"/>
              </a:defRPr>
            </a:lvl3pPr>
            <a:lvl4pPr marL="1828800" marR="0" lvl="3" indent="-298450" algn="l">
              <a:lnSpc>
                <a:spcPct val="90000"/>
              </a:lnSpc>
              <a:spcBef>
                <a:spcPts val="400"/>
              </a:spcBef>
              <a:spcAft>
                <a:spcPts val="0"/>
              </a:spcAft>
              <a:buClr>
                <a:schemeClr val="dk1"/>
              </a:buClr>
              <a:buSzPts val="1100"/>
              <a:buFont typeface="Arial"/>
              <a:buChar char="•"/>
              <a:defRPr sz="1867" b="0" i="0" u="none" strike="noStrike" cap="none">
                <a:solidFill>
                  <a:srgbClr val="00004C"/>
                </a:solidFill>
                <a:latin typeface="Arial"/>
                <a:ea typeface="Arial"/>
                <a:cs typeface="Arial"/>
                <a:sym typeface="Arial"/>
              </a:defRPr>
            </a:lvl4pPr>
            <a:lvl5pPr marL="2286000" marR="0" lvl="4" indent="-298450" algn="l">
              <a:lnSpc>
                <a:spcPct val="90000"/>
              </a:lnSpc>
              <a:spcBef>
                <a:spcPts val="400"/>
              </a:spcBef>
              <a:spcAft>
                <a:spcPts val="0"/>
              </a:spcAft>
              <a:buClr>
                <a:schemeClr val="dk1"/>
              </a:buClr>
              <a:buSzPts val="1100"/>
              <a:buFont typeface="Arial"/>
              <a:buChar char="•"/>
              <a:defRPr sz="1333" b="0" i="0" u="none" strike="noStrike" cap="none">
                <a:solidFill>
                  <a:srgbClr val="00004C"/>
                </a:solidFill>
                <a:latin typeface="Arial"/>
                <a:ea typeface="Arial"/>
                <a:cs typeface="Arial"/>
                <a:sym typeface="Arial"/>
              </a:defRPr>
            </a:lvl5pPr>
            <a:lvl6pPr marL="2743200" marR="0" lvl="5" indent="-298450" algn="l">
              <a:lnSpc>
                <a:spcPct val="90000"/>
              </a:lnSpc>
              <a:spcBef>
                <a:spcPts val="400"/>
              </a:spcBef>
              <a:spcAft>
                <a:spcPts val="0"/>
              </a:spcAft>
              <a:buClr>
                <a:schemeClr val="dk1"/>
              </a:buClr>
              <a:buSzPts val="1100"/>
              <a:buFont typeface="Arial"/>
              <a:buChar char="•"/>
              <a:defRPr sz="1333" b="0" i="0" u="none" strike="noStrike" cap="none">
                <a:solidFill>
                  <a:srgbClr val="00004C"/>
                </a:solidFill>
                <a:latin typeface="Arial"/>
                <a:ea typeface="Arial"/>
                <a:cs typeface="Arial"/>
                <a:sym typeface="Arial"/>
              </a:defRPr>
            </a:lvl6pPr>
            <a:lvl7pPr marL="3200400" marR="0" lvl="6" indent="-298450" algn="l">
              <a:lnSpc>
                <a:spcPct val="90000"/>
              </a:lnSpc>
              <a:spcBef>
                <a:spcPts val="400"/>
              </a:spcBef>
              <a:spcAft>
                <a:spcPts val="0"/>
              </a:spcAft>
              <a:buClr>
                <a:schemeClr val="dk1"/>
              </a:buClr>
              <a:buSzPts val="1100"/>
              <a:buFont typeface="Arial"/>
              <a:buChar char="•"/>
              <a:defRPr sz="1333" b="0" i="0" u="none" strike="noStrike" cap="none">
                <a:solidFill>
                  <a:srgbClr val="00004C"/>
                </a:solidFill>
                <a:latin typeface="Arial"/>
                <a:ea typeface="Arial"/>
                <a:cs typeface="Arial"/>
                <a:sym typeface="Arial"/>
              </a:defRPr>
            </a:lvl7pPr>
            <a:lvl8pPr marL="3657600" marR="0" lvl="7" indent="-298450" algn="l">
              <a:lnSpc>
                <a:spcPct val="90000"/>
              </a:lnSpc>
              <a:spcBef>
                <a:spcPts val="400"/>
              </a:spcBef>
              <a:spcAft>
                <a:spcPts val="0"/>
              </a:spcAft>
              <a:buClr>
                <a:schemeClr val="dk1"/>
              </a:buClr>
              <a:buSzPts val="1100"/>
              <a:buFont typeface="Arial"/>
              <a:buChar char="•"/>
              <a:defRPr sz="1333" b="0" i="0" u="none" strike="noStrike" cap="none">
                <a:solidFill>
                  <a:srgbClr val="00004C"/>
                </a:solidFill>
                <a:latin typeface="Arial"/>
                <a:ea typeface="Arial"/>
                <a:cs typeface="Arial"/>
                <a:sym typeface="Arial"/>
              </a:defRPr>
            </a:lvl8pPr>
            <a:lvl9pPr marL="4114800" marR="0" lvl="8" indent="-298450" algn="l">
              <a:lnSpc>
                <a:spcPct val="90000"/>
              </a:lnSpc>
              <a:spcBef>
                <a:spcPts val="400"/>
              </a:spcBef>
              <a:spcAft>
                <a:spcPts val="0"/>
              </a:spcAft>
              <a:buClr>
                <a:schemeClr val="dk1"/>
              </a:buClr>
              <a:buSzPts val="1100"/>
              <a:buFont typeface="Arial"/>
              <a:buChar char="•"/>
              <a:defRPr sz="1333" b="0" i="0" u="none" strike="noStrike" cap="none">
                <a:solidFill>
                  <a:srgbClr val="00004C"/>
                </a:solidFill>
                <a:latin typeface="Arial"/>
                <a:ea typeface="Arial"/>
                <a:cs typeface="Arial"/>
                <a:sym typeface="Arial"/>
              </a:defRPr>
            </a:lvl9pPr>
          </a:lstStyle>
          <a:p>
            <a:endParaRPr dirty="0"/>
          </a:p>
        </p:txBody>
      </p:sp>
      <p:sp>
        <p:nvSpPr>
          <p:cNvPr id="58" name="Google Shape;58;p83"/>
          <p:cNvSpPr txBox="1">
            <a:spLocks noGrp="1"/>
          </p:cNvSpPr>
          <p:nvPr>
            <p:ph type="body" idx="2"/>
          </p:nvPr>
        </p:nvSpPr>
        <p:spPr>
          <a:xfrm>
            <a:off x="1363363" y="1582599"/>
            <a:ext cx="3098248" cy="4781253"/>
          </a:xfrm>
          <a:prstGeom prst="rect">
            <a:avLst/>
          </a:prstGeom>
          <a:noFill/>
          <a:ln>
            <a:noFill/>
          </a:ln>
        </p:spPr>
        <p:txBody>
          <a:bodyPr spcFirstLastPara="1" wrap="square" lIns="91425" tIns="91425" rIns="91425" bIns="91425" anchor="t" anchorCtr="0">
            <a:noAutofit/>
          </a:bodyPr>
          <a:lstStyle>
            <a:lvl1pPr marL="457200" marR="0" lvl="0" indent="-228600" algn="l">
              <a:lnSpc>
                <a:spcPct val="90000"/>
              </a:lnSpc>
              <a:spcBef>
                <a:spcPts val="800"/>
              </a:spcBef>
              <a:spcAft>
                <a:spcPts val="0"/>
              </a:spcAft>
              <a:buClr>
                <a:schemeClr val="dk1"/>
              </a:buClr>
              <a:buSzPts val="1600"/>
              <a:buFont typeface="Arial" panose="020B0604020202020204" pitchFamily="34" charset="0"/>
              <a:buChar char="•"/>
              <a:defRPr sz="1867" b="0" i="0" u="none" strike="noStrike" cap="none">
                <a:solidFill>
                  <a:srgbClr val="00004C"/>
                </a:solidFill>
                <a:latin typeface="Arial"/>
                <a:ea typeface="Arial"/>
                <a:cs typeface="Arial"/>
                <a:sym typeface="Arial"/>
              </a:defRPr>
            </a:lvl1pPr>
            <a:lvl2pPr marL="914400" marR="0" lvl="1" indent="-228600" algn="l">
              <a:lnSpc>
                <a:spcPct val="90000"/>
              </a:lnSpc>
              <a:spcBef>
                <a:spcPts val="400"/>
              </a:spcBef>
              <a:spcAft>
                <a:spcPts val="0"/>
              </a:spcAft>
              <a:buClr>
                <a:schemeClr val="dk1"/>
              </a:buClr>
              <a:buSzPts val="1400"/>
              <a:buFont typeface="Arial"/>
              <a:buNone/>
              <a:defRPr sz="1067" b="0" i="0" u="none" strike="noStrike" cap="none">
                <a:solidFill>
                  <a:schemeClr val="dk1"/>
                </a:solidFill>
                <a:latin typeface="Calibri"/>
                <a:ea typeface="Calibri"/>
                <a:cs typeface="Calibri"/>
                <a:sym typeface="Calibri"/>
              </a:defRPr>
            </a:lvl2pPr>
            <a:lvl3pPr marL="1371600" marR="0" lvl="2" indent="-228600" algn="l">
              <a:lnSpc>
                <a:spcPct val="90000"/>
              </a:lnSpc>
              <a:spcBef>
                <a:spcPts val="400"/>
              </a:spcBef>
              <a:spcAft>
                <a:spcPts val="0"/>
              </a:spcAft>
              <a:buClr>
                <a:schemeClr val="dk1"/>
              </a:buClr>
              <a:buSzPts val="1100"/>
              <a:buFont typeface="Arial"/>
              <a:buNone/>
              <a:defRPr sz="933" b="0" i="0" u="none" strike="noStrike" cap="none">
                <a:solidFill>
                  <a:schemeClr val="dk1"/>
                </a:solidFill>
                <a:latin typeface="Calibri"/>
                <a:ea typeface="Calibri"/>
                <a:cs typeface="Calibri"/>
                <a:sym typeface="Calibri"/>
              </a:defRPr>
            </a:lvl3pPr>
            <a:lvl4pPr marL="1828800" marR="0" lvl="3" indent="-228600" algn="l">
              <a:lnSpc>
                <a:spcPct val="90000"/>
              </a:lnSpc>
              <a:spcBef>
                <a:spcPts val="400"/>
              </a:spcBef>
              <a:spcAft>
                <a:spcPts val="0"/>
              </a:spcAft>
              <a:buClr>
                <a:schemeClr val="dk1"/>
              </a:buClr>
              <a:buSzPts val="1000"/>
              <a:buFont typeface="Arial"/>
              <a:buNone/>
              <a:defRPr sz="800" b="0" i="0" u="none" strike="noStrike" cap="none">
                <a:solidFill>
                  <a:schemeClr val="dk1"/>
                </a:solidFill>
                <a:latin typeface="Calibri"/>
                <a:ea typeface="Calibri"/>
                <a:cs typeface="Calibri"/>
                <a:sym typeface="Calibri"/>
              </a:defRPr>
            </a:lvl4pPr>
            <a:lvl5pPr marL="2286000" marR="0" lvl="4" indent="-228600" algn="l">
              <a:lnSpc>
                <a:spcPct val="90000"/>
              </a:lnSpc>
              <a:spcBef>
                <a:spcPts val="400"/>
              </a:spcBef>
              <a:spcAft>
                <a:spcPts val="0"/>
              </a:spcAft>
              <a:buClr>
                <a:schemeClr val="dk1"/>
              </a:buClr>
              <a:buSzPts val="1000"/>
              <a:buFont typeface="Arial"/>
              <a:buNone/>
              <a:defRPr sz="800" b="0" i="0" u="none" strike="noStrike" cap="none">
                <a:solidFill>
                  <a:schemeClr val="dk1"/>
                </a:solidFill>
                <a:latin typeface="Calibri"/>
                <a:ea typeface="Calibri"/>
                <a:cs typeface="Calibri"/>
                <a:sym typeface="Calibri"/>
              </a:defRPr>
            </a:lvl5pPr>
            <a:lvl6pPr marL="2743200" marR="0" lvl="5" indent="-228600" algn="l">
              <a:lnSpc>
                <a:spcPct val="90000"/>
              </a:lnSpc>
              <a:spcBef>
                <a:spcPts val="400"/>
              </a:spcBef>
              <a:spcAft>
                <a:spcPts val="0"/>
              </a:spcAft>
              <a:buClr>
                <a:schemeClr val="dk1"/>
              </a:buClr>
              <a:buSzPts val="1000"/>
              <a:buFont typeface="Arial"/>
              <a:buNone/>
              <a:defRPr sz="800" b="0" i="0" u="none" strike="noStrike" cap="none">
                <a:solidFill>
                  <a:schemeClr val="dk1"/>
                </a:solidFill>
                <a:latin typeface="Calibri"/>
                <a:ea typeface="Calibri"/>
                <a:cs typeface="Calibri"/>
                <a:sym typeface="Calibri"/>
              </a:defRPr>
            </a:lvl6pPr>
            <a:lvl7pPr marL="3200400" marR="0" lvl="6" indent="-228600" algn="l">
              <a:lnSpc>
                <a:spcPct val="90000"/>
              </a:lnSpc>
              <a:spcBef>
                <a:spcPts val="400"/>
              </a:spcBef>
              <a:spcAft>
                <a:spcPts val="0"/>
              </a:spcAft>
              <a:buClr>
                <a:schemeClr val="dk1"/>
              </a:buClr>
              <a:buSzPts val="1000"/>
              <a:buFont typeface="Arial"/>
              <a:buNone/>
              <a:defRPr sz="800" b="0" i="0" u="none" strike="noStrike" cap="none">
                <a:solidFill>
                  <a:schemeClr val="dk1"/>
                </a:solidFill>
                <a:latin typeface="Calibri"/>
                <a:ea typeface="Calibri"/>
                <a:cs typeface="Calibri"/>
                <a:sym typeface="Calibri"/>
              </a:defRPr>
            </a:lvl7pPr>
            <a:lvl8pPr marL="3657600" marR="0" lvl="7" indent="-228600" algn="l">
              <a:lnSpc>
                <a:spcPct val="90000"/>
              </a:lnSpc>
              <a:spcBef>
                <a:spcPts val="400"/>
              </a:spcBef>
              <a:spcAft>
                <a:spcPts val="0"/>
              </a:spcAft>
              <a:buClr>
                <a:schemeClr val="dk1"/>
              </a:buClr>
              <a:buSzPts val="1000"/>
              <a:buFont typeface="Arial"/>
              <a:buNone/>
              <a:defRPr sz="800" b="0" i="0" u="none" strike="noStrike" cap="none">
                <a:solidFill>
                  <a:schemeClr val="dk1"/>
                </a:solidFill>
                <a:latin typeface="Calibri"/>
                <a:ea typeface="Calibri"/>
                <a:cs typeface="Calibri"/>
                <a:sym typeface="Calibri"/>
              </a:defRPr>
            </a:lvl8pPr>
            <a:lvl9pPr marL="4114800" marR="0" lvl="8" indent="-228600" algn="l">
              <a:lnSpc>
                <a:spcPct val="90000"/>
              </a:lnSpc>
              <a:spcBef>
                <a:spcPts val="400"/>
              </a:spcBef>
              <a:spcAft>
                <a:spcPts val="0"/>
              </a:spcAft>
              <a:buClr>
                <a:schemeClr val="dk1"/>
              </a:buClr>
              <a:buSzPts val="1000"/>
              <a:buFont typeface="Arial"/>
              <a:buNone/>
              <a:defRPr sz="800" b="0" i="0" u="none" strike="noStrike" cap="none">
                <a:solidFill>
                  <a:schemeClr val="dk1"/>
                </a:solidFill>
                <a:latin typeface="Calibri"/>
                <a:ea typeface="Calibri"/>
                <a:cs typeface="Calibri"/>
                <a:sym typeface="Calibri"/>
              </a:defRPr>
            </a:lvl9pPr>
          </a:lstStyle>
          <a:p>
            <a:endParaRPr dirty="0"/>
          </a:p>
        </p:txBody>
      </p:sp>
      <p:sp>
        <p:nvSpPr>
          <p:cNvPr id="92"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Section Header">
  <p:cSld name="1_Section Header">
    <p:spTree>
      <p:nvGrpSpPr>
        <p:cNvPr id="1" name="Shape 59"/>
        <p:cNvGrpSpPr/>
        <p:nvPr/>
      </p:nvGrpSpPr>
      <p:grpSpPr>
        <a:xfrm>
          <a:off x="0" y="0"/>
          <a:ext cx="0" cy="0"/>
          <a:chOff x="0" y="0"/>
          <a:chExt cx="0" cy="0"/>
        </a:xfrm>
      </p:grpSpPr>
      <p:sp>
        <p:nvSpPr>
          <p:cNvPr id="60" name="Google Shape;60;p84"/>
          <p:cNvSpPr txBox="1">
            <a:spLocks noGrp="1"/>
          </p:cNvSpPr>
          <p:nvPr>
            <p:ph type="title"/>
          </p:nvPr>
        </p:nvSpPr>
        <p:spPr>
          <a:xfrm>
            <a:off x="1723854" y="549275"/>
            <a:ext cx="9963493" cy="2852800"/>
          </a:xfrm>
          <a:prstGeom prst="rect">
            <a:avLst/>
          </a:prstGeom>
          <a:noFill/>
          <a:ln>
            <a:noFill/>
          </a:ln>
        </p:spPr>
        <p:txBody>
          <a:bodyPr spcFirstLastPara="1" wrap="square" lIns="91425" tIns="91425" rIns="91425" bIns="91425" anchor="b" anchorCtr="0">
            <a:noAutofit/>
          </a:bodyPr>
          <a:lstStyle>
            <a:lvl1pPr marR="0" lvl="0" algn="ctr">
              <a:lnSpc>
                <a:spcPct val="90000"/>
              </a:lnSpc>
              <a:spcBef>
                <a:spcPts val="0"/>
              </a:spcBef>
              <a:spcAft>
                <a:spcPts val="0"/>
              </a:spcAft>
              <a:buClr>
                <a:schemeClr val="dk1"/>
              </a:buClr>
              <a:buSzPts val="1100"/>
              <a:buFont typeface="Arial"/>
              <a:buNone/>
              <a:defRPr sz="3400" b="1" i="0" u="none" strike="noStrike" cap="none">
                <a:solidFill>
                  <a:srgbClr val="00004C"/>
                </a:solidFill>
                <a:latin typeface="Arial"/>
                <a:ea typeface="Arial"/>
                <a:cs typeface="Arial"/>
                <a:sym typeface="Arial"/>
              </a:defRPr>
            </a:lvl1pPr>
            <a:lvl2pPr marR="0" lvl="1"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a:p>
        </p:txBody>
      </p:sp>
      <p:sp>
        <p:nvSpPr>
          <p:cNvPr id="93"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extLst>
    <p:ext uri="{DCECCB84-F9BA-43D5-87BE-67443E8EF086}">
      <p15:sldGuideLst xmlns:p15="http://schemas.microsoft.com/office/powerpoint/2012/main">
        <p15:guide id="1" orient="horz" pos="1620">
          <p15:clr>
            <a:srgbClr val="FBAE40"/>
          </p15:clr>
        </p15:guide>
        <p15:guide id="2" pos="3168">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and Content">
  <p:cSld name="1_Title and Content 2">
    <p:spTree>
      <p:nvGrpSpPr>
        <p:cNvPr id="1" name="Shape 61"/>
        <p:cNvGrpSpPr/>
        <p:nvPr/>
      </p:nvGrpSpPr>
      <p:grpSpPr>
        <a:xfrm>
          <a:off x="0" y="0"/>
          <a:ext cx="0" cy="0"/>
          <a:chOff x="0" y="0"/>
          <a:chExt cx="0" cy="0"/>
        </a:xfrm>
      </p:grpSpPr>
      <p:sp>
        <p:nvSpPr>
          <p:cNvPr id="62" name="Google Shape;62;p85"/>
          <p:cNvSpPr txBox="1">
            <a:spLocks noGrp="1"/>
          </p:cNvSpPr>
          <p:nvPr>
            <p:ph type="body" idx="1"/>
          </p:nvPr>
        </p:nvSpPr>
        <p:spPr>
          <a:xfrm>
            <a:off x="1510029" y="1188720"/>
            <a:ext cx="10361372" cy="5131633"/>
          </a:xfrm>
          <a:prstGeom prst="rect">
            <a:avLst/>
          </a:prstGeom>
          <a:noFill/>
          <a:ln>
            <a:noFill/>
          </a:ln>
        </p:spPr>
        <p:txBody>
          <a:bodyPr spcFirstLastPara="1" wrap="square" lIns="91425" tIns="91425" rIns="91425" bIns="91425" anchor="t" anchorCtr="0">
            <a:noAutofit/>
          </a:bodyPr>
          <a:lstStyle>
            <a:lvl1pPr marL="457200" marR="0" lvl="0" indent="-330200" algn="l">
              <a:lnSpc>
                <a:spcPct val="90000"/>
              </a:lnSpc>
              <a:spcBef>
                <a:spcPts val="800"/>
              </a:spcBef>
              <a:spcAft>
                <a:spcPts val="0"/>
              </a:spcAft>
              <a:buClr>
                <a:schemeClr val="dk1"/>
              </a:buClr>
              <a:buSzPts val="1600"/>
              <a:buFont typeface="Arial"/>
              <a:buChar char="•"/>
              <a:defRPr sz="2600" b="0" i="0" u="none" strike="noStrike" cap="none">
                <a:solidFill>
                  <a:srgbClr val="00004C"/>
                </a:solidFill>
                <a:latin typeface="Arial"/>
                <a:ea typeface="Arial"/>
                <a:cs typeface="Arial"/>
                <a:sym typeface="Arial"/>
              </a:defRPr>
            </a:lvl1pPr>
            <a:lvl2pPr marL="914400" marR="0" lvl="1" indent="-317500" algn="l">
              <a:lnSpc>
                <a:spcPct val="90000"/>
              </a:lnSpc>
              <a:spcBef>
                <a:spcPts val="400"/>
              </a:spcBef>
              <a:spcAft>
                <a:spcPts val="0"/>
              </a:spcAft>
              <a:buClr>
                <a:schemeClr val="dk1"/>
              </a:buClr>
              <a:buSzPts val="1400"/>
              <a:buFont typeface="Arial"/>
              <a:buChar char="•"/>
              <a:defRPr sz="2100" b="0" i="0" u="none" strike="noStrike" cap="none">
                <a:solidFill>
                  <a:schemeClr val="dk1"/>
                </a:solidFill>
                <a:latin typeface="Arial"/>
                <a:ea typeface="Arial"/>
                <a:cs typeface="Arial"/>
                <a:sym typeface="Arial"/>
              </a:defRPr>
            </a:lvl2pPr>
            <a:lvl3pPr marL="1371600" marR="0" lvl="2" indent="-298450" algn="l">
              <a:lnSpc>
                <a:spcPct val="90000"/>
              </a:lnSpc>
              <a:spcBef>
                <a:spcPts val="400"/>
              </a:spcBef>
              <a:spcAft>
                <a:spcPts val="0"/>
              </a:spcAft>
              <a:buClr>
                <a:schemeClr val="dk1"/>
              </a:buClr>
              <a:buSzPts val="1100"/>
              <a:buFont typeface="Arial"/>
              <a:buChar char="•"/>
              <a:defRPr sz="1867" b="0" i="0" u="none" strike="noStrike" cap="none">
                <a:solidFill>
                  <a:schemeClr val="dk1"/>
                </a:solidFill>
                <a:latin typeface="Arial"/>
                <a:ea typeface="Arial"/>
                <a:cs typeface="Arial"/>
                <a:sym typeface="Arial"/>
              </a:defRPr>
            </a:lvl3pPr>
            <a:lvl4pPr marL="1828800" marR="0" lvl="3" indent="-292100" algn="l">
              <a:lnSpc>
                <a:spcPct val="90000"/>
              </a:lnSpc>
              <a:spcBef>
                <a:spcPts val="400"/>
              </a:spcBef>
              <a:spcAft>
                <a:spcPts val="0"/>
              </a:spcAft>
              <a:buClr>
                <a:schemeClr val="dk1"/>
              </a:buClr>
              <a:buSzPts val="1000"/>
              <a:buFont typeface="Arial"/>
              <a:buChar char="•"/>
              <a:defRPr sz="1800" b="0" i="0" u="none" strike="noStrike" cap="none">
                <a:solidFill>
                  <a:schemeClr val="dk1"/>
                </a:solidFill>
                <a:latin typeface="Arial"/>
                <a:ea typeface="Arial"/>
                <a:cs typeface="Arial"/>
                <a:sym typeface="Arial"/>
              </a:defRPr>
            </a:lvl4pPr>
            <a:lvl5pPr marL="2286000" marR="0" lvl="4"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5pPr>
            <a:lvl6pPr marL="2743200" marR="0" lvl="5"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Calibri"/>
                <a:ea typeface="Calibri"/>
                <a:cs typeface="Calibri"/>
                <a:sym typeface="Calibri"/>
              </a:defRPr>
            </a:lvl6pPr>
            <a:lvl7pPr marL="3200400" marR="0" lvl="6"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7pPr>
            <a:lvl8pPr marL="3657600" marR="0" lvl="7"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8pPr>
            <a:lvl9pPr marL="4114800" marR="0" lvl="8"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9pPr>
          </a:lstStyle>
          <a:p>
            <a:endParaRPr/>
          </a:p>
        </p:txBody>
      </p:sp>
      <p:sp>
        <p:nvSpPr>
          <p:cNvPr id="63" name="Google Shape;63;p85"/>
          <p:cNvSpPr txBox="1"/>
          <p:nvPr/>
        </p:nvSpPr>
        <p:spPr>
          <a:xfrm>
            <a:off x="3657600" y="6553201"/>
            <a:ext cx="4876800" cy="2464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800"/>
              <a:buFont typeface="Arial"/>
              <a:buNone/>
            </a:pPr>
            <a:endParaRPr sz="1067" b="0" i="0" u="none" strike="noStrike" cap="none">
              <a:solidFill>
                <a:srgbClr val="ED7D31"/>
              </a:solidFill>
              <a:latin typeface="Calibri"/>
              <a:ea typeface="Calibri"/>
              <a:cs typeface="Calibri"/>
              <a:sym typeface="Calibri"/>
            </a:endParaRPr>
          </a:p>
        </p:txBody>
      </p:sp>
      <p:sp>
        <p:nvSpPr>
          <p:cNvPr id="64" name="Google Shape;64;p85"/>
          <p:cNvSpPr txBox="1"/>
          <p:nvPr/>
        </p:nvSpPr>
        <p:spPr>
          <a:xfrm>
            <a:off x="3657600" y="0"/>
            <a:ext cx="4876800" cy="2464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800"/>
              <a:buFont typeface="Arial"/>
              <a:buNone/>
            </a:pPr>
            <a:endParaRPr sz="1067" b="0" i="0" u="none" strike="noStrike" cap="none">
              <a:solidFill>
                <a:srgbClr val="ED7D31"/>
              </a:solidFill>
              <a:latin typeface="Calibri"/>
              <a:ea typeface="Calibri"/>
              <a:cs typeface="Calibri"/>
              <a:sym typeface="Calibri"/>
            </a:endParaRPr>
          </a:p>
        </p:txBody>
      </p:sp>
      <p:sp>
        <p:nvSpPr>
          <p:cNvPr id="65" name="Google Shape;65;p85"/>
          <p:cNvSpPr txBox="1">
            <a:spLocks noGrp="1"/>
          </p:cNvSpPr>
          <p:nvPr>
            <p:ph type="title"/>
          </p:nvPr>
        </p:nvSpPr>
        <p:spPr>
          <a:xfrm>
            <a:off x="1510029" y="429225"/>
            <a:ext cx="10666596" cy="580200"/>
          </a:xfrm>
          <a:prstGeom prst="rect">
            <a:avLst/>
          </a:prstGeom>
          <a:noFill/>
          <a:ln>
            <a:noFill/>
          </a:ln>
        </p:spPr>
        <p:txBody>
          <a:bodyPr spcFirstLastPara="1" wrap="square" lIns="91425" tIns="91425" rIns="91425" bIns="91425" anchor="ctr" anchorCtr="0">
            <a:noAutofit/>
          </a:bodyPr>
          <a:lstStyle>
            <a:lvl1pPr marR="0" lvl="0">
              <a:lnSpc>
                <a:spcPct val="90000"/>
              </a:lnSpc>
              <a:spcBef>
                <a:spcPts val="0"/>
              </a:spcBef>
              <a:spcAft>
                <a:spcPts val="0"/>
              </a:spcAft>
              <a:buClr>
                <a:schemeClr val="dk1"/>
              </a:buClr>
              <a:buSzPts val="1100"/>
              <a:buFont typeface="Arial"/>
              <a:buNone/>
              <a:defRPr sz="3400" b="1" i="0" u="none" strike="noStrike" cap="none">
                <a:solidFill>
                  <a:srgbClr val="00004C"/>
                </a:solidFill>
                <a:latin typeface="Arial"/>
                <a:ea typeface="Arial"/>
                <a:cs typeface="Arial"/>
                <a:sym typeface="Arial"/>
              </a:defRPr>
            </a:lvl1pPr>
            <a:lvl2pPr marR="0" lvl="1">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94"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mparison">
  <p:cSld name="Comparison">
    <p:spTree>
      <p:nvGrpSpPr>
        <p:cNvPr id="1" name="Shape 66"/>
        <p:cNvGrpSpPr/>
        <p:nvPr/>
      </p:nvGrpSpPr>
      <p:grpSpPr>
        <a:xfrm>
          <a:off x="0" y="0"/>
          <a:ext cx="0" cy="0"/>
          <a:chOff x="0" y="0"/>
          <a:chExt cx="0" cy="0"/>
        </a:xfrm>
      </p:grpSpPr>
      <p:sp>
        <p:nvSpPr>
          <p:cNvPr id="67" name="Google Shape;67;p86"/>
          <p:cNvSpPr txBox="1">
            <a:spLocks noGrp="1"/>
          </p:cNvSpPr>
          <p:nvPr>
            <p:ph type="body" idx="1"/>
          </p:nvPr>
        </p:nvSpPr>
        <p:spPr>
          <a:xfrm>
            <a:off x="1141622" y="1000540"/>
            <a:ext cx="4874101" cy="476800"/>
          </a:xfrm>
          <a:prstGeom prst="rect">
            <a:avLst/>
          </a:prstGeom>
          <a:noFill/>
          <a:ln>
            <a:noFill/>
          </a:ln>
        </p:spPr>
        <p:txBody>
          <a:bodyPr spcFirstLastPara="1" wrap="square" lIns="91425" tIns="91425" rIns="91425" bIns="91425" anchor="b" anchorCtr="0">
            <a:noAutofit/>
          </a:bodyPr>
          <a:lstStyle>
            <a:lvl1pPr marL="457200" marR="0" lvl="0" indent="-228600" algn="ctr">
              <a:lnSpc>
                <a:spcPct val="90000"/>
              </a:lnSpc>
              <a:spcBef>
                <a:spcPts val="800"/>
              </a:spcBef>
              <a:spcAft>
                <a:spcPts val="0"/>
              </a:spcAft>
              <a:buClr>
                <a:schemeClr val="dk1"/>
              </a:buClr>
              <a:buSzPts val="1600"/>
              <a:buFont typeface="Arial"/>
              <a:buNone/>
              <a:defRPr sz="2133" b="1" i="0" u="none" strike="noStrike" cap="none">
                <a:solidFill>
                  <a:srgbClr val="00004C"/>
                </a:solidFill>
                <a:latin typeface="Arial"/>
                <a:ea typeface="Arial"/>
                <a:cs typeface="Arial"/>
                <a:sym typeface="Arial"/>
              </a:defRPr>
            </a:lvl1pPr>
            <a:lvl2pPr marL="914400" marR="0" lvl="1" indent="-228600" algn="l">
              <a:lnSpc>
                <a:spcPct val="90000"/>
              </a:lnSpc>
              <a:spcBef>
                <a:spcPts val="400"/>
              </a:spcBef>
              <a:spcAft>
                <a:spcPts val="0"/>
              </a:spcAft>
              <a:buClr>
                <a:schemeClr val="dk1"/>
              </a:buClr>
              <a:buSzPts val="1400"/>
              <a:buFont typeface="Arial"/>
              <a:buNone/>
              <a:defRPr sz="1467" b="1" i="0" u="none" strike="noStrike" cap="none">
                <a:solidFill>
                  <a:schemeClr val="dk1"/>
                </a:solidFill>
                <a:latin typeface="Calibri"/>
                <a:ea typeface="Calibri"/>
                <a:cs typeface="Calibri"/>
                <a:sym typeface="Calibri"/>
              </a:defRPr>
            </a:lvl2pPr>
            <a:lvl3pPr marL="1371600" marR="0" lvl="2" indent="-228600" algn="l">
              <a:lnSpc>
                <a:spcPct val="90000"/>
              </a:lnSpc>
              <a:spcBef>
                <a:spcPts val="400"/>
              </a:spcBef>
              <a:spcAft>
                <a:spcPts val="0"/>
              </a:spcAft>
              <a:buClr>
                <a:schemeClr val="dk1"/>
              </a:buClr>
              <a:buSzPts val="1100"/>
              <a:buFont typeface="Arial"/>
              <a:buNone/>
              <a:defRPr sz="1333" b="1" i="0" u="none" strike="noStrike" cap="none">
                <a:solidFill>
                  <a:schemeClr val="dk1"/>
                </a:solidFill>
                <a:latin typeface="Calibri"/>
                <a:ea typeface="Calibri"/>
                <a:cs typeface="Calibri"/>
                <a:sym typeface="Calibri"/>
              </a:defRPr>
            </a:lvl3pPr>
            <a:lvl4pPr marL="1828800" marR="0" lvl="3"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4pPr>
            <a:lvl5pPr marL="2286000" marR="0" lvl="4"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5pPr>
            <a:lvl6pPr marL="2743200" marR="0" lvl="5"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6pPr>
            <a:lvl7pPr marL="3200400" marR="0" lvl="6"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7pPr>
            <a:lvl8pPr marL="3657600" marR="0" lvl="7"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8pPr>
            <a:lvl9pPr marL="4114800" marR="0" lvl="8"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9pPr>
          </a:lstStyle>
          <a:p>
            <a:endParaRPr dirty="0"/>
          </a:p>
        </p:txBody>
      </p:sp>
      <p:sp>
        <p:nvSpPr>
          <p:cNvPr id="68" name="Google Shape;68;p86"/>
          <p:cNvSpPr txBox="1">
            <a:spLocks noGrp="1"/>
          </p:cNvSpPr>
          <p:nvPr>
            <p:ph type="body" idx="2"/>
          </p:nvPr>
        </p:nvSpPr>
        <p:spPr>
          <a:xfrm>
            <a:off x="1141621" y="1582321"/>
            <a:ext cx="4854344" cy="4826000"/>
          </a:xfrm>
          <a:prstGeom prst="rect">
            <a:avLst/>
          </a:prstGeom>
          <a:noFill/>
          <a:ln>
            <a:noFill/>
          </a:ln>
        </p:spPr>
        <p:txBody>
          <a:bodyPr spcFirstLastPara="1" wrap="square" lIns="91425" tIns="91425" rIns="91425" bIns="91425" anchor="t" anchorCtr="0">
            <a:noAutofit/>
          </a:bodyPr>
          <a:lstStyle>
            <a:lvl1pPr marL="457200" marR="0" lvl="0" indent="-330200" algn="l">
              <a:lnSpc>
                <a:spcPct val="90000"/>
              </a:lnSpc>
              <a:spcBef>
                <a:spcPts val="800"/>
              </a:spcBef>
              <a:spcAft>
                <a:spcPts val="0"/>
              </a:spcAft>
              <a:buClr>
                <a:schemeClr val="dk1"/>
              </a:buClr>
              <a:buSzPts val="1600"/>
              <a:buFont typeface="Arial"/>
              <a:buChar char="•"/>
              <a:defRPr sz="2133" b="0" i="0" u="none" strike="noStrike" cap="none">
                <a:solidFill>
                  <a:srgbClr val="00004C"/>
                </a:solidFill>
                <a:latin typeface="Arial"/>
                <a:ea typeface="Arial"/>
                <a:cs typeface="Arial"/>
                <a:sym typeface="Arial"/>
              </a:defRPr>
            </a:lvl1pPr>
            <a:lvl2pPr marL="914400" marR="0" lvl="1" indent="-317500" algn="l">
              <a:lnSpc>
                <a:spcPct val="90000"/>
              </a:lnSpc>
              <a:spcBef>
                <a:spcPts val="400"/>
              </a:spcBef>
              <a:spcAft>
                <a:spcPts val="0"/>
              </a:spcAft>
              <a:buClr>
                <a:schemeClr val="dk1"/>
              </a:buClr>
              <a:buSzPts val="1400"/>
              <a:buFont typeface="Arial"/>
              <a:buChar char="•"/>
              <a:defRPr sz="1867" b="0" i="0" u="none" strike="noStrike" cap="none">
                <a:solidFill>
                  <a:srgbClr val="00004C"/>
                </a:solidFill>
                <a:latin typeface="Arial"/>
                <a:ea typeface="Arial"/>
                <a:cs typeface="Arial"/>
                <a:sym typeface="Arial"/>
              </a:defRPr>
            </a:lvl2pPr>
            <a:lvl3pPr marL="1371600" marR="0" lvl="2" indent="-298450" algn="l">
              <a:lnSpc>
                <a:spcPct val="90000"/>
              </a:lnSpc>
              <a:spcBef>
                <a:spcPts val="400"/>
              </a:spcBef>
              <a:spcAft>
                <a:spcPts val="0"/>
              </a:spcAft>
              <a:buClr>
                <a:schemeClr val="dk1"/>
              </a:buClr>
              <a:buSzPts val="1100"/>
              <a:buFont typeface="Arial"/>
              <a:buChar char="•"/>
              <a:defRPr sz="1867" b="0" i="0" u="none" strike="noStrike" cap="none">
                <a:solidFill>
                  <a:srgbClr val="00004C"/>
                </a:solidFill>
                <a:latin typeface="Arial"/>
                <a:ea typeface="Arial"/>
                <a:cs typeface="Arial"/>
                <a:sym typeface="Arial"/>
              </a:defRPr>
            </a:lvl3pPr>
            <a:lvl4pPr marL="1828800" marR="0" lvl="3"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4pPr>
            <a:lvl5pPr marL="2286000" marR="0" lvl="4"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5pPr>
            <a:lvl6pPr marL="2743200" marR="0" lvl="5"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6pPr>
            <a:lvl7pPr marL="3200400" marR="0" lvl="6"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7pPr>
            <a:lvl8pPr marL="3657600" marR="0" lvl="7"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8pPr>
            <a:lvl9pPr marL="4114800" marR="0" lvl="8" indent="-292100" algn="l">
              <a:lnSpc>
                <a:spcPct val="90000"/>
              </a:lnSpc>
              <a:spcBef>
                <a:spcPts val="400"/>
              </a:spcBef>
              <a:spcAft>
                <a:spcPts val="0"/>
              </a:spcAft>
              <a:buClr>
                <a:schemeClr val="dk1"/>
              </a:buClr>
              <a:buSzPts val="1000"/>
              <a:buFont typeface="Arial"/>
              <a:buChar char="•"/>
              <a:defRPr sz="1333" b="0" i="0" u="none" strike="noStrike" cap="none">
                <a:solidFill>
                  <a:schemeClr val="dk1"/>
                </a:solidFill>
                <a:latin typeface="Calibri"/>
                <a:ea typeface="Calibri"/>
                <a:cs typeface="Calibri"/>
                <a:sym typeface="Calibri"/>
              </a:defRPr>
            </a:lvl9pPr>
          </a:lstStyle>
          <a:p>
            <a:endParaRPr dirty="0"/>
          </a:p>
        </p:txBody>
      </p:sp>
      <p:sp>
        <p:nvSpPr>
          <p:cNvPr id="69" name="Google Shape;69;p86"/>
          <p:cNvSpPr txBox="1">
            <a:spLocks noGrp="1"/>
          </p:cNvSpPr>
          <p:nvPr>
            <p:ph type="body" idx="3"/>
          </p:nvPr>
        </p:nvSpPr>
        <p:spPr>
          <a:xfrm>
            <a:off x="6195272" y="1000540"/>
            <a:ext cx="5603200" cy="490000"/>
          </a:xfrm>
          <a:prstGeom prst="rect">
            <a:avLst/>
          </a:prstGeom>
          <a:noFill/>
          <a:ln>
            <a:noFill/>
          </a:ln>
        </p:spPr>
        <p:txBody>
          <a:bodyPr spcFirstLastPara="1" wrap="square" lIns="91425" tIns="91425" rIns="91425" bIns="91425" anchor="b" anchorCtr="0">
            <a:noAutofit/>
          </a:bodyPr>
          <a:lstStyle>
            <a:lvl1pPr marL="457200" marR="0" lvl="0" indent="-228600" algn="ctr">
              <a:lnSpc>
                <a:spcPct val="90000"/>
              </a:lnSpc>
              <a:spcBef>
                <a:spcPts val="800"/>
              </a:spcBef>
              <a:spcAft>
                <a:spcPts val="0"/>
              </a:spcAft>
              <a:buClr>
                <a:schemeClr val="dk1"/>
              </a:buClr>
              <a:buSzPts val="1600"/>
              <a:buFont typeface="Arial"/>
              <a:buNone/>
              <a:defRPr sz="2133" b="1" i="0" u="none" strike="noStrike" cap="none">
                <a:solidFill>
                  <a:srgbClr val="00004C"/>
                </a:solidFill>
                <a:latin typeface="Arial"/>
                <a:ea typeface="Arial"/>
                <a:cs typeface="Arial"/>
                <a:sym typeface="Arial"/>
              </a:defRPr>
            </a:lvl1pPr>
            <a:lvl2pPr marL="914400" marR="0" lvl="1" indent="-228600" algn="l">
              <a:lnSpc>
                <a:spcPct val="90000"/>
              </a:lnSpc>
              <a:spcBef>
                <a:spcPts val="400"/>
              </a:spcBef>
              <a:spcAft>
                <a:spcPts val="0"/>
              </a:spcAft>
              <a:buClr>
                <a:schemeClr val="dk1"/>
              </a:buClr>
              <a:buSzPts val="1400"/>
              <a:buFont typeface="Arial"/>
              <a:buNone/>
              <a:defRPr sz="1467" b="1" i="0" u="none" strike="noStrike" cap="none">
                <a:solidFill>
                  <a:schemeClr val="dk1"/>
                </a:solidFill>
                <a:latin typeface="Calibri"/>
                <a:ea typeface="Calibri"/>
                <a:cs typeface="Calibri"/>
                <a:sym typeface="Calibri"/>
              </a:defRPr>
            </a:lvl2pPr>
            <a:lvl3pPr marL="1371600" marR="0" lvl="2" indent="-228600" algn="l">
              <a:lnSpc>
                <a:spcPct val="90000"/>
              </a:lnSpc>
              <a:spcBef>
                <a:spcPts val="400"/>
              </a:spcBef>
              <a:spcAft>
                <a:spcPts val="0"/>
              </a:spcAft>
              <a:buClr>
                <a:schemeClr val="dk1"/>
              </a:buClr>
              <a:buSzPts val="1100"/>
              <a:buFont typeface="Arial"/>
              <a:buNone/>
              <a:defRPr sz="1333" b="1" i="0" u="none" strike="noStrike" cap="none">
                <a:solidFill>
                  <a:schemeClr val="dk1"/>
                </a:solidFill>
                <a:latin typeface="Calibri"/>
                <a:ea typeface="Calibri"/>
                <a:cs typeface="Calibri"/>
                <a:sym typeface="Calibri"/>
              </a:defRPr>
            </a:lvl3pPr>
            <a:lvl4pPr marL="1828800" marR="0" lvl="3"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4pPr>
            <a:lvl5pPr marL="2286000" marR="0" lvl="4"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5pPr>
            <a:lvl6pPr marL="2743200" marR="0" lvl="5"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6pPr>
            <a:lvl7pPr marL="3200400" marR="0" lvl="6"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7pPr>
            <a:lvl8pPr marL="3657600" marR="0" lvl="7"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8pPr>
            <a:lvl9pPr marL="4114800" marR="0" lvl="8" indent="-228600" algn="l">
              <a:lnSpc>
                <a:spcPct val="90000"/>
              </a:lnSpc>
              <a:spcBef>
                <a:spcPts val="400"/>
              </a:spcBef>
              <a:spcAft>
                <a:spcPts val="0"/>
              </a:spcAft>
              <a:buClr>
                <a:schemeClr val="dk1"/>
              </a:buClr>
              <a:buSzPts val="1000"/>
              <a:buFont typeface="Arial"/>
              <a:buNone/>
              <a:defRPr sz="1200" b="1" i="0" u="none" strike="noStrike" cap="none">
                <a:solidFill>
                  <a:schemeClr val="dk1"/>
                </a:solidFill>
                <a:latin typeface="Calibri"/>
                <a:ea typeface="Calibri"/>
                <a:cs typeface="Calibri"/>
                <a:sym typeface="Calibri"/>
              </a:defRPr>
            </a:lvl9pPr>
          </a:lstStyle>
          <a:p>
            <a:endParaRPr/>
          </a:p>
        </p:txBody>
      </p:sp>
      <p:sp>
        <p:nvSpPr>
          <p:cNvPr id="70" name="Google Shape;70;p86"/>
          <p:cNvSpPr txBox="1">
            <a:spLocks noGrp="1"/>
          </p:cNvSpPr>
          <p:nvPr>
            <p:ph type="body" idx="4"/>
          </p:nvPr>
        </p:nvSpPr>
        <p:spPr>
          <a:xfrm>
            <a:off x="6199877" y="1582323"/>
            <a:ext cx="5598400" cy="4826000"/>
          </a:xfrm>
          <a:prstGeom prst="rect">
            <a:avLst/>
          </a:prstGeom>
          <a:noFill/>
          <a:ln>
            <a:noFill/>
          </a:ln>
        </p:spPr>
        <p:txBody>
          <a:bodyPr spcFirstLastPara="1" wrap="square" lIns="91425" tIns="91425" rIns="91425" bIns="91425" anchor="t" anchorCtr="0">
            <a:noAutofit/>
          </a:bodyPr>
          <a:lstStyle>
            <a:lvl1pPr marL="457200" marR="0" lvl="0" indent="-330200" algn="l">
              <a:lnSpc>
                <a:spcPct val="90000"/>
              </a:lnSpc>
              <a:spcBef>
                <a:spcPts val="800"/>
              </a:spcBef>
              <a:spcAft>
                <a:spcPts val="0"/>
              </a:spcAft>
              <a:buClr>
                <a:schemeClr val="dk1"/>
              </a:buClr>
              <a:buSzPts val="1600"/>
              <a:buFont typeface="Arial"/>
              <a:buChar char="•"/>
              <a:defRPr sz="2133" b="0" i="0" u="none" strike="noStrike" cap="none">
                <a:solidFill>
                  <a:srgbClr val="00004C"/>
                </a:solidFill>
                <a:latin typeface="Arial"/>
                <a:ea typeface="Arial"/>
                <a:cs typeface="Arial"/>
                <a:sym typeface="Arial"/>
              </a:defRPr>
            </a:lvl1pPr>
            <a:lvl2pPr marL="914400" marR="0" lvl="1" indent="-317500" algn="l">
              <a:lnSpc>
                <a:spcPct val="90000"/>
              </a:lnSpc>
              <a:spcBef>
                <a:spcPts val="400"/>
              </a:spcBef>
              <a:spcAft>
                <a:spcPts val="0"/>
              </a:spcAft>
              <a:buClr>
                <a:schemeClr val="dk1"/>
              </a:buClr>
              <a:buSzPts val="1400"/>
              <a:buFont typeface="Arial"/>
              <a:buChar char="•"/>
              <a:defRPr sz="1867" b="0" i="0" u="none" strike="noStrike" cap="none">
                <a:solidFill>
                  <a:srgbClr val="00004C"/>
                </a:solidFill>
                <a:latin typeface="Arial"/>
                <a:ea typeface="Arial"/>
                <a:cs typeface="Arial"/>
                <a:sym typeface="Arial"/>
              </a:defRPr>
            </a:lvl2pPr>
            <a:lvl3pPr marL="1371600" marR="0" lvl="2" indent="-298450" algn="l">
              <a:lnSpc>
                <a:spcPct val="90000"/>
              </a:lnSpc>
              <a:spcBef>
                <a:spcPts val="400"/>
              </a:spcBef>
              <a:spcAft>
                <a:spcPts val="0"/>
              </a:spcAft>
              <a:buClr>
                <a:schemeClr val="dk1"/>
              </a:buClr>
              <a:buSzPts val="1100"/>
              <a:buFont typeface="Arial"/>
              <a:buChar char="•"/>
              <a:defRPr sz="1867" b="0" i="0" u="none" strike="noStrike" cap="none">
                <a:solidFill>
                  <a:srgbClr val="00004C"/>
                </a:solidFill>
                <a:latin typeface="Arial"/>
                <a:ea typeface="Arial"/>
                <a:cs typeface="Arial"/>
                <a:sym typeface="Arial"/>
              </a:defRPr>
            </a:lvl3pPr>
            <a:lvl4pPr marL="1828800" marR="0" lvl="3"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4pPr>
            <a:lvl5pPr marL="2286000" marR="0" lvl="4"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5pPr>
            <a:lvl6pPr marL="2743200" marR="0" lvl="5"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6pPr>
            <a:lvl7pPr marL="3200400" marR="0" lvl="6"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7pPr>
            <a:lvl8pPr marL="3657600" marR="0" lvl="7" indent="-292100" algn="l">
              <a:lnSpc>
                <a:spcPct val="90000"/>
              </a:lnSpc>
              <a:spcBef>
                <a:spcPts val="400"/>
              </a:spcBef>
              <a:spcAft>
                <a:spcPts val="0"/>
              </a:spcAft>
              <a:buClr>
                <a:schemeClr val="dk1"/>
              </a:buClr>
              <a:buSzPts val="1000"/>
              <a:buFont typeface="Arial"/>
              <a:buChar char="•"/>
              <a:defRPr sz="1333" b="0" i="0" u="none" strike="noStrike" cap="none">
                <a:solidFill>
                  <a:srgbClr val="00004C"/>
                </a:solidFill>
                <a:latin typeface="Arial"/>
                <a:ea typeface="Arial"/>
                <a:cs typeface="Arial"/>
                <a:sym typeface="Arial"/>
              </a:defRPr>
            </a:lvl8pPr>
            <a:lvl9pPr marL="4114800" marR="0" lvl="8" indent="-292100" algn="l">
              <a:lnSpc>
                <a:spcPct val="90000"/>
              </a:lnSpc>
              <a:spcBef>
                <a:spcPts val="400"/>
              </a:spcBef>
              <a:spcAft>
                <a:spcPts val="0"/>
              </a:spcAft>
              <a:buClr>
                <a:schemeClr val="dk1"/>
              </a:buClr>
              <a:buSzPts val="1000"/>
              <a:buFont typeface="Arial"/>
              <a:buChar char="•"/>
              <a:defRPr sz="1333" b="0" i="0" u="none" strike="noStrike" cap="none">
                <a:solidFill>
                  <a:schemeClr val="dk1"/>
                </a:solidFill>
                <a:latin typeface="Calibri"/>
                <a:ea typeface="Calibri"/>
                <a:cs typeface="Calibri"/>
                <a:sym typeface="Calibri"/>
              </a:defRPr>
            </a:lvl9pPr>
          </a:lstStyle>
          <a:p>
            <a:endParaRPr dirty="0"/>
          </a:p>
        </p:txBody>
      </p:sp>
      <p:cxnSp>
        <p:nvCxnSpPr>
          <p:cNvPr id="71" name="Google Shape;71;p86"/>
          <p:cNvCxnSpPr/>
          <p:nvPr/>
        </p:nvCxnSpPr>
        <p:spPr>
          <a:xfrm>
            <a:off x="1141622" y="974035"/>
            <a:ext cx="10830241" cy="0"/>
          </a:xfrm>
          <a:prstGeom prst="straightConnector1">
            <a:avLst/>
          </a:prstGeom>
          <a:noFill/>
          <a:ln w="9525" cap="flat" cmpd="sng">
            <a:solidFill>
              <a:srgbClr val="BFBFBF"/>
            </a:solidFill>
            <a:prstDash val="solid"/>
            <a:miter lim="0"/>
            <a:headEnd type="none" w="sm" len="sm"/>
            <a:tailEnd type="none" w="sm" len="sm"/>
          </a:ln>
        </p:spPr>
      </p:cxnSp>
      <p:cxnSp>
        <p:nvCxnSpPr>
          <p:cNvPr id="72" name="Google Shape;72;p86"/>
          <p:cNvCxnSpPr/>
          <p:nvPr/>
        </p:nvCxnSpPr>
        <p:spPr>
          <a:xfrm>
            <a:off x="6095137" y="974035"/>
            <a:ext cx="800" cy="5382400"/>
          </a:xfrm>
          <a:prstGeom prst="straightConnector1">
            <a:avLst/>
          </a:prstGeom>
          <a:noFill/>
          <a:ln w="9525" cap="flat" cmpd="sng">
            <a:solidFill>
              <a:srgbClr val="BFBFBF"/>
            </a:solidFill>
            <a:prstDash val="solid"/>
            <a:miter lim="0"/>
            <a:headEnd type="none" w="sm" len="sm"/>
            <a:tailEnd type="none" w="sm" len="sm"/>
          </a:ln>
        </p:spPr>
      </p:cxnSp>
      <p:cxnSp>
        <p:nvCxnSpPr>
          <p:cNvPr id="73" name="Google Shape;73;p86"/>
          <p:cNvCxnSpPr/>
          <p:nvPr/>
        </p:nvCxnSpPr>
        <p:spPr>
          <a:xfrm>
            <a:off x="1141621" y="1504121"/>
            <a:ext cx="10830240" cy="0"/>
          </a:xfrm>
          <a:prstGeom prst="straightConnector1">
            <a:avLst/>
          </a:prstGeom>
          <a:noFill/>
          <a:ln w="9525" cap="flat" cmpd="sng">
            <a:solidFill>
              <a:srgbClr val="BFBFBF"/>
            </a:solidFill>
            <a:prstDash val="solid"/>
            <a:miter lim="0"/>
            <a:headEnd type="none" w="sm" len="sm"/>
            <a:tailEnd type="none" w="sm" len="sm"/>
          </a:ln>
        </p:spPr>
      </p:cxnSp>
      <p:sp>
        <p:nvSpPr>
          <p:cNvPr id="74" name="Google Shape;74;p86"/>
          <p:cNvSpPr txBox="1">
            <a:spLocks noGrp="1"/>
          </p:cNvSpPr>
          <p:nvPr>
            <p:ph type="title"/>
          </p:nvPr>
        </p:nvSpPr>
        <p:spPr>
          <a:xfrm>
            <a:off x="1141621" y="326173"/>
            <a:ext cx="10656656" cy="641072"/>
          </a:xfrm>
          <a:prstGeom prst="rect">
            <a:avLst/>
          </a:prstGeom>
          <a:noFill/>
          <a:ln>
            <a:noFill/>
          </a:ln>
        </p:spPr>
        <p:txBody>
          <a:bodyPr spcFirstLastPara="1" wrap="square" lIns="91425" tIns="91425" rIns="91425" bIns="91425" anchor="ctr" anchorCtr="0">
            <a:noAutofit/>
          </a:bodyPr>
          <a:lstStyle>
            <a:lvl1pPr marR="0" lvl="0" algn="l">
              <a:lnSpc>
                <a:spcPct val="90000"/>
              </a:lnSpc>
              <a:spcBef>
                <a:spcPts val="0"/>
              </a:spcBef>
              <a:spcAft>
                <a:spcPts val="0"/>
              </a:spcAft>
              <a:buClr>
                <a:schemeClr val="dk1"/>
              </a:buClr>
              <a:buSzPts val="1100"/>
              <a:buFont typeface="Arial"/>
              <a:buNone/>
              <a:defRPr sz="3400" b="1" i="0" u="none" strike="noStrike" cap="none">
                <a:solidFill>
                  <a:srgbClr val="00004C"/>
                </a:solidFill>
                <a:latin typeface="Arial"/>
                <a:ea typeface="Arial"/>
                <a:cs typeface="Arial"/>
                <a:sym typeface="Arial"/>
              </a:defRPr>
            </a:lvl1pPr>
            <a:lvl2pPr marR="0" lvl="1"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95"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75"/>
        <p:cNvGrpSpPr/>
        <p:nvPr/>
      </p:nvGrpSpPr>
      <p:grpSpPr>
        <a:xfrm>
          <a:off x="0" y="0"/>
          <a:ext cx="0" cy="0"/>
          <a:chOff x="0" y="0"/>
          <a:chExt cx="0" cy="0"/>
        </a:xfrm>
      </p:grpSpPr>
      <p:sp>
        <p:nvSpPr>
          <p:cNvPr id="76" name="Google Shape;76;p87"/>
          <p:cNvSpPr txBox="1">
            <a:spLocks noGrp="1"/>
          </p:cNvSpPr>
          <p:nvPr>
            <p:ph type="title"/>
          </p:nvPr>
        </p:nvSpPr>
        <p:spPr>
          <a:xfrm>
            <a:off x="1301577" y="458775"/>
            <a:ext cx="10467243" cy="684225"/>
          </a:xfrm>
          <a:prstGeom prst="rect">
            <a:avLst/>
          </a:prstGeom>
          <a:noFill/>
          <a:ln>
            <a:noFill/>
          </a:ln>
        </p:spPr>
        <p:txBody>
          <a:bodyPr spcFirstLastPara="1" wrap="square" lIns="91425" tIns="91425" rIns="91425" bIns="91425" anchor="b" anchorCtr="0">
            <a:noAutofit/>
          </a:bodyPr>
          <a:lstStyle>
            <a:lvl1pPr marR="0" lvl="0" algn="l">
              <a:lnSpc>
                <a:spcPct val="90000"/>
              </a:lnSpc>
              <a:spcBef>
                <a:spcPts val="0"/>
              </a:spcBef>
              <a:spcAft>
                <a:spcPts val="0"/>
              </a:spcAft>
              <a:buClr>
                <a:schemeClr val="dk1"/>
              </a:buClr>
              <a:buSzPts val="1100"/>
              <a:buFont typeface="Arial"/>
              <a:buNone/>
              <a:defRPr sz="3200" b="1" i="0" u="none" strike="noStrike" cap="none">
                <a:solidFill>
                  <a:srgbClr val="00004C"/>
                </a:solidFill>
                <a:latin typeface="Arial"/>
                <a:ea typeface="Arial"/>
                <a:cs typeface="Arial"/>
                <a:sym typeface="Arial"/>
              </a:defRPr>
            </a:lvl1pPr>
            <a:lvl2pPr marR="0" lvl="1"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77" name="Google Shape;77;p87"/>
          <p:cNvSpPr>
            <a:spLocks noGrp="1"/>
          </p:cNvSpPr>
          <p:nvPr>
            <p:ph type="pic" idx="2"/>
          </p:nvPr>
        </p:nvSpPr>
        <p:spPr>
          <a:xfrm>
            <a:off x="4666821" y="1142999"/>
            <a:ext cx="7102000" cy="5256025"/>
          </a:xfrm>
          <a:prstGeom prst="rect">
            <a:avLst/>
          </a:prstGeom>
          <a:noFill/>
          <a:ln>
            <a:noFill/>
          </a:ln>
        </p:spPr>
        <p:txBody>
          <a:bodyPr/>
          <a:lstStyle/>
          <a:p>
            <a:endParaRPr/>
          </a:p>
        </p:txBody>
      </p:sp>
      <p:sp>
        <p:nvSpPr>
          <p:cNvPr id="78" name="Google Shape;78;p87"/>
          <p:cNvSpPr txBox="1">
            <a:spLocks noGrp="1"/>
          </p:cNvSpPr>
          <p:nvPr>
            <p:ph type="body" idx="1"/>
          </p:nvPr>
        </p:nvSpPr>
        <p:spPr>
          <a:xfrm>
            <a:off x="1301578" y="1142999"/>
            <a:ext cx="3061420" cy="5256226"/>
          </a:xfrm>
          <a:prstGeom prst="rect">
            <a:avLst/>
          </a:prstGeom>
          <a:noFill/>
          <a:ln>
            <a:noFill/>
          </a:ln>
        </p:spPr>
        <p:txBody>
          <a:bodyPr spcFirstLastPara="1" wrap="square" lIns="91425" tIns="91425" rIns="91425" bIns="91425" anchor="t" anchorCtr="0">
            <a:noAutofit/>
          </a:bodyPr>
          <a:lstStyle>
            <a:lvl1pPr marL="457200" lvl="0" indent="-330200" algn="l">
              <a:lnSpc>
                <a:spcPct val="90000"/>
              </a:lnSpc>
              <a:spcBef>
                <a:spcPts val="600"/>
              </a:spcBef>
              <a:spcAft>
                <a:spcPts val="0"/>
              </a:spcAft>
              <a:buSzPts val="1600"/>
              <a:buChar char="•"/>
              <a:defRPr sz="1867">
                <a:solidFill>
                  <a:srgbClr val="00004C"/>
                </a:solidFill>
                <a:latin typeface="Arial"/>
                <a:ea typeface="Arial"/>
                <a:cs typeface="Arial"/>
                <a:sym typeface="Arial"/>
              </a:defRPr>
            </a:lvl1pPr>
            <a:lvl2pPr marL="914400" lvl="1" indent="-317500" algn="l">
              <a:lnSpc>
                <a:spcPct val="90000"/>
              </a:lnSpc>
              <a:spcBef>
                <a:spcPts val="300"/>
              </a:spcBef>
              <a:spcAft>
                <a:spcPts val="0"/>
              </a:spcAft>
              <a:buSzPts val="1400"/>
              <a:buChar char="•"/>
              <a:defRPr/>
            </a:lvl2pPr>
            <a:lvl3pPr marL="1371600" lvl="2" indent="-298450" algn="l">
              <a:lnSpc>
                <a:spcPct val="90000"/>
              </a:lnSpc>
              <a:spcBef>
                <a:spcPts val="300"/>
              </a:spcBef>
              <a:spcAft>
                <a:spcPts val="0"/>
              </a:spcAft>
              <a:buSzPts val="1100"/>
              <a:buChar char="•"/>
              <a:defRPr/>
            </a:lvl3pPr>
            <a:lvl4pPr marL="1828800" lvl="3" indent="-292100" algn="l">
              <a:lnSpc>
                <a:spcPct val="90000"/>
              </a:lnSpc>
              <a:spcBef>
                <a:spcPts val="300"/>
              </a:spcBef>
              <a:spcAft>
                <a:spcPts val="0"/>
              </a:spcAft>
              <a:buSzPts val="1000"/>
              <a:buChar char="•"/>
              <a:defRPr/>
            </a:lvl4pPr>
            <a:lvl5pPr marL="2286000" lvl="4" indent="-292100" algn="l">
              <a:lnSpc>
                <a:spcPct val="90000"/>
              </a:lnSpc>
              <a:spcBef>
                <a:spcPts val="300"/>
              </a:spcBef>
              <a:spcAft>
                <a:spcPts val="0"/>
              </a:spcAft>
              <a:buSzPts val="1000"/>
              <a:buChar char="•"/>
              <a:defRPr/>
            </a:lvl5pPr>
            <a:lvl6pPr marL="2743200" lvl="5" indent="-292100" algn="l">
              <a:lnSpc>
                <a:spcPct val="90000"/>
              </a:lnSpc>
              <a:spcBef>
                <a:spcPts val="300"/>
              </a:spcBef>
              <a:spcAft>
                <a:spcPts val="0"/>
              </a:spcAft>
              <a:buSzPts val="1000"/>
              <a:buChar char="•"/>
              <a:defRPr/>
            </a:lvl6pPr>
            <a:lvl7pPr marL="3200400" lvl="6" indent="-292100" algn="l">
              <a:lnSpc>
                <a:spcPct val="90000"/>
              </a:lnSpc>
              <a:spcBef>
                <a:spcPts val="300"/>
              </a:spcBef>
              <a:spcAft>
                <a:spcPts val="0"/>
              </a:spcAft>
              <a:buSzPts val="1000"/>
              <a:buChar char="•"/>
              <a:defRPr/>
            </a:lvl7pPr>
            <a:lvl8pPr marL="3657600" lvl="7" indent="-292100" algn="l">
              <a:lnSpc>
                <a:spcPct val="90000"/>
              </a:lnSpc>
              <a:spcBef>
                <a:spcPts val="300"/>
              </a:spcBef>
              <a:spcAft>
                <a:spcPts val="0"/>
              </a:spcAft>
              <a:buSzPts val="1000"/>
              <a:buChar char="•"/>
              <a:defRPr/>
            </a:lvl8pPr>
            <a:lvl9pPr marL="4114800" lvl="8" indent="-292100" algn="l">
              <a:lnSpc>
                <a:spcPct val="90000"/>
              </a:lnSpc>
              <a:spcBef>
                <a:spcPts val="300"/>
              </a:spcBef>
              <a:spcAft>
                <a:spcPts val="0"/>
              </a:spcAft>
              <a:buSzPts val="1000"/>
              <a:buChar char="•"/>
              <a:defRPr/>
            </a:lvl9pPr>
          </a:lstStyle>
          <a:p>
            <a:endParaRPr/>
          </a:p>
        </p:txBody>
      </p:sp>
      <p:sp>
        <p:nvSpPr>
          <p:cNvPr id="96"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11_Title Slide">
  <p:cSld name="11_Title Slide">
    <p:spTree>
      <p:nvGrpSpPr>
        <p:cNvPr id="1" name="Shape 79"/>
        <p:cNvGrpSpPr/>
        <p:nvPr/>
      </p:nvGrpSpPr>
      <p:grpSpPr>
        <a:xfrm>
          <a:off x="0" y="0"/>
          <a:ext cx="0" cy="0"/>
          <a:chOff x="0" y="0"/>
          <a:chExt cx="0" cy="0"/>
        </a:xfrm>
      </p:grpSpPr>
      <p:sp>
        <p:nvSpPr>
          <p:cNvPr id="80" name="Google Shape;80;p88"/>
          <p:cNvSpPr txBox="1">
            <a:spLocks noGrp="1"/>
          </p:cNvSpPr>
          <p:nvPr>
            <p:ph type="sldNum" idx="12"/>
          </p:nvPr>
        </p:nvSpPr>
        <p:spPr>
          <a:xfrm>
            <a:off x="8737600" y="6356351"/>
            <a:ext cx="2844800" cy="3652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81"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Master Use">
  <p:cSld name="Master Use">
    <p:spTree>
      <p:nvGrpSpPr>
        <p:cNvPr id="1" name="Shape 82"/>
        <p:cNvGrpSpPr/>
        <p:nvPr/>
      </p:nvGrpSpPr>
      <p:grpSpPr>
        <a:xfrm>
          <a:off x="0" y="0"/>
          <a:ext cx="0" cy="0"/>
          <a:chOff x="0" y="0"/>
          <a:chExt cx="0" cy="0"/>
        </a:xfrm>
      </p:grpSpPr>
      <p:sp>
        <p:nvSpPr>
          <p:cNvPr id="83" name="Google Shape;83;p89"/>
          <p:cNvSpPr txBox="1">
            <a:spLocks noGrp="1"/>
          </p:cNvSpPr>
          <p:nvPr>
            <p:ph type="title"/>
          </p:nvPr>
        </p:nvSpPr>
        <p:spPr>
          <a:xfrm>
            <a:off x="1278542" y="429225"/>
            <a:ext cx="10898083" cy="580200"/>
          </a:xfrm>
          <a:prstGeom prst="rect">
            <a:avLst/>
          </a:prstGeom>
          <a:noFill/>
          <a:ln>
            <a:noFill/>
          </a:ln>
        </p:spPr>
        <p:txBody>
          <a:bodyPr spcFirstLastPara="1" wrap="square" lIns="91425" tIns="91425" rIns="91425" bIns="91425" anchor="ctr" anchorCtr="0">
            <a:noAutofit/>
          </a:bodyPr>
          <a:lstStyle>
            <a:lvl1pPr marR="0" lvl="0">
              <a:lnSpc>
                <a:spcPct val="90000"/>
              </a:lnSpc>
              <a:spcBef>
                <a:spcPts val="0"/>
              </a:spcBef>
              <a:spcAft>
                <a:spcPts val="0"/>
              </a:spcAft>
              <a:buClr>
                <a:schemeClr val="dk1"/>
              </a:buClr>
              <a:buSzPts val="1100"/>
              <a:buFont typeface="Arial"/>
              <a:buNone/>
              <a:defRPr sz="3400" b="1" i="0" u="none" strike="noStrike" cap="none">
                <a:solidFill>
                  <a:srgbClr val="00004C"/>
                </a:solidFill>
                <a:latin typeface="Arial"/>
                <a:ea typeface="Arial"/>
                <a:cs typeface="Arial"/>
                <a:sym typeface="Arial"/>
              </a:defRPr>
            </a:lvl1pPr>
            <a:lvl2pPr marR="0" lvl="1">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97"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 and Content">
  <p:cSld name="1_Title and Content 3">
    <p:spTree>
      <p:nvGrpSpPr>
        <p:cNvPr id="1" name="Shape 84"/>
        <p:cNvGrpSpPr/>
        <p:nvPr/>
      </p:nvGrpSpPr>
      <p:grpSpPr>
        <a:xfrm>
          <a:off x="0" y="0"/>
          <a:ext cx="0" cy="0"/>
          <a:chOff x="0" y="0"/>
          <a:chExt cx="0" cy="0"/>
        </a:xfrm>
      </p:grpSpPr>
      <p:sp>
        <p:nvSpPr>
          <p:cNvPr id="85" name="Google Shape;85;p90"/>
          <p:cNvSpPr txBox="1">
            <a:spLocks noGrp="1"/>
          </p:cNvSpPr>
          <p:nvPr>
            <p:ph type="body" idx="1"/>
          </p:nvPr>
        </p:nvSpPr>
        <p:spPr>
          <a:xfrm>
            <a:off x="1510029" y="1188720"/>
            <a:ext cx="10361372" cy="5131633"/>
          </a:xfrm>
          <a:prstGeom prst="rect">
            <a:avLst/>
          </a:prstGeom>
          <a:noFill/>
          <a:ln>
            <a:noFill/>
          </a:ln>
        </p:spPr>
        <p:txBody>
          <a:bodyPr spcFirstLastPara="1" wrap="square" lIns="91425" tIns="91425" rIns="91425" bIns="91425" anchor="t" anchorCtr="0">
            <a:noAutofit/>
          </a:bodyPr>
          <a:lstStyle>
            <a:lvl1pPr marL="457200" marR="0" lvl="0" indent="-330200" algn="l">
              <a:lnSpc>
                <a:spcPct val="90000"/>
              </a:lnSpc>
              <a:spcBef>
                <a:spcPts val="800"/>
              </a:spcBef>
              <a:spcAft>
                <a:spcPts val="0"/>
              </a:spcAft>
              <a:buClr>
                <a:schemeClr val="dk1"/>
              </a:buClr>
              <a:buSzPts val="1600"/>
              <a:buFont typeface="Arial"/>
              <a:buChar char="•"/>
              <a:defRPr sz="2600" b="0" i="0" u="none" strike="noStrike" cap="none">
                <a:solidFill>
                  <a:srgbClr val="00004C"/>
                </a:solidFill>
                <a:latin typeface="Arial"/>
                <a:ea typeface="Arial"/>
                <a:cs typeface="Arial"/>
                <a:sym typeface="Arial"/>
              </a:defRPr>
            </a:lvl1pPr>
            <a:lvl2pPr marL="914400" marR="0" lvl="1" indent="-317500" algn="l">
              <a:lnSpc>
                <a:spcPct val="90000"/>
              </a:lnSpc>
              <a:spcBef>
                <a:spcPts val="400"/>
              </a:spcBef>
              <a:spcAft>
                <a:spcPts val="0"/>
              </a:spcAft>
              <a:buClr>
                <a:schemeClr val="dk1"/>
              </a:buClr>
              <a:buSzPts val="1400"/>
              <a:buFont typeface="Arial"/>
              <a:buChar char="•"/>
              <a:defRPr sz="2100" b="0" i="0" u="none" strike="noStrike" cap="none">
                <a:solidFill>
                  <a:schemeClr val="dk1"/>
                </a:solidFill>
                <a:latin typeface="Arial"/>
                <a:ea typeface="Arial"/>
                <a:cs typeface="Arial"/>
                <a:sym typeface="Arial"/>
              </a:defRPr>
            </a:lvl2pPr>
            <a:lvl3pPr marL="1371600" marR="0" lvl="2" indent="-298450" algn="l">
              <a:lnSpc>
                <a:spcPct val="90000"/>
              </a:lnSpc>
              <a:spcBef>
                <a:spcPts val="400"/>
              </a:spcBef>
              <a:spcAft>
                <a:spcPts val="0"/>
              </a:spcAft>
              <a:buClr>
                <a:schemeClr val="dk1"/>
              </a:buClr>
              <a:buSzPts val="1100"/>
              <a:buFont typeface="Arial"/>
              <a:buChar char="•"/>
              <a:defRPr sz="1867" b="0" i="0" u="none" strike="noStrike" cap="none">
                <a:solidFill>
                  <a:schemeClr val="dk1"/>
                </a:solidFill>
                <a:latin typeface="Arial"/>
                <a:ea typeface="Arial"/>
                <a:cs typeface="Arial"/>
                <a:sym typeface="Arial"/>
              </a:defRPr>
            </a:lvl3pPr>
            <a:lvl4pPr marL="1828800" marR="0" lvl="3" indent="-292100" algn="l">
              <a:lnSpc>
                <a:spcPct val="90000"/>
              </a:lnSpc>
              <a:spcBef>
                <a:spcPts val="400"/>
              </a:spcBef>
              <a:spcAft>
                <a:spcPts val="0"/>
              </a:spcAft>
              <a:buClr>
                <a:schemeClr val="dk1"/>
              </a:buClr>
              <a:buSzPts val="1000"/>
              <a:buFont typeface="Arial"/>
              <a:buChar char="•"/>
              <a:defRPr sz="1800" b="0" i="0" u="none" strike="noStrike" cap="none">
                <a:solidFill>
                  <a:schemeClr val="dk1"/>
                </a:solidFill>
                <a:latin typeface="Arial"/>
                <a:ea typeface="Arial"/>
                <a:cs typeface="Arial"/>
                <a:sym typeface="Arial"/>
              </a:defRPr>
            </a:lvl4pPr>
            <a:lvl5pPr marL="2286000" marR="0" lvl="4"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5pPr>
            <a:lvl6pPr marL="2743200" marR="0" lvl="5"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Calibri"/>
                <a:ea typeface="Calibri"/>
                <a:cs typeface="Calibri"/>
                <a:sym typeface="Calibri"/>
              </a:defRPr>
            </a:lvl6pPr>
            <a:lvl7pPr marL="3200400" marR="0" lvl="6"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7pPr>
            <a:lvl8pPr marL="3657600" marR="0" lvl="7"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8pPr>
            <a:lvl9pPr marL="4114800" marR="0" lvl="8" indent="-292100" algn="l">
              <a:lnSpc>
                <a:spcPct val="90000"/>
              </a:lnSpc>
              <a:spcBef>
                <a:spcPts val="400"/>
              </a:spcBef>
              <a:spcAft>
                <a:spcPts val="0"/>
              </a:spcAft>
              <a:buClr>
                <a:schemeClr val="dk1"/>
              </a:buClr>
              <a:buSzPts val="1000"/>
              <a:buFont typeface="Arial"/>
              <a:buChar char="•"/>
              <a:defRPr sz="1867" b="0" i="0" u="none" strike="noStrike" cap="none">
                <a:solidFill>
                  <a:schemeClr val="dk1"/>
                </a:solidFill>
                <a:latin typeface="Arial"/>
                <a:ea typeface="Arial"/>
                <a:cs typeface="Arial"/>
                <a:sym typeface="Arial"/>
              </a:defRPr>
            </a:lvl9pPr>
          </a:lstStyle>
          <a:p>
            <a:endParaRPr/>
          </a:p>
        </p:txBody>
      </p:sp>
      <p:sp>
        <p:nvSpPr>
          <p:cNvPr id="86" name="Google Shape;86;p90"/>
          <p:cNvSpPr txBox="1"/>
          <p:nvPr/>
        </p:nvSpPr>
        <p:spPr>
          <a:xfrm>
            <a:off x="3657600" y="6553201"/>
            <a:ext cx="4876800" cy="2464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800"/>
              <a:buFont typeface="Arial"/>
              <a:buNone/>
            </a:pPr>
            <a:endParaRPr sz="1067" b="0" i="0" u="none" strike="noStrike" cap="none">
              <a:solidFill>
                <a:srgbClr val="ED7D31"/>
              </a:solidFill>
              <a:latin typeface="Calibri"/>
              <a:ea typeface="Calibri"/>
              <a:cs typeface="Calibri"/>
              <a:sym typeface="Calibri"/>
            </a:endParaRPr>
          </a:p>
        </p:txBody>
      </p:sp>
      <p:sp>
        <p:nvSpPr>
          <p:cNvPr id="87" name="Google Shape;87;p90"/>
          <p:cNvSpPr txBox="1"/>
          <p:nvPr/>
        </p:nvSpPr>
        <p:spPr>
          <a:xfrm>
            <a:off x="3657600" y="0"/>
            <a:ext cx="4876800" cy="246400"/>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rgbClr val="000000"/>
              </a:buClr>
              <a:buSzPts val="800"/>
              <a:buFont typeface="Arial"/>
              <a:buNone/>
            </a:pPr>
            <a:endParaRPr sz="1067" b="0" i="0" u="none" strike="noStrike" cap="none">
              <a:solidFill>
                <a:srgbClr val="ED7D31"/>
              </a:solidFill>
              <a:latin typeface="Calibri"/>
              <a:ea typeface="Calibri"/>
              <a:cs typeface="Calibri"/>
              <a:sym typeface="Calibri"/>
            </a:endParaRPr>
          </a:p>
        </p:txBody>
      </p:sp>
      <p:sp>
        <p:nvSpPr>
          <p:cNvPr id="88" name="Google Shape;88;p90"/>
          <p:cNvSpPr txBox="1">
            <a:spLocks noGrp="1"/>
          </p:cNvSpPr>
          <p:nvPr>
            <p:ph type="title"/>
          </p:nvPr>
        </p:nvSpPr>
        <p:spPr>
          <a:xfrm>
            <a:off x="1510029" y="429225"/>
            <a:ext cx="10666596" cy="580200"/>
          </a:xfrm>
          <a:prstGeom prst="rect">
            <a:avLst/>
          </a:prstGeom>
          <a:noFill/>
          <a:ln>
            <a:noFill/>
          </a:ln>
        </p:spPr>
        <p:txBody>
          <a:bodyPr spcFirstLastPara="1" wrap="square" lIns="91425" tIns="91425" rIns="91425" bIns="91425" anchor="ctr" anchorCtr="0">
            <a:noAutofit/>
          </a:bodyPr>
          <a:lstStyle>
            <a:lvl1pPr marR="0" lvl="0">
              <a:lnSpc>
                <a:spcPct val="90000"/>
              </a:lnSpc>
              <a:spcBef>
                <a:spcPts val="0"/>
              </a:spcBef>
              <a:spcAft>
                <a:spcPts val="0"/>
              </a:spcAft>
              <a:buClr>
                <a:schemeClr val="dk1"/>
              </a:buClr>
              <a:buSzPts val="1100"/>
              <a:buFont typeface="Arial"/>
              <a:buNone/>
              <a:defRPr sz="3400" b="1" i="0" u="none" strike="noStrike" cap="none">
                <a:solidFill>
                  <a:srgbClr val="00004C"/>
                </a:solidFill>
                <a:latin typeface="Arial"/>
                <a:ea typeface="Arial"/>
                <a:cs typeface="Arial"/>
                <a:sym typeface="Arial"/>
              </a:defRPr>
            </a:lvl1pPr>
            <a:lvl2pPr marR="0" lvl="1">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2pPr>
            <a:lvl3pPr marR="0" lvl="2">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3pPr>
            <a:lvl4pPr marR="0" lvl="3">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4pPr>
            <a:lvl5pPr marR="0" lvl="4">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5pPr>
            <a:lvl6pPr marR="0" lvl="5">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6pPr>
            <a:lvl7pPr marR="0" lvl="6">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7pPr>
            <a:lvl8pPr marR="0" lvl="7">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8pPr>
            <a:lvl9pPr marR="0" lvl="8">
              <a:lnSpc>
                <a:spcPct val="100000"/>
              </a:lnSpc>
              <a:spcBef>
                <a:spcPts val="0"/>
              </a:spcBef>
              <a:spcAft>
                <a:spcPts val="0"/>
              </a:spcAft>
              <a:buClr>
                <a:srgbClr val="000000"/>
              </a:buClr>
              <a:buSzPts val="11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98" name="Disclaime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g"/><Relationship Id="rId14" Type="http://schemas.openxmlformats.org/officeDocument/2006/relationships/image" Target="../media/image2.png"/><Relationship Id="rId15"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78"/>
          <p:cNvSpPr/>
          <p:nvPr/>
        </p:nvSpPr>
        <p:spPr>
          <a:xfrm>
            <a:off x="-1" y="-20168"/>
            <a:ext cx="12192000" cy="263700"/>
          </a:xfrm>
          <a:prstGeom prst="rect">
            <a:avLst/>
          </a:prstGeom>
          <a:solidFill>
            <a:schemeClr val="dk1"/>
          </a:solidFill>
          <a:ln>
            <a:noFill/>
          </a:ln>
          <a:effectLst>
            <a:outerShdw blurRad="40000" dist="20000" dir="5400000" rotWithShape="0">
              <a:srgbClr val="000000">
                <a:alpha val="38039"/>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lt1"/>
              </a:solidFill>
              <a:latin typeface="Arial"/>
              <a:ea typeface="Arial"/>
              <a:cs typeface="Arial"/>
              <a:sym typeface="Arial"/>
            </a:endParaRPr>
          </a:p>
        </p:txBody>
      </p:sp>
      <p:sp>
        <p:nvSpPr>
          <p:cNvPr id="11" name="Google Shape;11;p78"/>
          <p:cNvSpPr/>
          <p:nvPr/>
        </p:nvSpPr>
        <p:spPr>
          <a:xfrm>
            <a:off x="1" y="243443"/>
            <a:ext cx="1128108" cy="6614557"/>
          </a:xfrm>
          <a:prstGeom prst="rect">
            <a:avLst/>
          </a:prstGeom>
          <a:solidFill>
            <a:schemeClr val="dk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lt1"/>
              </a:solidFill>
              <a:latin typeface="Arial"/>
              <a:ea typeface="Arial"/>
              <a:cs typeface="Arial"/>
              <a:sym typeface="Arial"/>
            </a:endParaRPr>
          </a:p>
        </p:txBody>
      </p:sp>
      <p:sp>
        <p:nvSpPr>
          <p:cNvPr id="12" name="Google Shape;12;p78"/>
          <p:cNvSpPr txBox="1">
            <a:spLocks noGrp="1"/>
          </p:cNvSpPr>
          <p:nvPr>
            <p:ph type="title"/>
          </p:nvPr>
        </p:nvSpPr>
        <p:spPr>
          <a:xfrm>
            <a:off x="1189403" y="646322"/>
            <a:ext cx="10682000" cy="579876"/>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rgbClr val="000000"/>
              </a:buClr>
              <a:buSzPts val="1100"/>
              <a:buFont typeface="Arial"/>
              <a:buNone/>
              <a:defRPr sz="1600" b="1"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rgbClr val="000000"/>
                </a:solidFill>
                <a:latin typeface="Arial"/>
                <a:ea typeface="Arial"/>
                <a:cs typeface="Arial"/>
                <a:sym typeface="Arial"/>
              </a:defRPr>
            </a:lvl9pPr>
          </a:lstStyle>
          <a:p>
            <a:endParaRPr/>
          </a:p>
        </p:txBody>
      </p:sp>
      <p:sp>
        <p:nvSpPr>
          <p:cNvPr id="13" name="Google Shape;13;p78"/>
          <p:cNvSpPr txBox="1">
            <a:spLocks noGrp="1"/>
          </p:cNvSpPr>
          <p:nvPr>
            <p:ph type="body" idx="1"/>
          </p:nvPr>
        </p:nvSpPr>
        <p:spPr>
          <a:xfrm>
            <a:off x="1189401" y="1384879"/>
            <a:ext cx="10682000" cy="4858013"/>
          </a:xfrm>
          <a:prstGeom prst="rect">
            <a:avLst/>
          </a:prstGeom>
          <a:noFill/>
          <a:ln>
            <a:noFill/>
          </a:ln>
        </p:spPr>
        <p:txBody>
          <a:bodyPr spcFirstLastPara="1" wrap="square" lIns="91425" tIns="91425" rIns="91425" bIns="91425" anchor="t" anchorCtr="0">
            <a:noAutofit/>
          </a:bodyPr>
          <a:lstStyle>
            <a:lvl1pPr marL="457200" marR="0" lvl="0" indent="-330200" algn="l" rtl="0">
              <a:lnSpc>
                <a:spcPct val="90000"/>
              </a:lnSpc>
              <a:spcBef>
                <a:spcPts val="600"/>
              </a:spcBef>
              <a:spcAft>
                <a:spcPts val="0"/>
              </a:spcAft>
              <a:buClr>
                <a:srgbClr val="000000"/>
              </a:buClr>
              <a:buSzPts val="1600"/>
              <a:buFont typeface="Arial"/>
              <a:buChar char="•"/>
              <a:defRPr sz="1600" b="0" i="0" u="none" strike="noStrike" cap="none">
                <a:solidFill>
                  <a:srgbClr val="000000"/>
                </a:solidFill>
                <a:latin typeface="Arial"/>
                <a:ea typeface="Arial"/>
                <a:cs typeface="Arial"/>
                <a:sym typeface="Arial"/>
              </a:defRPr>
            </a:lvl1pPr>
            <a:lvl2pPr marL="914400" marR="0" lvl="1" indent="-317500" algn="l" rtl="0">
              <a:lnSpc>
                <a:spcPct val="90000"/>
              </a:lnSpc>
              <a:spcBef>
                <a:spcPts val="300"/>
              </a:spcBef>
              <a:spcAft>
                <a:spcPts val="0"/>
              </a:spcAft>
              <a:buClr>
                <a:srgbClr val="000000"/>
              </a:buClr>
              <a:buSzPts val="1400"/>
              <a:buFont typeface="Arial"/>
              <a:buChar char="•"/>
              <a:defRPr sz="1400" b="0" i="0" u="none" strike="noStrike" cap="none">
                <a:solidFill>
                  <a:srgbClr val="000000"/>
                </a:solidFill>
                <a:latin typeface="Arial"/>
                <a:ea typeface="Arial"/>
                <a:cs typeface="Arial"/>
                <a:sym typeface="Arial"/>
              </a:defRPr>
            </a:lvl2pPr>
            <a:lvl3pPr marL="1371600" marR="0" lvl="2" indent="-298450" algn="l" rtl="0">
              <a:lnSpc>
                <a:spcPct val="90000"/>
              </a:lnSpc>
              <a:spcBef>
                <a:spcPts val="30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2100" algn="l" rtl="0">
              <a:lnSpc>
                <a:spcPct val="90000"/>
              </a:lnSpc>
              <a:spcBef>
                <a:spcPts val="300"/>
              </a:spcBef>
              <a:spcAft>
                <a:spcPts val="0"/>
              </a:spcAft>
              <a:buClr>
                <a:srgbClr val="000000"/>
              </a:buClr>
              <a:buSzPts val="1000"/>
              <a:buFont typeface="Arial"/>
              <a:buChar char="•"/>
              <a:defRPr sz="1000" b="0" i="0" u="none" strike="noStrike" cap="none">
                <a:solidFill>
                  <a:srgbClr val="000000"/>
                </a:solidFill>
                <a:latin typeface="Arial"/>
                <a:ea typeface="Arial"/>
                <a:cs typeface="Arial"/>
                <a:sym typeface="Arial"/>
              </a:defRPr>
            </a:lvl4pPr>
            <a:lvl5pPr marL="2286000" marR="0" lvl="4" indent="-292100" algn="l" rtl="0">
              <a:lnSpc>
                <a:spcPct val="90000"/>
              </a:lnSpc>
              <a:spcBef>
                <a:spcPts val="300"/>
              </a:spcBef>
              <a:spcAft>
                <a:spcPts val="0"/>
              </a:spcAft>
              <a:buClr>
                <a:srgbClr val="000000"/>
              </a:buClr>
              <a:buSzPts val="1000"/>
              <a:buFont typeface="Arial"/>
              <a:buChar char="•"/>
              <a:defRPr sz="1000" b="0" i="0" u="none" strike="noStrike" cap="none">
                <a:solidFill>
                  <a:srgbClr val="000000"/>
                </a:solidFill>
                <a:latin typeface="Arial"/>
                <a:ea typeface="Arial"/>
                <a:cs typeface="Arial"/>
                <a:sym typeface="Arial"/>
              </a:defRPr>
            </a:lvl5pPr>
            <a:lvl6pPr marL="2743200" marR="0" lvl="5" indent="-292100" algn="l" rtl="0">
              <a:lnSpc>
                <a:spcPct val="90000"/>
              </a:lnSpc>
              <a:spcBef>
                <a:spcPts val="300"/>
              </a:spcBef>
              <a:spcAft>
                <a:spcPts val="0"/>
              </a:spcAft>
              <a:buClr>
                <a:srgbClr val="000000"/>
              </a:buClr>
              <a:buSzPts val="1000"/>
              <a:buFont typeface="Arial"/>
              <a:buChar char="•"/>
              <a:defRPr sz="1000" b="0" i="0" u="none" strike="noStrike" cap="none">
                <a:solidFill>
                  <a:srgbClr val="000000"/>
                </a:solidFill>
                <a:latin typeface="Arial"/>
                <a:ea typeface="Arial"/>
                <a:cs typeface="Arial"/>
                <a:sym typeface="Arial"/>
              </a:defRPr>
            </a:lvl6pPr>
            <a:lvl7pPr marL="3200400" marR="0" lvl="6" indent="-292100" algn="l" rtl="0">
              <a:lnSpc>
                <a:spcPct val="90000"/>
              </a:lnSpc>
              <a:spcBef>
                <a:spcPts val="300"/>
              </a:spcBef>
              <a:spcAft>
                <a:spcPts val="0"/>
              </a:spcAft>
              <a:buClr>
                <a:srgbClr val="000000"/>
              </a:buClr>
              <a:buSzPts val="1000"/>
              <a:buFont typeface="Arial"/>
              <a:buChar char="•"/>
              <a:defRPr sz="1000" b="0" i="0" u="none" strike="noStrike" cap="none">
                <a:solidFill>
                  <a:srgbClr val="000000"/>
                </a:solidFill>
                <a:latin typeface="Arial"/>
                <a:ea typeface="Arial"/>
                <a:cs typeface="Arial"/>
                <a:sym typeface="Arial"/>
              </a:defRPr>
            </a:lvl7pPr>
            <a:lvl8pPr marL="3657600" marR="0" lvl="7" indent="-292100" algn="l" rtl="0">
              <a:lnSpc>
                <a:spcPct val="90000"/>
              </a:lnSpc>
              <a:spcBef>
                <a:spcPts val="300"/>
              </a:spcBef>
              <a:spcAft>
                <a:spcPts val="0"/>
              </a:spcAft>
              <a:buClr>
                <a:srgbClr val="000000"/>
              </a:buClr>
              <a:buSzPts val="1000"/>
              <a:buFont typeface="Arial"/>
              <a:buChar char="•"/>
              <a:defRPr sz="1000" b="0" i="0" u="none" strike="noStrike" cap="none">
                <a:solidFill>
                  <a:srgbClr val="000000"/>
                </a:solidFill>
                <a:latin typeface="Arial"/>
                <a:ea typeface="Arial"/>
                <a:cs typeface="Arial"/>
                <a:sym typeface="Arial"/>
              </a:defRPr>
            </a:lvl8pPr>
            <a:lvl9pPr marL="4114800" marR="0" lvl="8" indent="-292100" algn="l" rtl="0">
              <a:lnSpc>
                <a:spcPct val="90000"/>
              </a:lnSpc>
              <a:spcBef>
                <a:spcPts val="300"/>
              </a:spcBef>
              <a:spcAft>
                <a:spcPts val="0"/>
              </a:spcAft>
              <a:buClr>
                <a:srgbClr val="000000"/>
              </a:buClr>
              <a:buSzPts val="1000"/>
              <a:buFont typeface="Arial"/>
              <a:buChar char="•"/>
              <a:defRPr sz="1000" b="0" i="0" u="none" strike="noStrike" cap="none">
                <a:solidFill>
                  <a:srgbClr val="000000"/>
                </a:solidFill>
                <a:latin typeface="Arial"/>
                <a:ea typeface="Arial"/>
                <a:cs typeface="Arial"/>
                <a:sym typeface="Arial"/>
              </a:defRPr>
            </a:lvl9pPr>
          </a:lstStyle>
          <a:p>
            <a:endParaRPr/>
          </a:p>
        </p:txBody>
      </p:sp>
      <p:sp>
        <p:nvSpPr>
          <p:cNvPr id="14" name="Google Shape;14;p78"/>
          <p:cNvSpPr txBox="1">
            <a:spLocks noGrp="1"/>
          </p:cNvSpPr>
          <p:nvPr>
            <p:ph type="sldNum" idx="12"/>
          </p:nvPr>
        </p:nvSpPr>
        <p:spPr>
          <a:xfrm>
            <a:off x="10058399" y="6641435"/>
            <a:ext cx="2133600" cy="224800"/>
          </a:xfrm>
          <a:prstGeom prst="rect">
            <a:avLst/>
          </a:prstGeom>
          <a:noFill/>
          <a:ln>
            <a:noFill/>
          </a:ln>
        </p:spPr>
        <p:txBody>
          <a:bodyPr spcFirstLastPara="1" wrap="square" lIns="68575" tIns="34275" rIns="68575" bIns="34275" anchor="ctr" anchorCtr="0">
            <a:noAutofit/>
          </a:bodyPr>
          <a:lstStyle>
            <a:lvl1pPr marL="0" marR="0" lvl="0"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600"/>
              <a:buFont typeface="Arial"/>
              <a:buNone/>
              <a:defRPr sz="8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
        <p:nvSpPr>
          <p:cNvPr id="15" name="Google Shape;15;p78"/>
          <p:cNvSpPr/>
          <p:nvPr/>
        </p:nvSpPr>
        <p:spPr>
          <a:xfrm>
            <a:off x="-2" y="6594389"/>
            <a:ext cx="12191999" cy="263611"/>
          </a:xfrm>
          <a:prstGeom prst="rect">
            <a:avLst/>
          </a:prstGeom>
          <a:solidFill>
            <a:schemeClr val="dk1"/>
          </a:solidFill>
          <a:ln>
            <a:noFill/>
          </a:ln>
          <a:effectLst>
            <a:outerShdw blurRad="40000" dist="20000" dir="5400000" rotWithShape="0">
              <a:srgbClr val="000000">
                <a:alpha val="38039"/>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lt1"/>
              </a:solidFill>
              <a:latin typeface="Arial"/>
              <a:ea typeface="Arial"/>
              <a:cs typeface="Arial"/>
              <a:sym typeface="Arial"/>
            </a:endParaRPr>
          </a:p>
        </p:txBody>
      </p:sp>
      <p:grpSp>
        <p:nvGrpSpPr>
          <p:cNvPr id="16" name="Google Shape;16;p78"/>
          <p:cNvGrpSpPr/>
          <p:nvPr/>
        </p:nvGrpSpPr>
        <p:grpSpPr>
          <a:xfrm>
            <a:off x="254537" y="37012"/>
            <a:ext cx="4123292" cy="140365"/>
            <a:chOff x="5526083" y="4992009"/>
            <a:chExt cx="3092469" cy="105274"/>
          </a:xfrm>
        </p:grpSpPr>
        <p:sp>
          <p:nvSpPr>
            <p:cNvPr id="17" name="Google Shape;17;p78"/>
            <p:cNvSpPr/>
            <p:nvPr/>
          </p:nvSpPr>
          <p:spPr>
            <a:xfrm>
              <a:off x="8339152"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18" name="Google Shape;18;p78"/>
            <p:cNvSpPr/>
            <p:nvPr/>
          </p:nvSpPr>
          <p:spPr>
            <a:xfrm>
              <a:off x="8059751"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19" name="Google Shape;19;p78"/>
            <p:cNvSpPr/>
            <p:nvPr/>
          </p:nvSpPr>
          <p:spPr>
            <a:xfrm>
              <a:off x="7773998"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20" name="Google Shape;20;p78"/>
            <p:cNvSpPr/>
            <p:nvPr/>
          </p:nvSpPr>
          <p:spPr>
            <a:xfrm>
              <a:off x="7494596"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21" name="Google Shape;21;p78"/>
            <p:cNvSpPr/>
            <p:nvPr/>
          </p:nvSpPr>
          <p:spPr>
            <a:xfrm>
              <a:off x="7215195"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22" name="Google Shape;22;p78"/>
            <p:cNvSpPr/>
            <p:nvPr/>
          </p:nvSpPr>
          <p:spPr>
            <a:xfrm>
              <a:off x="6929442"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23" name="Google Shape;23;p78"/>
            <p:cNvSpPr/>
            <p:nvPr/>
          </p:nvSpPr>
          <p:spPr>
            <a:xfrm>
              <a:off x="6650040"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24" name="Google Shape;24;p78"/>
            <p:cNvSpPr/>
            <p:nvPr/>
          </p:nvSpPr>
          <p:spPr>
            <a:xfrm>
              <a:off x="6370639"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25" name="Google Shape;25;p78"/>
            <p:cNvSpPr/>
            <p:nvPr/>
          </p:nvSpPr>
          <p:spPr>
            <a:xfrm>
              <a:off x="6084886"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26" name="Google Shape;26;p78"/>
            <p:cNvSpPr/>
            <p:nvPr/>
          </p:nvSpPr>
          <p:spPr>
            <a:xfrm>
              <a:off x="5805484"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27" name="Google Shape;27;p78"/>
            <p:cNvSpPr/>
            <p:nvPr/>
          </p:nvSpPr>
          <p:spPr>
            <a:xfrm>
              <a:off x="5526083"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grpSp>
      <p:sp>
        <p:nvSpPr>
          <p:cNvPr id="28" name="Google Shape;28;p78"/>
          <p:cNvSpPr txBox="1"/>
          <p:nvPr/>
        </p:nvSpPr>
        <p:spPr>
          <a:xfrm flipH="1">
            <a:off x="1043632" y="6366806"/>
            <a:ext cx="4211863" cy="221589"/>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rgbClr val="000000"/>
              </a:buClr>
              <a:buSzPts val="1200"/>
              <a:buFont typeface="Arial"/>
              <a:buNone/>
            </a:pPr>
            <a:r>
              <a:rPr lang="en-US" sz="1200" b="1" i="0" u="none" strike="noStrike" cap="none">
                <a:solidFill>
                  <a:srgbClr val="00B050"/>
                </a:solidFill>
                <a:latin typeface="Arial"/>
                <a:ea typeface="Arial"/>
                <a:cs typeface="Arial"/>
                <a:sym typeface="Arial"/>
              </a:rPr>
              <a:t>UNCLASSIFIED</a:t>
            </a:r>
            <a:endParaRPr sz="1400" b="0" i="0" u="none" strike="noStrike" cap="none">
              <a:solidFill>
                <a:srgbClr val="000000"/>
              </a:solidFill>
              <a:latin typeface="Arial"/>
              <a:ea typeface="Arial"/>
              <a:cs typeface="Arial"/>
              <a:sym typeface="Arial"/>
            </a:endParaRPr>
          </a:p>
        </p:txBody>
      </p:sp>
      <p:sp>
        <p:nvSpPr>
          <p:cNvPr id="29" name="Google Shape;29;p78"/>
          <p:cNvSpPr txBox="1"/>
          <p:nvPr/>
        </p:nvSpPr>
        <p:spPr>
          <a:xfrm>
            <a:off x="5482963" y="207088"/>
            <a:ext cx="6767512" cy="212103"/>
          </a:xfrm>
          <a:prstGeom prst="rect">
            <a:avLst/>
          </a:prstGeom>
          <a:noFill/>
          <a:ln>
            <a:noFill/>
          </a:ln>
        </p:spPr>
        <p:txBody>
          <a:bodyPr spcFirstLastPara="1" wrap="square" lIns="91425" tIns="45700" rIns="91425" bIns="45700" anchor="t" anchorCtr="0">
            <a:noAutofit/>
          </a:bodyPr>
          <a:lstStyle/>
          <a:p>
            <a:pPr marL="0" marR="0" lvl="0" indent="0" algn="r" rtl="0">
              <a:lnSpc>
                <a:spcPct val="100000"/>
              </a:lnSpc>
              <a:spcBef>
                <a:spcPts val="0"/>
              </a:spcBef>
              <a:spcAft>
                <a:spcPts val="0"/>
              </a:spcAft>
              <a:buClr>
                <a:srgbClr val="000000"/>
              </a:buClr>
              <a:buSzPts val="1200"/>
              <a:buFont typeface="Arial"/>
              <a:buNone/>
            </a:pPr>
            <a:r>
              <a:rPr lang="en-US" sz="1200" b="1" i="0" u="none" strike="noStrike" cap="none">
                <a:solidFill>
                  <a:srgbClr val="00B050"/>
                </a:solidFill>
                <a:latin typeface="Arial"/>
                <a:ea typeface="Arial"/>
                <a:cs typeface="Arial"/>
                <a:sym typeface="Arial"/>
              </a:rPr>
              <a:t>UNCLASSIFIED</a:t>
            </a:r>
            <a:endParaRPr sz="1400" b="0" i="0" u="none" strike="noStrike" cap="none">
              <a:solidFill>
                <a:srgbClr val="000000"/>
              </a:solidFill>
              <a:latin typeface="Arial"/>
              <a:ea typeface="Arial"/>
              <a:cs typeface="Arial"/>
              <a:sym typeface="Arial"/>
            </a:endParaRPr>
          </a:p>
        </p:txBody>
      </p:sp>
      <p:pic>
        <p:nvPicPr>
          <p:cNvPr id="30" name="Google Shape;30;p78"/>
          <p:cNvPicPr preferRelativeResize="0"/>
          <p:nvPr/>
        </p:nvPicPr>
        <p:blipFill rotWithShape="1">
          <a:blip r:embed="rId13">
            <a:alphaModFix/>
          </a:blip>
          <a:srcRect/>
          <a:stretch/>
        </p:blipFill>
        <p:spPr>
          <a:xfrm rot="-5400000">
            <a:off x="-2150855" y="3445521"/>
            <a:ext cx="5429815" cy="991170"/>
          </a:xfrm>
          <a:prstGeom prst="rect">
            <a:avLst/>
          </a:prstGeom>
          <a:noFill/>
          <a:ln>
            <a:noFill/>
          </a:ln>
        </p:spPr>
      </p:pic>
      <p:grpSp>
        <p:nvGrpSpPr>
          <p:cNvPr id="31" name="Google Shape;31;p78"/>
          <p:cNvGrpSpPr/>
          <p:nvPr/>
        </p:nvGrpSpPr>
        <p:grpSpPr>
          <a:xfrm>
            <a:off x="7996753" y="6659805"/>
            <a:ext cx="4123292" cy="140365"/>
            <a:chOff x="5526083" y="4992009"/>
            <a:chExt cx="3092469" cy="105274"/>
          </a:xfrm>
        </p:grpSpPr>
        <p:sp>
          <p:nvSpPr>
            <p:cNvPr id="32" name="Google Shape;32;p78"/>
            <p:cNvSpPr/>
            <p:nvPr/>
          </p:nvSpPr>
          <p:spPr>
            <a:xfrm>
              <a:off x="8339152"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33" name="Google Shape;33;p78"/>
            <p:cNvSpPr/>
            <p:nvPr/>
          </p:nvSpPr>
          <p:spPr>
            <a:xfrm>
              <a:off x="8059751"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34" name="Google Shape;34;p78"/>
            <p:cNvSpPr/>
            <p:nvPr/>
          </p:nvSpPr>
          <p:spPr>
            <a:xfrm>
              <a:off x="7773998"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35" name="Google Shape;35;p78"/>
            <p:cNvSpPr/>
            <p:nvPr/>
          </p:nvSpPr>
          <p:spPr>
            <a:xfrm>
              <a:off x="7494596"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36" name="Google Shape;36;p78"/>
            <p:cNvSpPr/>
            <p:nvPr/>
          </p:nvSpPr>
          <p:spPr>
            <a:xfrm>
              <a:off x="7215195"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37" name="Google Shape;37;p78"/>
            <p:cNvSpPr/>
            <p:nvPr/>
          </p:nvSpPr>
          <p:spPr>
            <a:xfrm>
              <a:off x="6929442"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38" name="Google Shape;38;p78"/>
            <p:cNvSpPr/>
            <p:nvPr/>
          </p:nvSpPr>
          <p:spPr>
            <a:xfrm>
              <a:off x="6650040"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39" name="Google Shape;39;p78"/>
            <p:cNvSpPr/>
            <p:nvPr/>
          </p:nvSpPr>
          <p:spPr>
            <a:xfrm>
              <a:off x="6370639"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40" name="Google Shape;40;p78"/>
            <p:cNvSpPr/>
            <p:nvPr/>
          </p:nvSpPr>
          <p:spPr>
            <a:xfrm>
              <a:off x="6084886"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41" name="Google Shape;41;p78"/>
            <p:cNvSpPr/>
            <p:nvPr/>
          </p:nvSpPr>
          <p:spPr>
            <a:xfrm>
              <a:off x="5805484"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sp>
          <p:nvSpPr>
            <p:cNvPr id="42" name="Google Shape;42;p78"/>
            <p:cNvSpPr/>
            <p:nvPr/>
          </p:nvSpPr>
          <p:spPr>
            <a:xfrm>
              <a:off x="5526083" y="4992009"/>
              <a:ext cx="279400" cy="105274"/>
            </a:xfrm>
            <a:prstGeom prst="chevron">
              <a:avLst>
                <a:gd name="adj" fmla="val 50000"/>
              </a:avLst>
            </a:prstGeom>
            <a:gradFill>
              <a:gsLst>
                <a:gs pos="0">
                  <a:schemeClr val="accent1"/>
                </a:gs>
                <a:gs pos="100000">
                  <a:schemeClr val="accent1"/>
                </a:gs>
              </a:gsLst>
              <a:lin ang="2700000" scaled="0"/>
            </a:gra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2400"/>
                <a:buFont typeface="Arial"/>
                <a:buNone/>
              </a:pPr>
              <a:endParaRPr sz="2400" b="0" i="0" u="none" strike="noStrike" cap="none">
                <a:solidFill>
                  <a:schemeClr val="dk1"/>
                </a:solidFill>
                <a:latin typeface="Arial"/>
                <a:ea typeface="Arial"/>
                <a:cs typeface="Arial"/>
                <a:sym typeface="Arial"/>
              </a:endParaRPr>
            </a:p>
          </p:txBody>
        </p:sp>
      </p:grpSp>
      <p:pic>
        <p:nvPicPr>
          <p:cNvPr id="43" name="Google Shape;43;p78" title="ACTEC_Logo_v2_Circle.png"/>
          <p:cNvPicPr preferRelativeResize="0"/>
          <p:nvPr/>
        </p:nvPicPr>
        <p:blipFill>
          <a:blip r:embed="rId14">
            <a:alphaModFix/>
          </a:blip>
          <a:stretch>
            <a:fillRect/>
          </a:stretch>
        </p:blipFill>
        <p:spPr>
          <a:xfrm>
            <a:off x="-118447" y="193555"/>
            <a:ext cx="1307427" cy="1010281"/>
          </a:xfrm>
          <a:prstGeom prst="rect">
            <a:avLst/>
          </a:prstGeom>
          <a:noFill/>
          <a:ln>
            <a:noFill/>
          </a:ln>
        </p:spPr>
      </p:pic>
      <p:pic>
        <p:nvPicPr>
          <p:cNvPr id="44" name="Google Shape;44;p78"/>
          <p:cNvPicPr preferRelativeResize="0"/>
          <p:nvPr/>
        </p:nvPicPr>
        <p:blipFill rotWithShape="1">
          <a:blip r:embed="rId15">
            <a:alphaModFix/>
          </a:blip>
          <a:srcRect/>
          <a:stretch/>
        </p:blipFill>
        <p:spPr>
          <a:xfrm>
            <a:off x="70930" y="1270922"/>
            <a:ext cx="928675" cy="928675"/>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 Id="rId3"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 Id="rId3"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 Id="rId3"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 Id="rId3"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 Id="rId3"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 Id="rId3" Type="http://schemas.openxmlformats.org/officeDocument/2006/relationships/image" Target="../media/image1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 Id="rId3"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 Id="rId3"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 Id="rId3"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 Id="rId3"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 Id="rId3"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 Id="rId3"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a:normAutofit/>
          </a:bodyPr>
          <a:lstStyle/>
          <a:p>
            <a:pPr/>
            <a:r>
              <a:rPr sz="4200"/>
              <a:t>Threat-Representative Environments and Mission Rehearsal (Temp)</a:t>
            </a:r>
          </a:p>
        </p:txBody>
      </p:sp>
      <p:sp>
        <p:nvSpPr>
          <p:cNvPr id="3"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Objectives</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800"/>
              <a:t>Select </a:t>
            </a:r>
            <a:r>
              <a:rPr b="1" sz="1800"/>
              <a:t>critical OE elements</a:t>
            </a:r>
            <a:r>
              <a:rPr sz="1800"/>
              <a:t> that will stress your plan</a:t>
            </a:r>
          </a:p>
          <a:p>
            <a:pPr/>
            <a:r>
              <a:rPr sz="1800"/>
              <a:t>Build </a:t>
            </a:r>
            <a:r>
              <a:rPr b="1" sz="1800"/>
              <a:t>threat-representative</a:t>
            </a:r>
            <a:r>
              <a:rPr sz="1800"/>
              <a:t> terrain — not a full mirror</a:t>
            </a:r>
          </a:p>
          <a:p>
            <a:pPr/>
            <a:r>
              <a:rPr sz="1800"/>
              <a:t>Rehearse </a:t>
            </a:r>
            <a:r>
              <a:rPr b="1" sz="1800"/>
              <a:t>SOM / TTPs</a:t>
            </a:r>
            <a:r>
              <a:rPr sz="1800"/>
              <a:t> with </a:t>
            </a:r>
            <a:r>
              <a:rPr b="1" sz="1800"/>
              <a:t>local resources</a:t>
            </a:r>
            <a:r>
              <a:rPr sz="1800"/>
              <a:t> (people, equipment)</a:t>
            </a:r>
          </a:p>
          <a:p>
            <a:pPr/>
            <a:r>
              <a:rPr sz="1800"/>
              <a:t>Hard budgets </a:t>
            </a:r>
            <a:r>
              <a:rPr b="1" sz="1800"/>
              <a:t>vary</a:t>
            </a:r>
            <a:r>
              <a:rPr sz="1800"/>
              <a:t> — classroom limits ≠ operational limits</a:t>
            </a:r>
          </a:p>
          <a:p>
            <a:pPr/>
            <a:r>
              <a:rPr sz="1800"/>
              <a:t>Fuller rehearsal is sometimes required — expect more </a:t>
            </a:r>
            <a:r>
              <a:rPr b="1" sz="1800"/>
              <a:t>time and resources</a:t>
            </a:r>
            <a:r>
              <a:rPr sz="1800"/>
              <a:t> when directed</a:t>
            </a:r>
          </a:p>
        </p:txBody>
      </p:sp>
      <p:pic>
        <p:nvPicPr>
          <p:cNvPr id="5" name="Picture 4" descr="fa359ae3473fe4ea06b27c05e51c0127926157c74020d7342095434709202331.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Threat-Representative vs Full Recreation</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b="1" sz="1800"/>
              <a:t>Threat-representative</a:t>
            </a:r>
            <a:r>
              <a:rPr sz="1800"/>
              <a:t> = OE pieces that change your decisions</a:t>
            </a:r>
          </a:p>
          <a:p>
            <a:pPr/>
            <a:r>
              <a:rPr sz="1800"/>
              <a:t>Full recreation burns time, RAM, and focus</a:t>
            </a:r>
          </a:p>
          <a:p>
            <a:pPr/>
            <a:r>
              <a:rPr sz="1800"/>
              <a:t>Ask: what will </a:t>
            </a:r>
            <a:r>
              <a:rPr b="1" sz="1800"/>
              <a:t>impact operations</a:t>
            </a:r>
            <a:r>
              <a:rPr sz="1800"/>
              <a:t> if wrong or missing?</a:t>
            </a:r>
          </a:p>
          <a:p>
            <a:pPr/>
            <a:r>
              <a:rPr sz="1800"/>
              <a:t>Success = justified selection + rehearsal evidence</a:t>
            </a:r>
          </a:p>
        </p:txBody>
      </p:sp>
      <p:pic>
        <p:nvPicPr>
          <p:cNvPr id="5" name="Picture 4" descr="fdd39a03d4355d021159c8de5eab0a6446d0af7acf595a5dcaa6682a5ae56a2b.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Planning Products Drive What You Build</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b="1" sz="1800"/>
              <a:t>METT-TC / EMLCOA</a:t>
            </a:r>
            <a:r>
              <a:rPr sz="1800"/>
              <a:t> → enemy terrain and actions-on-contact</a:t>
            </a:r>
          </a:p>
          <a:p>
            <a:pPr/>
            <a:r>
              <a:rPr b="1" sz="1800"/>
              <a:t>CG / CV</a:t>
            </a:r>
            <a:r>
              <a:rPr sz="1800"/>
              <a:t> → which services and paths must exist to rehearse</a:t>
            </a:r>
          </a:p>
          <a:p>
            <a:pPr/>
            <a:r>
              <a:rPr b="1" sz="1800"/>
              <a:t>SOM</a:t>
            </a:r>
            <a:r>
              <a:rPr sz="1800"/>
              <a:t> → sequencing, terrain layers, and friction points</a:t>
            </a:r>
          </a:p>
          <a:p>
            <a:pPr/>
            <a:r>
              <a:rPr sz="1800"/>
              <a:t>Pair doctrine with </a:t>
            </a:r>
            <a:r>
              <a:rPr b="1" sz="1800"/>
              <a:t>ATT&amp;CK</a:t>
            </a:r>
            <a:r>
              <a:rPr sz="1800"/>
              <a:t> techniques you will dry-run</a:t>
            </a:r>
          </a:p>
        </p:txBody>
      </p:sp>
      <p:pic>
        <p:nvPicPr>
          <p:cNvPr id="5" name="Picture 4" descr="767eccd28fb77455c3c8dfc45cff61bb97a143a25106f554a1a7889bc9bf0635.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Fidelity vs Available Resources</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b="1" sz="1600"/>
              <a:t>Classroom today:</a:t>
            </a:r>
            <a:r>
              <a:rPr sz="1600"/>
              <a:t> ~50 GB concurrent RAM per student (training constraint)</a:t>
            </a:r>
          </a:p>
          <a:p>
            <a:pPr/>
            <a:r>
              <a:rPr sz="1600"/>
              <a:t>Operational ceilings </a:t>
            </a:r>
            <a:r>
              <a:rPr b="1" sz="1600"/>
              <a:t>differ</a:t>
            </a:r>
            <a:r>
              <a:rPr sz="1600"/>
              <a:t> by unit, range, and mission</a:t>
            </a:r>
          </a:p>
          <a:p>
            <a:pPr/>
            <a:r>
              <a:rPr sz="1600"/>
              <a:t>Default: rehearse with </a:t>
            </a:r>
            <a:r>
              <a:rPr b="1" sz="1600"/>
              <a:t>local people and equipment</a:t>
            </a:r>
            <a:r>
              <a:rPr sz="1600"/>
              <a:t> you have</a:t>
            </a:r>
          </a:p>
          <a:p>
            <a:pPr/>
            <a:r>
              <a:rPr sz="1600"/>
              <a:t>Fuller rehearsal, when directed, usually brings </a:t>
            </a:r>
            <a:r>
              <a:rPr b="1" sz="1600"/>
              <a:t>more time and resources</a:t>
            </a:r>
          </a:p>
          <a:p>
            <a:pPr/>
            <a:r>
              <a:rPr sz="1600"/>
              <a:t>Scope-down is an operator skill — power off unused VMs; no vanity clones</a:t>
            </a:r>
          </a:p>
        </p:txBody>
      </p:sp>
      <p:pic>
        <p:nvPicPr>
          <p:cNvPr id="5" name="Picture 4" descr="92f34e330e24fee85aa019be6bfeef0e6496c4e8217127a197aa502eea33a5ef.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Scenario — Simulated Exploitation Range</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700"/>
              <a:t>Build </a:t>
            </a:r>
            <a:r>
              <a:rPr b="1" sz="1700"/>
              <a:t>Kali ops</a:t>
            </a:r>
            <a:r>
              <a:rPr sz="1700"/>
              <a:t> + *</a:t>
            </a:r>
            <a:r>
              <a:rPr i="1" sz="1700"/>
              <a:t>vulnerable </a:t>
            </a:r>
            <a:r>
              <a:rPr sz="1700"/>
              <a:t>nix redirector</a:t>
            </a:r>
            <a:r>
              <a:rPr b="1" sz="1700"/>
              <a:t> + </a:t>
            </a:r>
            <a:r>
              <a:rPr sz="1700"/>
              <a:t>Windows target**</a:t>
            </a:r>
          </a:p>
          <a:p>
            <a:pPr/>
            <a:r>
              <a:rPr sz="1700"/>
              <a:t>Exploit the redirector → reach Windows via </a:t>
            </a:r>
            <a:r>
              <a:rPr b="1" sz="1700"/>
              <a:t>RDP or SSH</a:t>
            </a:r>
          </a:p>
          <a:p>
            <a:pPr/>
            <a:r>
              <a:rPr sz="1700"/>
              <a:t>Place a </a:t>
            </a:r>
            <a:r>
              <a:rPr b="1" sz="1700"/>
              <a:t>C2 beacon</a:t>
            </a:r>
            <a:r>
              <a:rPr sz="1700"/>
              <a:t> that calls back </a:t>
            </a:r>
            <a:r>
              <a:rPr b="1" sz="1700"/>
              <a:t>through</a:t>
            </a:r>
            <a:r>
              <a:rPr sz="1700"/>
              <a:t> the redirector to Kali</a:t>
            </a:r>
          </a:p>
          <a:p>
            <a:pPr/>
            <a:r>
              <a:rPr sz="1700"/>
              <a:t>Choose </a:t>
            </a:r>
            <a:r>
              <a:rPr b="1" sz="1700"/>
              <a:t>one</a:t>
            </a:r>
            <a:r>
              <a:rPr sz="1700"/>
              <a:t> of three reconstructable redirector stacks (A / B / C)</a:t>
            </a:r>
          </a:p>
          <a:p>
            <a:pPr/>
            <a:r>
              <a:rPr sz="1700"/>
              <a:t>Rehearsal goal: prove the </a:t>
            </a:r>
            <a:r>
              <a:rPr b="1" sz="1700"/>
              <a:t>path</a:t>
            </a:r>
            <a:r>
              <a:rPr sz="1700"/>
              <a:t>, not rebuild an entire beacon farm</a:t>
            </a:r>
          </a:p>
        </p:txBody>
      </p:sp>
      <p:pic>
        <p:nvPicPr>
          <p:cNvPr id="5" name="Picture 4" descr="165fa02a783df0ad4e4dd69685c5e1469228d8862d9d3189e591c3d8aa3e60e9.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Option A — Soft-edge PHP (Ubuntu)</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b="1" sz="1500"/>
              <a:t>Base:</a:t>
            </a:r>
            <a:r>
              <a:rPr sz="1500"/>
              <a:t> Ubuntu LTS; </a:t>
            </a:r>
            <a:r>
              <a:rPr b="1" sz="1500"/>
              <a:t>dual NIC</a:t>
            </a:r>
            <a:r>
              <a:rPr sz="1500"/>
              <a:t> (ops-facing + private to Windows)</a:t>
            </a:r>
          </a:p>
          <a:p>
            <a:pPr/>
            <a:r>
              <a:rPr b="1" sz="1500"/>
              <a:t>Stack:</a:t>
            </a:r>
            <a:r>
              <a:rPr sz="1500"/>
              <a:t> nginx or Apache + PHP-FPM</a:t>
            </a:r>
          </a:p>
          <a:p>
            <a:pPr/>
            <a:r>
              <a:rPr b="1" sz="1500"/>
              <a:t>Surface:</a:t>
            </a:r>
            <a:r>
              <a:rPr sz="1500"/>
              <a:t> edge site vhost with a PHP health/admin endpoint that shells out from a request parameter</a:t>
            </a:r>
          </a:p>
          <a:p>
            <a:pPr/>
            <a:r>
              <a:rPr b="1" sz="1500"/>
              <a:t>Windows:</a:t>
            </a:r>
            <a:r>
              <a:rPr sz="1500"/>
              <a:t> reachable from the private NIC via RDP (OpenSSH optional)</a:t>
            </a:r>
          </a:p>
          <a:p>
            <a:pPr/>
            <a:r>
              <a:rPr b="1" sz="1500"/>
              <a:t>After RCE:</a:t>
            </a:r>
            <a:r>
              <a:rPr sz="1500"/>
              <a:t> userland forwarder (socat / nginx stream / iptables DNAT) for C2 pass-back to Kali</a:t>
            </a:r>
          </a:p>
          <a:p>
            <a:pPr/>
            <a:r>
              <a:rPr sz="1500"/>
              <a:t>Reconstruct inventory only — no setup or exploit steps on this slide</a:t>
            </a:r>
          </a:p>
        </p:txBody>
      </p:sp>
      <p:pic>
        <p:nvPicPr>
          <p:cNvPr id="5" name="Picture 4" descr="96e27a24e48f7bc0088c3c5ea377eee8bfdb07dcc79980175779080c0e2e02bb.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Option B — Legacy CGI (Debian)</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b="1" sz="1600"/>
              <a:t>Base:</a:t>
            </a:r>
            <a:r>
              <a:rPr sz="1600"/>
              <a:t> Debian; </a:t>
            </a:r>
            <a:r>
              <a:rPr b="1" sz="1600"/>
              <a:t>dual NIC</a:t>
            </a:r>
            <a:r>
              <a:rPr sz="1600"/>
              <a:t> (ops-facing + private to Windows)</a:t>
            </a:r>
          </a:p>
          <a:p>
            <a:pPr/>
            <a:r>
              <a:rPr b="1" sz="1600"/>
              <a:t>Stack:</a:t>
            </a:r>
            <a:r>
              <a:rPr sz="1600"/>
              <a:t> Apache with </a:t>
            </a:r>
            <a:r>
              <a:rPr sz="1600">
                <a:latin typeface="Courier New"/>
              </a:rPr>
              <a:t>cgi</a:t>
            </a:r>
            <a:r>
              <a:rPr sz="1600"/>
              <a:t> / </a:t>
            </a:r>
            <a:r>
              <a:rPr sz="1600">
                <a:latin typeface="Courier New"/>
              </a:rPr>
              <a:t>cgid</a:t>
            </a:r>
            <a:r>
              <a:rPr sz="1600"/>
              <a:t> enabled</a:t>
            </a:r>
          </a:p>
          <a:p>
            <a:pPr/>
            <a:r>
              <a:rPr b="1" sz="1600"/>
              <a:t>Surface:</a:t>
            </a:r>
            <a:r>
              <a:rPr sz="1600"/>
              <a:t> CGI status/diagnostics script that unsafely interpolates query or environment input into a shell</a:t>
            </a:r>
          </a:p>
          <a:p>
            <a:pPr/>
            <a:r>
              <a:rPr b="1" sz="1600"/>
              <a:t>Windows:</a:t>
            </a:r>
            <a:r>
              <a:rPr sz="1600"/>
              <a:t> reachable from the private NIC via RDP or SSH</a:t>
            </a:r>
          </a:p>
          <a:p>
            <a:pPr/>
            <a:r>
              <a:rPr b="1" sz="1600"/>
              <a:t>After RCE:</a:t>
            </a:r>
            <a:r>
              <a:rPr sz="1600"/>
              <a:t> same userland forwarder expectation for C2 pass-back to Kali</a:t>
            </a:r>
          </a:p>
          <a:p>
            <a:pPr/>
            <a:r>
              <a:rPr sz="1600"/>
              <a:t>Reconstruct inventory only — no setup or exploit steps on this slide</a:t>
            </a:r>
          </a:p>
        </p:txBody>
      </p:sp>
      <p:pic>
        <p:nvPicPr>
          <p:cNvPr id="5" name="Picture 4" descr="459e6834f8c8cd71ddd79b337c891aa033ff756518276ae38e2326855a2fb47b.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Option C — Tomcat Manager / WAR (Rocky or Alma)</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b="1" sz="1500"/>
              <a:t>Base:</a:t>
            </a:r>
            <a:r>
              <a:rPr sz="1500"/>
              <a:t> Rocky Linux or AlmaLinux; </a:t>
            </a:r>
            <a:r>
              <a:rPr b="1" sz="1500"/>
              <a:t>dual NIC</a:t>
            </a:r>
            <a:r>
              <a:rPr sz="1500"/>
              <a:t> (ops-facing + private to Windows)</a:t>
            </a:r>
          </a:p>
          <a:p>
            <a:pPr/>
            <a:r>
              <a:rPr b="1" sz="1500"/>
              <a:t>Stack:</a:t>
            </a:r>
            <a:r>
              <a:rPr sz="1500"/>
              <a:t> Apache Tomcat (pin a major version)</a:t>
            </a:r>
          </a:p>
          <a:p>
            <a:pPr/>
            <a:r>
              <a:rPr b="1" sz="1500"/>
              <a:t>Surface:</a:t>
            </a:r>
            <a:r>
              <a:rPr sz="1500"/>
              <a:t> Manager app enabled; </a:t>
            </a:r>
            <a:r>
              <a:rPr sz="1500">
                <a:latin typeface="Courier New"/>
              </a:rPr>
              <a:t>tomcat-users.xml</a:t>
            </a:r>
            <a:r>
              <a:rPr sz="1500"/>
              <a:t> role/user facts for manager-script / manager-gui</a:t>
            </a:r>
          </a:p>
          <a:p>
            <a:pPr/>
            <a:r>
              <a:rPr b="1" sz="1500"/>
              <a:t>Windows:</a:t>
            </a:r>
            <a:r>
              <a:rPr sz="1500"/>
              <a:t> reachable from the private NIC via RDP or SSH</a:t>
            </a:r>
          </a:p>
          <a:p>
            <a:pPr/>
            <a:r>
              <a:rPr b="1" sz="1500"/>
              <a:t>After RCE:</a:t>
            </a:r>
            <a:r>
              <a:rPr sz="1500"/>
              <a:t> same userland forwarder expectation for C2 pass-back to Kali</a:t>
            </a:r>
          </a:p>
          <a:p>
            <a:pPr/>
            <a:r>
              <a:rPr sz="1500"/>
              <a:t>Reconstruct inventory only — no setup or exploit steps on this slide</a:t>
            </a:r>
          </a:p>
        </p:txBody>
      </p:sp>
      <p:pic>
        <p:nvPicPr>
          <p:cNvPr id="5" name="Picture 4" descr="eab7c12eb3d96bf9b8003f6f63ca2d96836e6b9743c4fa6988f56d81d13be953.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What Must Be Representative</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600"/>
              <a:t>Exploit path matches the </a:t>
            </a:r>
            <a:r>
              <a:rPr b="1" sz="1600"/>
              <a:t>chosen option</a:t>
            </a:r>
            <a:r>
              <a:rPr sz="1600"/>
              <a:t> (PHP / CGI / Tomcat) — not a comfort shell</a:t>
            </a:r>
          </a:p>
          <a:p>
            <a:pPr/>
            <a:r>
              <a:rPr b="1" sz="1600"/>
              <a:t>Dual-home</a:t>
            </a:r>
            <a:r>
              <a:rPr sz="1600"/>
              <a:t> redirector: ops-facing exploit surface + private path to Windows</a:t>
            </a:r>
          </a:p>
          <a:p>
            <a:pPr/>
            <a:r>
              <a:rPr b="1" sz="1600"/>
              <a:t>Redirector → Windows</a:t>
            </a:r>
            <a:r>
              <a:rPr sz="1600"/>
              <a:t> hop must exist (RDP or SSH)</a:t>
            </a:r>
          </a:p>
          <a:p>
            <a:pPr/>
            <a:r>
              <a:rPr b="1" sz="1600"/>
              <a:t>Callback</a:t>
            </a:r>
            <a:r>
              <a:rPr sz="1600"/>
              <a:t> must traverse the redirector back to Kali</a:t>
            </a:r>
          </a:p>
          <a:p>
            <a:pPr/>
            <a:r>
              <a:rPr sz="1600"/>
              <a:t>Do </a:t>
            </a:r>
            <a:r>
              <a:rPr b="1" sz="1600"/>
              <a:t>not</a:t>
            </a:r>
            <a:r>
              <a:rPr sz="1600"/>
              <a:t> shortcut implant delivery by copying files onto Windows from Kali</a:t>
            </a:r>
          </a:p>
        </p:txBody>
      </p:sp>
      <p:pic>
        <p:nvPicPr>
          <p:cNvPr id="5" name="Picture 4" descr="0ca46ed0fe94cdab07b49bd4eb150aa21ad80e0e39f6a81fd0d017b72548e4f4.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Effort vs Gain — Exploitation Range</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b="1" sz="1400"/>
              <a:t>Lots of effort / little gain:</a:t>
            </a:r>
            <a:r>
              <a:rPr sz="1400"/>
              <a:t> extra vanity hosts; perfect WAN latency on every hop</a:t>
            </a:r>
          </a:p>
          <a:p>
            <a:pPr/>
            <a:r>
              <a:rPr b="1" sz="1400"/>
              <a:t>Lots of effort / little gain:</a:t>
            </a:r>
            <a:r>
              <a:rPr sz="1400"/>
              <a:t> ops-facing SSH on the redirector "for ease"</a:t>
            </a:r>
          </a:p>
          <a:p>
            <a:pPr/>
            <a:r>
              <a:rPr b="1" sz="1400"/>
              <a:t>Lots of effort / little gain:</a:t>
            </a:r>
            <a:r>
              <a:rPr sz="1400"/>
              <a:t> direct Kali→Windows implant copy that skips the redirector</a:t>
            </a:r>
          </a:p>
          <a:p>
            <a:pPr/>
            <a:r>
              <a:rPr b="1" sz="1400"/>
              <a:t>Little effort / lots of gain:</a:t>
            </a:r>
            <a:r>
              <a:rPr sz="1400"/>
              <a:t> one honest dual-homed redirector; measure pass-back</a:t>
            </a:r>
          </a:p>
          <a:p>
            <a:pPr/>
            <a:r>
              <a:rPr b="1" sz="1400"/>
              <a:t>Little effort / lots of gain:</a:t>
            </a:r>
            <a:r>
              <a:rPr sz="1400"/>
              <a:t> snapshot before exploit and before beacon placement</a:t>
            </a:r>
          </a:p>
          <a:p>
            <a:pPr/>
            <a:r>
              <a:rPr b="1" sz="1400"/>
              <a:t>High value:</a:t>
            </a:r>
            <a:r>
              <a:rPr sz="1400"/>
              <a:t> match Windows reachability method (RDP vs SSH) and redirector stack fidelity</a:t>
            </a:r>
          </a:p>
        </p:txBody>
      </p:sp>
      <p:pic>
        <p:nvPicPr>
          <p:cNvPr id="5" name="Picture 4" descr="8a769a5724c3001ff31aa48f9cf03591776b0850270fb41f4e4d48aabcf0c728.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vSphere Operator Basics for This Course</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800"/>
              <a:t>Own </a:t>
            </a:r>
            <a:r>
              <a:rPr b="1" sz="1800"/>
              <a:t>folder + resource pool</a:t>
            </a:r>
            <a:r>
              <a:rPr sz="1800"/>
              <a:t> only</a:t>
            </a:r>
          </a:p>
          <a:p>
            <a:pPr/>
            <a:r>
              <a:rPr sz="1800"/>
              <a:t>Deploy from </a:t>
            </a:r>
            <a:r>
              <a:rPr b="1" sz="1800"/>
              <a:t>ISO catalog</a:t>
            </a:r>
            <a:r>
              <a:rPr sz="1800"/>
              <a:t> or thin templates</a:t>
            </a:r>
          </a:p>
          <a:p>
            <a:pPr/>
            <a:r>
              <a:rPr sz="1800"/>
              <a:t>Use </a:t>
            </a:r>
            <a:r>
              <a:rPr b="1" sz="1800"/>
              <a:t>snapshots</a:t>
            </a:r>
            <a:r>
              <a:rPr sz="1800"/>
              <a:t> before risky config and before rehearsal</a:t>
            </a:r>
          </a:p>
          <a:p>
            <a:pPr/>
            <a:r>
              <a:rPr sz="1800"/>
              <a:t>Primary access: </a:t>
            </a:r>
            <a:r>
              <a:rPr b="1" sz="1800"/>
              <a:t>vCenter UI + Remote Console</a:t>
            </a:r>
            <a:r>
              <a:rPr sz="1800"/>
              <a:t> from ops station</a:t>
            </a:r>
          </a:p>
        </p:txBody>
      </p:sp>
      <p:pic>
        <p:nvPicPr>
          <p:cNvPr id="5" name="Picture 4" descr="c786aec3d859c959e4e3ddaedfef0060cd82092dfd337e9e25cc1a399c5f589d.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Addressing Model</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800"/>
              <a:t>Network: </a:t>
            </a:r>
            <a:r>
              <a:rPr b="1" sz="1800"/>
              <a:t>`172.16.44.0/23`</a:t>
            </a:r>
          </a:p>
          <a:p>
            <a:pPr/>
            <a:r>
              <a:rPr sz="1800"/>
              <a:t>Lower half </a:t>
            </a:r>
            <a:r>
              <a:rPr b="1" sz="1800"/>
              <a:t>`172.16.44.0/24`</a:t>
            </a:r>
            <a:r>
              <a:rPr sz="1800"/>
              <a:t>: DHCP — do not steal</a:t>
            </a:r>
          </a:p>
          <a:p>
            <a:pPr/>
            <a:r>
              <a:rPr sz="1800"/>
              <a:t>Upper half </a:t>
            </a:r>
            <a:r>
              <a:rPr b="1" sz="1800"/>
              <a:t>`172.16.45.0/24`</a:t>
            </a:r>
            <a:r>
              <a:rPr sz="1800"/>
              <a:t>: your static </a:t>
            </a:r>
            <a:r>
              <a:rPr b="1" sz="1800"/>
              <a:t>`/29`</a:t>
            </a:r>
          </a:p>
          <a:p>
            <a:pPr/>
            <a:r>
              <a:rPr sz="1800"/>
              <a:t>Stay in your block; document gateway/DNS from the handout</a:t>
            </a:r>
          </a:p>
        </p:txBody>
      </p:sp>
      <p:pic>
        <p:nvPicPr>
          <p:cNvPr id="5" name="Picture 4" descr="7b6cbac8abd80a53abad61487884afff3bd1163d1e866119722cc4ffa9b456f3.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Rehearsal Method</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800"/>
              <a:t>Dry-run the </a:t>
            </a:r>
            <a:r>
              <a:rPr b="1" sz="1800"/>
              <a:t>SOM steps</a:t>
            </a:r>
            <a:r>
              <a:rPr sz="1800"/>
              <a:t> against the OE you built</a:t>
            </a:r>
          </a:p>
          <a:p>
            <a:pPr/>
            <a:r>
              <a:rPr sz="1800"/>
              <a:t>Inject friction: deny a path, break a cred, trip a sensor</a:t>
            </a:r>
          </a:p>
          <a:p>
            <a:pPr/>
            <a:r>
              <a:rPr sz="1800"/>
              <a:t>Record </a:t>
            </a:r>
            <a:r>
              <a:rPr b="1" sz="1800"/>
              <a:t>predicted vs observed</a:t>
            </a:r>
            <a:r>
              <a:rPr sz="1800"/>
              <a:t> and the plan delta</a:t>
            </a:r>
          </a:p>
          <a:p>
            <a:pPr/>
            <a:r>
              <a:rPr sz="1800"/>
              <a:t>Doctrine effect under test is often </a:t>
            </a:r>
            <a:r>
              <a:rPr b="1" sz="1800"/>
              <a:t>reconnoiter</a:t>
            </a:r>
            <a:r>
              <a:rPr sz="1800"/>
              <a:t> of your own plan quality; map TTPs to </a:t>
            </a:r>
            <a:r>
              <a:rPr b="1" sz="1800"/>
              <a:t>ATT&amp;CK</a:t>
            </a:r>
          </a:p>
        </p:txBody>
      </p:sp>
      <p:pic>
        <p:nvPicPr>
          <p:cNvPr id="5" name="Picture 4" descr="04cd414f2153681cf6d9ea95f5f67c29a343880a54807a4bef0a8ece2b7ca1ba.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Define the Limits</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700"/>
              <a:t>Map the </a:t>
            </a:r>
            <a:r>
              <a:rPr b="1" sz="1700"/>
              <a:t>envelope</a:t>
            </a:r>
            <a:r>
              <a:rPr sz="1700"/>
              <a:t> where the SOM still works</a:t>
            </a:r>
          </a:p>
          <a:p>
            <a:pPr/>
            <a:r>
              <a:rPr sz="1700"/>
              <a:t>Pace: how </a:t>
            </a:r>
            <a:r>
              <a:rPr b="1" sz="1700"/>
              <a:t>fast / slow</a:t>
            </a:r>
            <a:r>
              <a:rPr sz="1700"/>
              <a:t> can the TTP run and remain effective?</a:t>
            </a:r>
          </a:p>
          <a:p>
            <a:pPr/>
            <a:r>
              <a:rPr sz="1700"/>
              <a:t>Knobs: which </a:t>
            </a:r>
            <a:r>
              <a:rPr b="1" sz="1700"/>
              <a:t>settings / parameters</a:t>
            </a:r>
            <a:r>
              <a:rPr sz="1700"/>
              <a:t> can change without breaking the plan?</a:t>
            </a:r>
          </a:p>
          <a:p>
            <a:pPr/>
            <a:r>
              <a:rPr sz="1700"/>
              <a:t>Find the </a:t>
            </a:r>
            <a:r>
              <a:rPr b="1" sz="1700"/>
              <a:t>break points</a:t>
            </a:r>
            <a:r>
              <a:rPr sz="1700"/>
              <a:t> — past which the SOM fails or must change</a:t>
            </a:r>
          </a:p>
          <a:p>
            <a:pPr/>
            <a:r>
              <a:rPr sz="1700"/>
              <a:t>Capture limits in the AAR next to friction findings</a:t>
            </a:r>
          </a:p>
        </p:txBody>
      </p:sp>
      <p:pic>
        <p:nvPicPr>
          <p:cNvPr id="5" name="Picture 4" descr="c156cfcda87e3f827fb59579e1c89325dd29e7d4864c0322aecb6870e79ba1a5.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Documentation Standard</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b="1" sz="1800"/>
              <a:t>OE rationale</a:t>
            </a:r>
            <a:r>
              <a:rPr sz="1800"/>
              <a:t> — why each host/service exists for the plan</a:t>
            </a:r>
          </a:p>
          <a:p>
            <a:pPr/>
            <a:r>
              <a:rPr b="1" sz="1800"/>
              <a:t>Diagram + RAM table</a:t>
            </a:r>
            <a:r>
              <a:rPr sz="1800"/>
              <a:t> — roles, addresses, memory</a:t>
            </a:r>
          </a:p>
          <a:p>
            <a:pPr/>
            <a:r>
              <a:rPr b="1" sz="1800"/>
              <a:t>Snapshot plan</a:t>
            </a:r>
            <a:r>
              <a:rPr sz="1800"/>
              <a:t> — restore points before risk</a:t>
            </a:r>
          </a:p>
          <a:p>
            <a:pPr/>
            <a:r>
              <a:rPr b="1" sz="1800"/>
              <a:t>Rehearsal AAR</a:t>
            </a:r>
            <a:r>
              <a:rPr sz="1800"/>
              <a:t> — friction, </a:t>
            </a:r>
            <a:r>
              <a:rPr b="1" sz="1800"/>
              <a:t>limits / envelope</a:t>
            </a:r>
            <a:r>
              <a:rPr sz="1800"/>
              <a:t>, deltas to SOM / TTPs</a:t>
            </a:r>
          </a:p>
          <a:p>
            <a:pPr/>
            <a:r>
              <a:rPr b="1" sz="1800"/>
              <a:t>Context &amp; compromises</a:t>
            </a:r>
            <a:r>
              <a:rPr sz="1800"/>
              <a:t> — what you cut, why, and how that bounds the results</a:t>
            </a:r>
          </a:p>
        </p:txBody>
      </p:sp>
      <p:pic>
        <p:nvPicPr>
          <p:cNvPr id="5" name="Picture 4" descr="fac55c8b71d74188d37decc15d03bfbe70a6aefa3162357087b9c693376f6d4b.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Summary</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600"/>
              <a:t>Build </a:t>
            </a:r>
            <a:r>
              <a:rPr b="1" sz="1600"/>
              <a:t>critical OE</a:t>
            </a:r>
            <a:r>
              <a:rPr sz="1600"/>
              <a:t> — Kali, one redirector option, Windows — not a full mirror</a:t>
            </a:r>
          </a:p>
          <a:p>
            <a:pPr/>
            <a:r>
              <a:rPr sz="1600"/>
              <a:t>Budgets </a:t>
            </a:r>
            <a:r>
              <a:rPr b="1" sz="1600"/>
              <a:t>vary</a:t>
            </a:r>
            <a:r>
              <a:rPr sz="1600"/>
              <a:t>; rehearse with </a:t>
            </a:r>
            <a:r>
              <a:rPr b="1" sz="1600"/>
              <a:t>local resources</a:t>
            </a:r>
            <a:r>
              <a:rPr sz="1600"/>
              <a:t> unless scaled rehearsal is resourced</a:t>
            </a:r>
          </a:p>
          <a:p>
            <a:pPr/>
            <a:r>
              <a:rPr sz="1600"/>
              <a:t>Match what can flip the result: </a:t>
            </a:r>
            <a:r>
              <a:rPr b="1" sz="1600"/>
              <a:t>exploit path</a:t>
            </a:r>
            <a:r>
              <a:rPr sz="1600"/>
              <a:t>, </a:t>
            </a:r>
            <a:r>
              <a:rPr b="1" sz="1600"/>
              <a:t>dual-home</a:t>
            </a:r>
            <a:r>
              <a:rPr sz="1600"/>
              <a:t>, </a:t>
            </a:r>
            <a:r>
              <a:rPr b="1" sz="1600"/>
              <a:t>callback through redirector</a:t>
            </a:r>
          </a:p>
          <a:p>
            <a:pPr/>
            <a:r>
              <a:rPr sz="1600"/>
              <a:t>Spend effort where gain is real; document </a:t>
            </a:r>
            <a:r>
              <a:rPr b="1" sz="1600"/>
              <a:t>compromises and bounds</a:t>
            </a:r>
          </a:p>
          <a:p>
            <a:pPr/>
            <a:r>
              <a:rPr sz="1600"/>
              <a:t>Rehearse for </a:t>
            </a:r>
            <a:r>
              <a:rPr b="1" sz="1600"/>
              <a:t>friction</a:t>
            </a:r>
            <a:r>
              <a:rPr sz="1600"/>
              <a:t> and the </a:t>
            </a:r>
            <a:r>
              <a:rPr b="1" sz="1600"/>
              <a:t>envelope</a:t>
            </a:r>
            <a:r>
              <a:rPr sz="1600"/>
              <a:t> where the SOM still works</a:t>
            </a:r>
          </a:p>
        </p:txBody>
      </p:sp>
      <p:pic>
        <p:nvPicPr>
          <p:cNvPr id="5" name="Picture 4" descr="00e3f943d19073fb23623b7aa85f82613bf96dd598070b3c9c295a9ce2d24ba3.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1363362" y="952052"/>
            <a:ext cx="10142837" cy="567883"/>
          </a:xfrm>
        </p:spPr>
        <p:txBody>
          <a:bodyPr wrap="square" anchor="t">
            <a:normAutofit/>
          </a:bodyPr>
          <a:lstStyle/>
          <a:p>
            <a:pPr/>
            <a:r>
              <a:rPr sz="2600"/>
              <a:t>Questions</a:t>
            </a:r>
          </a:p>
        </p:txBody>
      </p:sp>
      <p:sp>
        <p:nvSpPr>
          <p:cNvPr id="4" name="Text Placeholder 3"/>
          <p:cNvSpPr>
            <a:spLocks noGrp="1"/>
          </p:cNvSpPr>
          <p:nvPr>
            <p:ph type="body" idx="2"/>
          </p:nvPr>
        </p:nvSpPr>
        <p:spPr>
          <a:xfrm>
            <a:off x="1363363" y="1666240"/>
            <a:ext cx="4420981" cy="4505960"/>
          </a:xfrm>
        </p:spPr>
        <p:txBody>
          <a:bodyPr wrap="square" anchor="t">
            <a:normAutofit/>
          </a:bodyPr>
          <a:lstStyle/>
          <a:p>
            <a:pPr/>
            <a:r>
              <a:rPr sz="1800"/>
              <a:t>Next: build the exploitation range and rehearse your SOM</a:t>
            </a:r>
          </a:p>
        </p:txBody>
      </p:sp>
      <p:pic>
        <p:nvPicPr>
          <p:cNvPr id="5" name="Picture 4" descr="a00403ee38bd9afdf0899c851a51f84b676b88cd90ff2a44b9d7d20f6e16a35a.png"/>
          <p:cNvPicPr>
            <a:picLocks noChangeAspect="1"/>
          </p:cNvPicPr>
          <p:nvPr/>
        </p:nvPicPr>
        <p:blipFill>
          <a:blip r:embed="rId3"/>
          <a:stretch>
            <a:fillRect/>
          </a:stretch>
        </p:blipFill>
        <p:spPr>
          <a:xfrm>
            <a:off x="5875784" y="1574799"/>
            <a:ext cx="4781253" cy="4781253"/>
          </a:xfrm>
          <a:prstGeom prst="rect">
            <a:avLst/>
          </a:prstGeom>
        </p:spPr>
      </p:pic>
      <p:sp>
        <p:nvSpPr>
          <p:cNvPr id="6"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normAutofit/>
          </a:bodyPr>
          <a:lstStyle/>
          <a:p>
            <a:pPr/>
            <a:r>
              <a:rPr sz="2700"/>
              <a:t>Questions?</a:t>
            </a:r>
          </a:p>
        </p:txBody>
      </p:sp>
      <p:sp>
        <p:nvSpPr>
          <p:cNvPr id="4" name="Disclaimer">
            <a:extLst>
              <a:ext uri="{FF2B5EF4-FFF2-40B4-BE49-F238E27FC236}">
                <a16:creationId xmlns:a16="http://schemas.microsoft.com/office/drawing/2014/main" id="{AF066B48-BBCB-D243-DA16-4C1CF9825479}"/>
              </a:ext>
            </a:extLst>
          </p:cNvPr>
          <p:cNvSpPr txBox="1">
            <a:spLocks noGrp="1"/>
          </p:cNvSpPr>
          <p:nvPr>
            <p:ph type="ftr" idx="11"/>
          </p:nvPr>
        </p:nvSpPr>
        <p:spPr>
          <a:xfrm>
            <a:off x="0" y="6627376"/>
            <a:ext cx="7873550" cy="230623"/>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000" b="0" i="0" u="none" strike="noStrike" cap="none">
                <a:solidFill>
                  <a:srgbClr val="B4B4B4"/>
                </a:solidFill>
                <a:latin typeface="Calibri"/>
                <a:ea typeface="Calibri"/>
                <a:cs typeface="Calibri"/>
                <a:sym typeface="Calibri"/>
              </a:defRPr>
            </a:lvl9pPr>
          </a:lstStyle>
          <a:p>
            <a:r>
              <a:rPr dirty="0"/>
              <a:t>Not for public release. Course training material. Copyright [schoolhouse TBD]. Do not copy or redistribute outside the assigned course.</a:t>
            </a:r>
          </a:p>
        </p:txBody>
      </p:sp>
    </p:spTree>
  </p:cSld>
  <p:clrMapOvr>
    <a:masterClrMapping/>
  </p:clrMapOvr>
</p:sld>
</file>

<file path=ppt/theme/theme1.xml><?xml version="1.0" encoding="utf-8"?>
<a:theme xmlns:a="http://schemas.openxmlformats.org/drawingml/2006/main" name="CyberTemplateL_Green Unclass">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420</Words>
  <Application>Microsoft Office PowerPoint</Application>
  <PresentationFormat>Widescreen</PresentationFormat>
  <Paragraphs>45</Paragraphs>
  <Slides>7</Slides>
  <Notes>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vt:i4>
      </vt:variant>
    </vt:vector>
  </HeadingPairs>
  <TitlesOfParts>
    <vt:vector size="12" baseType="lpstr">
      <vt:lpstr>Calibri</vt:lpstr>
      <vt:lpstr>Arial</vt:lpstr>
      <vt:lpstr>Noto Sans Symbols</vt:lpstr>
      <vt:lpstr>Google Sans</vt:lpstr>
      <vt:lpstr>CyberTemplateL_Green Unclass</vt:lpstr>
      <vt:lpstr>Lesson title</vt:lpstr>
      <vt:lpstr>Intro Video</vt:lpstr>
      <vt:lpstr>Lesson Objectives</vt:lpstr>
      <vt:lpstr>What is a Learning Management System?</vt:lpstr>
      <vt:lpstr>Lets log in to Moodle</vt:lpstr>
      <vt:lpstr>Lesson Summary</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Houston, Joshua T</dc:creator>
  <cp:lastModifiedBy>Cross, Clay</cp:lastModifiedBy>
  <cp:revision>1</cp:revision>
  <dcterms:modified xsi:type="dcterms:W3CDTF">2026-10-12T17:41:16Z</dcterms:modified>
</cp:coreProperties>
</file>
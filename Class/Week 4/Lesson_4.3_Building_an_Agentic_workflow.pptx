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2"/>
  </p:sldMasterIdLst>
  <p:notesMasterIdLst>
    <p:notesMasterId r:id="rId8"/>
  </p:notesMasterIdLst>
  <p:handoutMasterIdLst>
    <p:handoutMasterId r:id="rId9"/>
  </p:handoutMasterIdLst>
  <p:sldIdLst>
    <p:sldId id="256" r:id="rId7"/>
    <p:sldId id="257" r:id="rId6"/>
    <p:sldId id="258" r:id="rId5"/>
    <p:sldId id="259" r:id="rId4"/>
    <p:sldId id="260" r:id="rId3"/>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Lst>
  <p:sldSz cx="12192000" cy="685800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ross, Clayton D" initials="CCD" lastIdx="1" clrIdx="0">
    <p:extLst>
      <p:ext uri="{19B8F6BF-5375-455C-9EA6-DF929625EA0E}">
        <p15:presenceInfo xmlns:p15="http://schemas.microsoft.com/office/powerpoint/2012/main" userId="Cross, Clayton D"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556" autoAdjust="0"/>
    <p:restoredTop sz="63605" autoAdjust="0"/>
  </p:normalViewPr>
  <p:slideViewPr>
    <p:cSldViewPr snapToGrid="0">
      <p:cViewPr varScale="1">
        <p:scale>
          <a:sx n="61" d="100"/>
          <a:sy n="61" d="100"/>
        </p:scale>
        <p:origin x="408" y="72"/>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116" d="100"/>
          <a:sy n="116" d="100"/>
        </p:scale>
        <p:origin x="2382" y="102"/>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handoutMaster" Target="handoutMasters/handoutMaster1.xml"/><Relationship Id="rId10" Type="http://schemas.openxmlformats.org/officeDocument/2006/relationships/commentAuthors" Target="commentAuthors.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0DF5B5D0-340B-4E36-9CF9-185D0E66E274}" type="datetimeFigureOut">
              <a:rPr lang="en-US" smtClean="0"/>
              <a:t>2/12/2026</a:t>
            </a:fld>
            <a:endParaRPr lang="en-US"/>
          </a:p>
        </p:txBody>
      </p:sp>
      <p:sp>
        <p:nvSpPr>
          <p:cNvPr id="4" name="Footer Placeholder 3"/>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54D283BF-5CBE-4454-B8C7-2AC6C6C06622}" type="slidenum">
              <a:rPr lang="en-US" smtClean="0"/>
              <a:t>‹#›</a:t>
            </a:fld>
            <a:endParaRPr lang="en-US"/>
          </a:p>
        </p:txBody>
      </p:sp>
    </p:spTree>
    <p:extLst>
      <p:ext uri="{BB962C8B-B14F-4D97-AF65-F5344CB8AC3E}">
        <p14:creationId xmlns:p14="http://schemas.microsoft.com/office/powerpoint/2010/main" val="35895639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Notes Placeholder 9"/>
          <p:cNvSpPr>
            <a:spLocks noGrp="1"/>
          </p:cNvSpPr>
          <p:nvPr>
            <p:ph type="body" sz="quarter" idx="3"/>
          </p:nvPr>
        </p:nvSpPr>
        <p:spPr>
          <a:xfrm>
            <a:off x="914400" y="3300413"/>
            <a:ext cx="7315200" cy="2700337"/>
          </a:xfrm>
          <a:prstGeom prst="rect">
            <a:avLst/>
          </a:prstGeom>
        </p:spPr>
        <p:txBody>
          <a:bodyPr vert="horz" lIns="91440" tIns="45720" rIns="91440" bIns="45720" rtlCol="0"/>
          <a:lstStyle/>
          <a:p>
            <a:r>
              <a:rPr lang="en-US" sz="1200" b="1" i="0" u="none" strike="noStrike" cap="none" dirty="0">
                <a:solidFill>
                  <a:srgbClr val="000000"/>
                </a:solidFill>
                <a:effectLst/>
                <a:latin typeface="Arial"/>
                <a:ea typeface="Arial"/>
                <a:cs typeface="Arial"/>
                <a:sym typeface="Arial"/>
              </a:rPr>
              <a:t>References:</a:t>
            </a:r>
            <a:endParaRPr lang="en-US" sz="1200" b="0" i="0" u="none" strike="noStrike" cap="none" dirty="0">
              <a:solidFill>
                <a:srgbClr val="000000"/>
              </a:solidFill>
              <a:effectLst/>
              <a:latin typeface="Arial"/>
              <a:ea typeface="Arial"/>
              <a:cs typeface="Arial"/>
              <a:sym typeface="Arial"/>
            </a:endParaRPr>
          </a:p>
          <a:p>
            <a:r>
              <a:rPr lang="en-US" sz="1200" b="1" i="0" u="none" strike="noStrike" cap="none" dirty="0">
                <a:solidFill>
                  <a:srgbClr val="000000"/>
                </a:solidFill>
                <a:effectLst/>
                <a:latin typeface="Arial"/>
                <a:ea typeface="Arial"/>
                <a:cs typeface="Arial"/>
                <a:sym typeface="Arial"/>
              </a:rPr>
              <a:t>Key Points:</a:t>
            </a:r>
            <a:endParaRPr lang="en-US" sz="1200" b="0" i="0" u="none" strike="noStrike" cap="none" dirty="0">
              <a:solidFill>
                <a:srgbClr val="000000"/>
              </a:solidFill>
              <a:effectLst/>
              <a:latin typeface="Arial"/>
              <a:ea typeface="Arial"/>
              <a:cs typeface="Arial"/>
              <a:sym typeface="Arial"/>
            </a:endParaRPr>
          </a:p>
          <a:p>
            <a:r>
              <a:rPr lang="en-US" sz="1200" b="1" i="0" u="none" strike="noStrike" cap="none" dirty="0">
                <a:solidFill>
                  <a:srgbClr val="000000"/>
                </a:solidFill>
                <a:effectLst/>
                <a:latin typeface="Arial"/>
                <a:ea typeface="Arial"/>
                <a:cs typeface="Arial"/>
                <a:sym typeface="Arial"/>
              </a:rPr>
              <a:t>Explanation of any images/charts/graphics:</a:t>
            </a:r>
            <a:endParaRPr lang="en-US" sz="1200" b="0" i="0" u="none" strike="noStrike" cap="none" dirty="0">
              <a:solidFill>
                <a:srgbClr val="000000"/>
              </a:solidFill>
              <a:effectLst/>
              <a:latin typeface="Arial"/>
              <a:ea typeface="Arial"/>
              <a:cs typeface="Arial"/>
              <a:sym typeface="Arial"/>
            </a:endParaRPr>
          </a:p>
          <a:p>
            <a:r>
              <a:rPr lang="en-US" sz="1200" b="1" i="0" u="none" strike="noStrike" cap="none" dirty="0">
                <a:solidFill>
                  <a:srgbClr val="000000"/>
                </a:solidFill>
                <a:effectLst/>
                <a:latin typeface="Arial"/>
                <a:ea typeface="Arial"/>
                <a:cs typeface="Arial"/>
                <a:sym typeface="Arial"/>
              </a:rPr>
              <a:t>Questions students are most likely to ask:</a:t>
            </a:r>
          </a:p>
          <a:p>
            <a:r>
              <a:rPr lang="en-US" sz="1200" b="1" i="0" u="none" strike="noStrike" cap="none" dirty="0">
                <a:solidFill>
                  <a:srgbClr val="000000"/>
                </a:solidFill>
                <a:effectLst/>
                <a:latin typeface="Arial"/>
                <a:ea typeface="Arial"/>
                <a:cs typeface="Arial"/>
                <a:sym typeface="Arial"/>
              </a:rPr>
              <a:t>Amplifying Details: </a:t>
            </a:r>
            <a:endParaRPr lang="en-US" sz="1200" b="0" i="0" u="none" strike="noStrike" cap="none" dirty="0">
              <a:solidFill>
                <a:srgbClr val="000000"/>
              </a:solidFill>
              <a:effectLst/>
              <a:latin typeface="Arial"/>
              <a:ea typeface="Arial"/>
              <a:cs typeface="Arial"/>
              <a:sym typeface="Arial"/>
            </a:endParaRPr>
          </a:p>
        </p:txBody>
      </p:sp>
    </p:spTree>
    <p:extLst>
      <p:ext uri="{BB962C8B-B14F-4D97-AF65-F5344CB8AC3E}">
        <p14:creationId xmlns:p14="http://schemas.microsoft.com/office/powerpoint/2010/main" val="279400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 4.3 Build an Agentic Workflow (AI Part 1) — Content Guide</a:t>
            </a:r>
          </a:p>
          <a:p/>
          <a:p>
            <a:r>
              <a:t>**Source:** `../AI Part 1 Lecture Content.md`, `../Week 4 Overview.md`, `../labs/L4.3a_Build_Agentic_Workflow/`, `../labs/L4.3b_Agent_Reinforcement/`</a:t>
            </a:r>
          </a:p>
          <a:p>
            <a:r>
              <a:t>**Audience:** CPT operators transitioning from manual effects operations into AI-assisted hunt and triage workflow construction.</a:t>
            </a:r>
          </a:p>
          <a:p>
            <a:r>
              <a:t>**Duration:** ~60 minutes lecture + transition to hands-on build.</a:t>
            </a:r>
          </a:p>
          <a:p>
            <a:r>
              <a:t>**Prerequisites:** Lectures 4.1 and 4.2, Week 1 planning vocabulary, baseline threat-hunt triage concepts, and familiarity with the course n8n + Ollama lab architecture.</a:t>
            </a:r>
          </a:p>
          <a:p>
            <a:r>
              <a:t>**References:**</a:t>
            </a:r>
          </a:p>
          <a:p/>
          <a:p>
            <a:r>
              <a:t>- `../AI Part 1 Lecture Content.md` (legacy draft source)</a:t>
            </a:r>
          </a:p>
          <a:p>
            <a:r>
              <a:t>- `../Week 4 Overview.md`</a:t>
            </a:r>
          </a:p>
          <a:p>
            <a:r>
              <a:t>- `../labs/L4.3a_Build_Agentic_Workflow/L4.3a Student Guide.md`</a:t>
            </a:r>
          </a:p>
          <a:p>
            <a:r>
              <a:t>- `../labs/L4.3b_Agent_Reinforcement/L4.3b Student Brief.md`</a:t>
            </a:r>
          </a:p>
          <a:p>
            <a:r>
              <a:t>- `../labs/L4.3b_Agent_Reinforcement/L4.3b Instructor Answer Key.md`</a:t>
            </a:r>
          </a:p>
          <a:p>
            <a:r>
              <a:t>- `./4.4 Agent Tool Use and RAG Content Guide.md` (next lecture in sequence)</a:t>
            </a:r>
          </a:p>
          <a:p/>
          <a:p>
            <a:r>
              <a: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"This course shifts from manual effects operations into AI-assisted workflow construction. We are not treating the model as an authority. We are building a local workflow that reads evidence, applies a prompt, produces structured output, and tells us when a human needs to review the result."</a:t>
            </a:r>
          </a:p>
          <a:p/>
          <a:p>
            <a:r>
              <a:t>Show:</a:t>
            </a:r>
          </a:p>
          <a:p>
            <a:r>
              <a:t>Place this lesson in the Week 4 arc: students first build the agentic triage pattern, then reinforce it, then extend the pattern with retrieval, tools, and adversary-agent considerations in later activities.</a:t>
            </a:r>
          </a:p>
          <a:p/>
          <a:p>
            <a:r>
              <a:t>Do:</a:t>
            </a:r>
          </a:p>
          <a:p>
            <a:r>
              <a:t>Ask students to name one hunt task that is repetitive enough to automate but still risky enough to require human review. Capture two examples for reuse during the lecture.</a:t>
            </a:r>
          </a:p>
          <a:p/>
          <a:p>
            <a:r>
              <a:t>Image Prompt:</a:t>
            </a:r>
          </a:p>
          <a:p>
            <a:r>
              <a:t>Create a professional CPT operations graphic, 16:9. Show an analyst workstation receiving syslog entries and alert artifacts on the left, a bounded local agent workflow in the center with labeled nodes for trigger, context, model, validation, and output, and a structured incident summary on the right. Use dark blue, muted green, and amber accents. Make the agent look like controlled infrastructure, not a consumer chatbot or glowing humanoid robot.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"Do not hear this as 'SOAR is obsolete.' SOAR is excellent when the rule is clear and the data is stable. The agentic pattern belongs where the input is messy and the workflow needs a bounded reasoning step. The model does not replace orchestration; it becomes one controlled node inside it."</a:t>
            </a:r>
          </a:p>
          <a:p/>
          <a:p>
            <a:r>
              <a:t>Show:</a:t>
            </a:r>
          </a:p>
          <a:p>
            <a:r>
              <a:t>Walk the deterministic path first, then the reasoning path, and point out where validation gates prevent model output from becoming unchecked action.</a:t>
            </a:r>
          </a:p>
          <a:p/>
          <a:p>
            <a:r>
              <a:t>Do:</a:t>
            </a:r>
          </a:p>
          <a:p>
            <a:r>
              <a:t>Ask: "Which of these should stay deterministic: blocking a hash from a vetted feed, or summarizing an ambiguous process tree?" Have students explain the difference.</a:t>
            </a:r>
          </a:p>
          <a:p/>
          <a:p>
            <a:r>
              <a:t>Image Prompt:</a:t>
            </a:r>
          </a:p>
          <a:p>
            <a:r>
              <a:t>Create a clean technical comparison diagram, 16:9, titled "Extending SOAR." On the left, show a deterministic SOAR path labeled "Stable Rule Path": alert -&gt; parse -&gt; match -&gt; action -&gt; audit log. On the right, show an agentic extension path labeled "Reasoning Step": alert -&gt; evidence bundle -&gt; LLM reasoning node -&gt; validation gate -&gt; branch decision -&gt; audit log. Use a shared human review checkpoint across both paths. Avoid implying replacement; show extension and integration.</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"An agent is not just a model. The model is one reasoning node. The agent is the whole loop: what evidence enters, how context is built, what the model is allowed to produce, how the workflow validates it, and what record we keep afterward."</a:t>
            </a:r>
          </a:p>
          <a:p/>
          <a:p>
            <a:r>
              <a:t>Show:</a:t>
            </a:r>
          </a:p>
          <a:p>
            <a:r>
              <a:t>Highlight the validator/router block. Tie it directly to the reinforcement lab failure modes: malformed JSON, API failures, and disagreement between branches.</a:t>
            </a:r>
          </a:p>
          <a:p/>
          <a:p>
            <a:r>
              <a:t>Do:</a:t>
            </a:r>
          </a:p>
          <a:p>
            <a:r>
              <a:t>Have students repeat the operator test: "Can I explain what evidence went in, what prompt was used, what came out, and why the workflow took the branch it took?"</a:t>
            </a:r>
          </a:p>
          <a:p/>
          <a:p>
            <a:r>
              <a:t>Image Prompt:</a:t>
            </a:r>
          </a:p>
          <a:p>
            <a:r>
              <a:t>Create a left-to-right architecture diagram, 16:9, with five labeled blocks: Trigger/Sensor, Context Builder, Local LLM Reasoning Node, Validator/Router, and Audit/State Store. Add small, realistic icons for logs, JSON schema, retry loop, human review, and stored execution records. Use restrained tactical colors and clear arrows. Do not depict the LLM as autonomous, magical, or human-like; make it one bounded service node.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"The common thread is not chat. The common thread is evidence transformation. We are asking the workflow to take messy evidence, make a bounded assessment, produce a machine-readable artifact, and mark uncertainty. That is useful for defenders, and it is also exactly why adversaries will use the same pattern."</a:t>
            </a:r>
          </a:p>
          <a:p/>
          <a:p>
            <a:r>
              <a:t>Show:</a:t>
            </a:r>
          </a:p>
          <a:p>
            <a:r>
              <a:t>Connect each defensive example to a course build behavior: ingest, enrich, classify, validate, branch, and export.</a:t>
            </a:r>
          </a:p>
          <a:p/>
          <a:p>
            <a:r>
              <a:t>Do:</a:t>
            </a:r>
          </a:p>
          <a:p>
            <a:r>
              <a:t>Ask: "Where is the human review point in each use case?" If students skip it, bring them back to confidence and operational risk.</a:t>
            </a:r>
          </a:p>
          <a:p/>
          <a:p>
            <a:r>
              <a:t>Image Prompt:</a:t>
            </a:r>
          </a:p>
          <a:p>
            <a:r>
              <a:t>Create a four-panel operational use-case graphic, 16:9. Panels should show: alert triage, hunt hypothesis support, evidence normalization, and adversary workflow recognition. Use realistic security artifacts such as logs, tickets, process trees, and JSON records. Include a small human review icon in each panel. Avoid clutter, vendor logos, and cartoon robot imagery.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"In a workflow, prompting is engineering. The system prompt defines stable behavior. The user prompt carries the current evidence. The output contract tells the model what shape downstream automation requires. If any one of those is vague, the workflow becomes brittle."</a:t>
            </a:r>
          </a:p>
          <a:p/>
          <a:p>
            <a:r>
              <a:t>Show:</a:t>
            </a:r>
          </a:p>
          <a:p>
            <a:r>
              <a:t>The three-layer prompt structure, then point to the validation gate after the assistant output.</a:t>
            </a:r>
          </a:p>
          <a:p/>
          <a:p>
            <a:r>
              <a:t>Do:</a:t>
            </a:r>
          </a:p>
          <a:p>
            <a:r>
              <a:t>Ask students what belongs in the system prompt versus the user prompt for a syslog triage workflow. Expected distinction: durable role/schema in system; current log and API results in user.</a:t>
            </a:r>
          </a:p>
          <a:p/>
          <a:p>
            <a:r>
              <a:t>Image Prompt:</a:t>
            </a:r>
          </a:p>
          <a:p>
            <a:r>
              <a:t>Create a layered prompt-engineering diagram, 16:9. Top layer: "System Prompt - role, boundaries, schema." Middle layer: "User Prompt - task + evidence bundle." Side box: "Context Window Budget." Bottom layer: "Assistant Output - proposed JSON." Place a validation gate after the output before any branch or action. Use clean labels, minimal text, and a visual hierarchy that makes the output contract obvious.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"We do not write a new prompt for every alert. We write a template. n8n injects the current log, source filename, timestamp, and enrichment results into known variables. That gives us repeatability and makes the output easier to debug."</a:t>
            </a:r>
          </a:p>
          <a:p/>
          <a:p>
            <a:r>
              <a:t>Show:</a:t>
            </a:r>
          </a:p>
          <a:p>
            <a:r>
              <a:t>The example `Analyze the following log for malicious activity: {{ incoming_syslog_data }}` and add a second notional variable such as `{{ threat_intel_result }}`.</a:t>
            </a:r>
          </a:p>
          <a:p/>
          <a:p>
            <a:r>
              <a:t>Do:</a:t>
            </a:r>
          </a:p>
          <a:p>
            <a:r>
              <a:t>Ask students which fields should be inserted automatically into every prompt for auditability: source artifact, timestamp, enrichment status, and workflow name.</a:t>
            </a:r>
          </a:p>
          <a:p/>
          <a:p>
            <a:r>
              <a:t>Image Prompt:</a:t>
            </a:r>
          </a:p>
          <a:p>
            <a:r>
              <a:t>Create a template-injection diagram, 16:9. On the left, show a prompt template document with labeled placeholders such as `{source}`, `{timestamp}`, and `{incoming_syslog_data}`. On the right, show live log records and enrichment results. In the center, show the rendered prompt with the evidence inserted and provenance retained. Use a precise engineering style, not a generic "code merging" illustration.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"LLMs predict tokens. Parameters influence how much variation the model is allowed to introduce. For a poem, variation is useful. For an incident workflow, variation can break a parser or inflate confidence. Today we tune for boring, repeatable, short outputs."</a:t>
            </a:r>
          </a:p>
          <a:p/>
          <a:p>
            <a:r>
              <a:t>Show:</a:t>
            </a:r>
          </a:p>
          <a:p>
            <a:r>
              <a:t>The parameter controls and tie each to an operational failure mode: randomness, rambling, malformed output, or inconsistent confidence.</a:t>
            </a:r>
          </a:p>
          <a:p/>
          <a:p>
            <a:r>
              <a:t>Do:</a:t>
            </a:r>
          </a:p>
          <a:p>
            <a:r>
              <a:t>Ask students why a low-temperature model can still be wrong. Drive toward: deterministic does not mean accurate; it only means repeatable.</a:t>
            </a:r>
          </a:p>
          <a:p/>
          <a:p>
            <a:r>
              <a:t>Image Prompt:</a:t>
            </a:r>
          </a:p>
          <a:p>
            <a:r>
              <a:t>Create a dashboard-style graphic, 16:9, showing five model controls: Temperature set low, `top_k` constrained, `top_p` moderate, Max Tokens capped, and Stop Condition enabled. Add a side label: "Operational goal: repeatable JSON, not creative prose." Use instrument-panel styling with readable labels and no decorative robot imagery.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"Downstream nodes do not read intent; they read fields. If the model gives a paragraph when the next node expects `classification`, `confidence`, and `summary`, the workflow is broken. Structured output is what turns language into an operational artifact."</a:t>
            </a:r>
          </a:p>
          <a:p/>
          <a:p>
            <a:r>
              <a:t>Show:</a:t>
            </a:r>
          </a:p>
          <a:p>
            <a:r>
              <a:t>A small schema with `classification`, `confidence`, `summary`, `intel_unavailable`, and `needs_human_review`.</a:t>
            </a:r>
          </a:p>
          <a:p/>
          <a:p>
            <a:r>
              <a:t>Do:</a:t>
            </a:r>
          </a:p>
          <a:p>
            <a:r>
              <a:t>Warn that smaller local models like `phi4-mini` can still drift from the schema. That is not a reason to abandon them; it is a reason to validate and retry.</a:t>
            </a:r>
          </a:p>
          <a:p/>
          <a:p>
            <a:r>
              <a:t>Image Prompt:</a:t>
            </a:r>
          </a:p>
          <a:p>
            <a:r>
              <a:t>Create a split-screen validation graphic, 16:9. Top half: red-tinted conversational model output beginning "Certainly..." hitting a broken automation gear. Bottom half: green-tinted valid JSON with fields such as `classification`, `confidence`, and `needs_human_review` passing through a validation gate into a branch node. Keep the JSON readable and the failure mode visually obvious.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"Even with good prompts, models sometimes produce invalid format. The professional answer is not hope; it is validation. Try once or twice with a narrower correction prompt, then fail gracefully with a review flag. A workflow that fails visibly is safer than one that invents a clean-looking answer."</a:t>
            </a:r>
          </a:p>
          <a:p/>
          <a:p>
            <a:r>
              <a:t>Show:</a:t>
            </a:r>
          </a:p>
          <a:p>
            <a:r>
              <a:t>The validation loop and point at the retry cap.</a:t>
            </a:r>
          </a:p>
          <a:p/>
          <a:p>
            <a:r>
              <a:t>Do:</a:t>
            </a:r>
          </a:p>
          <a:p>
            <a:r>
              <a:t>Tell students the hands-on workflow will deliberately stress these failure modes: broken JSON, enrichment failure, and conflicting branch evidence.</a:t>
            </a:r>
          </a:p>
          <a:p/>
          <a:p>
            <a:r>
              <a:t>Image Prompt:</a:t>
            </a:r>
          </a:p>
          <a:p>
            <a:r>
              <a:t>Create a workflow failure-handling diagram, 16:9. Show output from an "AI Node" entering a "JSON Validator." The valid path uses a green check and proceeds to "Structured Output." The invalid path uses a red X, loops once or twice through "Correction Prompt," then exits to "Human Review Flag" after the retry cap. Include the retry cap as a visible counter, not an infinite loop.</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"RAG is an open-book pattern. The model does not remember your local doctrine by default. The workflow searches the approved source material, retrieves the relevant chunks, and places those chunks into context. Now the model has evidence to reference."</a:t>
            </a:r>
          </a:p>
          <a:p/>
          <a:p>
            <a:r>
              <a:t>Show:</a:t>
            </a:r>
          </a:p>
          <a:p>
            <a:r>
              <a:t>Contrast model weights, which are static for our purposes, with retrieved context, which can be updated as documents change.</a:t>
            </a:r>
          </a:p>
          <a:p/>
          <a:p>
            <a:r>
              <a:t>Do:</a:t>
            </a:r>
          </a:p>
          <a:p>
            <a:r>
              <a:t>Keep this as a conceptual bridge. Students need the mental model here before the course turns retrieval into a primary build task.</a:t>
            </a:r>
          </a:p>
          <a:p/>
          <a:p>
            <a:r>
              <a:t>Image Prompt:</a:t>
            </a:r>
          </a:p>
          <a:p>
            <a:r>
              <a:t>Create a concise RAG concept graphic, 16:9. Show a controlled document shelf with SOPs, doctrine notes, incident history, and network notes feeding a retrieval step. Retrieved chunks enter the prompt beside current incident evidence, then flow into the model and out to a cited answer. Use labels that emphasize "approved sources" and "reviewable citations."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"The search is semantic. If an incident mentions suspicious PowerShell behavior, retrieval can find doctrine or notes that discuss command interpreters, script execution, or T1059-style behavior even when the exact words differ. That is why embeddings matter to hunt operations."</a:t>
            </a:r>
          </a:p>
          <a:p/>
          <a:p>
            <a:r>
              <a:t>Show:</a:t>
            </a:r>
          </a:p>
          <a:p>
            <a:r>
              <a:t>The full RAG flowchart, but keep the depth limited. Students only need the mental model today.</a:t>
            </a:r>
          </a:p>
          <a:p/>
          <a:p>
            <a:r>
              <a:t>Do:</a:t>
            </a:r>
          </a:p>
          <a:p>
            <a:r>
              <a:t>Ask students what can go wrong if the corpus contains stale or poisoned information. Save the answer for the later adversary-agent discussion.</a:t>
            </a:r>
          </a:p>
          <a:p/>
          <a:p>
            <a:r>
              <a:t>Image Prompt:</a:t>
            </a:r>
          </a:p>
          <a:p>
            <a:r>
              <a:t>Create a six-step RAG process flowchart, 16:9. Step 1: doctrine and SOP files are chunked. Step 2: an embedding model converts chunks into vectors. Step 3: a vector store indexes vectors with source metadata. Step 4: an incident query retrieves closest chunks. Step 5: retrieved context and incident evidence enter the LLM. Step 6: the answer includes source references. Use compact labels and make source metadata visible throughout.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"Tool calling is how an agent gets new information or asks the workflow to do something. The model does not execute the tool. It emits a structured request. n8n checks the request, runs the approved tool, and returns the result."</a:t>
            </a:r>
          </a:p>
          <a:p/>
          <a:p>
            <a:r>
              <a:t>Show:</a:t>
            </a:r>
          </a:p>
          <a:p>
            <a:r>
              <a:t>The sequence diagram illustrating the pause in generation while the tool runs.</a:t>
            </a:r>
          </a:p>
          <a:p/>
          <a:p>
            <a:r>
              <a:t>Do:</a:t>
            </a:r>
          </a:p>
          <a:p>
            <a:r>
              <a:t>Emphasize that the current build uses simple enrichment and parsing patterns. Later course work expands this into controlled tool use with explicit audit expectations.</a:t>
            </a:r>
          </a:p>
          <a:p/>
          <a:p>
            <a:r>
              <a:t>Image Prompt:</a:t>
            </a:r>
          </a:p>
          <a:p>
            <a:r>
              <a:t>Create a sequence diagram, 16:9. Step 1: agent receives task and evidence. Step 2: agent requests `lookup_ip_reputation(ip)` from the orchestrator. Step 3: orchestrator checks the approved tool list and argument schema. Step 4: orchestrator runs the API. Step 5: tool result returns to the agent. Step 6: agent generates final structured analysis. Make the orchestrator the execution boundary.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"MCP is a standardization pattern. Instead of every agent building custom glue to every tool, an MCP server exposes approved capabilities in a common way. For an operational team, that matters because context access and tool access are part of the control surface."</a:t>
            </a:r>
          </a:p>
          <a:p/>
          <a:p>
            <a:r>
              <a:t>Show:</a:t>
            </a:r>
          </a:p>
          <a:p>
            <a:r>
              <a:t>The hub-and-spoke diagram and point out that the center is not just convenience; it is where access can be described and constrained.</a:t>
            </a:r>
          </a:p>
          <a:p/>
          <a:p>
            <a:r>
              <a:t>Do:</a:t>
            </a:r>
          </a:p>
          <a:p>
            <a:r>
              <a:t>Tell students they do not need to implement MCP today. They need to recognize why standards matter when agent workflows move from lab prototype to team service.</a:t>
            </a:r>
          </a:p>
          <a:p/>
          <a:p>
            <a:r>
              <a:t>Image Prompt:</a:t>
            </a:r>
          </a:p>
          <a:p>
            <a:r>
              <a:t>Create a hub-and-spoke architecture diagram, 16:9. Center node: "MCP Server / Approved Context Interface." Left side: AI harnesses and orchestrators such as local agent, n8n, and IDE assistant. Right side: approved resources such as local files, ticket system, telemetry API, and doctrine repository. Add lock, permission, and audit icons on each tool path. Keep the diagram vendor-neutral.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"The right tool depends on the mission and the team. A software team may want code-first control. A CPT classroom needs visibility, repeatability, and fast debugging. n8n gives us a graph that an instructor can grade and a student can explain."</a:t>
            </a:r>
          </a:p>
          <a:p/>
          <a:p>
            <a:r>
              <a:t>Show:</a:t>
            </a:r>
          </a:p>
          <a:p>
            <a:r>
              <a:t>A simple comparison: code-first for engineering depth; visual orchestration for workflow visibility and rapid operator iteration.</a:t>
            </a:r>
          </a:p>
          <a:p/>
          <a:p>
            <a:r>
              <a:t>Do:</a:t>
            </a:r>
          </a:p>
          <a:p>
            <a:r>
              <a:t>Ask students what they would need before approving either pattern in a real environment: logging, credential handling, review, backups, and failure behavior.</a:t>
            </a:r>
          </a:p>
          <a:p/>
          <a:p>
            <a:r>
              <a:t>Image Prompt:</a:t>
            </a:r>
          </a:p>
          <a:p>
            <a:r>
              <a:t>Create a neutral orchestration landscape graphic, 16:9. Show two columns: "Code-First" with LangChain, LlamaIndex, CrewAI, and custom Python services; and "Visual Orchestrators" with n8n, Flowise, and LangFlow. Below both columns, show shared selection criteria: auditability, repeatability, data handling, offline operation, credential control, and maintainability. Avoid making one option look universally superior.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"This stack is intentionally constrained. n8n shows the workflow. Ollama runs the local model. The mock API gives us enrichment without internet access. The point is not vendor preference; the point is to learn the pattern in a closed, repeatable environment."</a:t>
            </a:r>
          </a:p>
          <a:p/>
          <a:p>
            <a:r>
              <a:t>Show:</a:t>
            </a:r>
          </a:p>
          <a:p>
            <a:r>
              <a:t>The component diagram and trace the path from input log to final JSON.</a:t>
            </a:r>
          </a:p>
          <a:p/>
          <a:p>
            <a:r>
              <a:t>Do:</a:t>
            </a:r>
          </a:p>
          <a:p>
            <a:r>
              <a:t>Have students identify which component owns orchestration, inference, enrichment, and output validation.</a:t>
            </a:r>
          </a:p>
          <a:p/>
          <a:p>
            <a:r>
              <a:t>Image Prompt:</a:t>
            </a:r>
          </a:p>
          <a:p>
            <a:r>
              <a:t>Create a local lab architecture diagram, 16:9. Show n8n as the orchestration layer, Ollama running `phi4-mini`, a mock threat-intel API, local input files, validation nodes, and JSON output artifacts. Put all components inside a boundary labeled "Closed PCTE Environment." Use arrows that trace input log -&gt; enrichment -&gt; model -&gt; validation -&gt; output.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"The VM constraints are not an inconvenience to hide. They are part of the lesson. You will see slower inference, occasional timeout behavior, and sometimes imperfect JSON. That is exactly why operational workflows need timeouts, retry caps, and human-review paths."</a:t>
            </a:r>
          </a:p>
          <a:p/>
          <a:p>
            <a:r>
              <a:t>Show:</a:t>
            </a:r>
          </a:p>
          <a:p>
            <a:r>
              <a:t>The PCTE hardware specs and the expected failure behaviors.</a:t>
            </a:r>
          </a:p>
          <a:p/>
          <a:p>
            <a:r>
              <a:t>Do:</a:t>
            </a:r>
          </a:p>
          <a:p>
            <a:r>
              <a:t>Advise students to monitor CPU and workflow execution time during the lab, then connect those observations to timeout and retry requirements.</a:t>
            </a:r>
          </a:p>
          <a:p/>
          <a:p>
            <a:r>
              <a:t>Image Prompt:</a:t>
            </a:r>
          </a:p>
          <a:p>
            <a:r>
              <a:t>Create a technical constraints graphic, 16:9. Show a large neural network compressed through a labeled "Quantization" funnel into a compact model block that fits inside a RAM module. Add small constraint badges for "4 vCPU," "16 GB RAM," "No GPU," "CPU inference," and "Retry cap." Keep the tone technical and realistic, not futuristic.</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Say:</a:t>
            </a:r>
          </a:p>
          <a:p>
            <a:r>
              <a:t>"We may have an opportunity to use GenAI.mil API access in a classroom-only lab environment. If we do that, it will not connect to PCTE or any target range. The value is conceptual: students can compare the same agentic workflow discipline against a frontier model while they are first building the mental model for prompts, validation, and structured outputs."</a:t>
            </a:r>
          </a:p>
          <a:p/>
          <a:p>
            <a:r>
              <a:t>Show:</a:t>
            </a:r>
          </a:p>
          <a:p>
            <a:r>
              <a:t>Contrast the two environments: closed PCTE workflows remain the range-safe implementation path, while GenAI.mil access would be a classroom-only concept and comparison path.</a:t>
            </a:r>
          </a:p>
          <a:p/>
          <a:p>
            <a:r>
              <a:t>Do:</a:t>
            </a:r>
          </a:p>
          <a:p>
            <a:r>
              <a:t>Ask students what must stay unchanged when the model changes. Expected answers: evidence boundaries, prompt structure, output schema, validation, audit trail, and human review.</a:t>
            </a:r>
          </a:p>
          <a:p/>
          <a:p>
            <a:r>
              <a:t>Image Prompt:</a:t>
            </a:r>
          </a:p>
          <a:p>
            <a:r>
              <a:t>Create a split-environment decision graphic, 16:9. Left side: "Closed PCTE Range" with local n8n, Ollama, mock API, and target-range boundary. Right side: "Classroom-Only GenAI.mil API" with a secured API gateway, frontier model endpoint, and no target-range connection. In the center, show shared workflow concepts: prompt, evidence bundle, validation, output contract, and human review. Make the separation between environments visually explicit.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Title Slide">
    <p:spTree>
      <p:nvGrpSpPr>
        <p:cNvPr id="1" name="Shape 12"/>
        <p:cNvGrpSpPr/>
        <p:nvPr/>
      </p:nvGrpSpPr>
      <p:grpSpPr>
        <a:xfrm>
          <a:off x="0" y="0"/>
          <a:ext cx="0" cy="0"/>
          <a:chOff x="0" y="0"/>
          <a:chExt cx="0" cy="0"/>
        </a:xfrm>
      </p:grpSpPr>
      <p:sp>
        <p:nvSpPr>
          <p:cNvPr id="13" name="Google Shape;13;p11"/>
          <p:cNvSpPr txBox="1">
            <a:spLocks noGrp="1"/>
          </p:cNvSpPr>
          <p:nvPr>
            <p:ph type="ctrTitle" hasCustomPrompt="1"/>
          </p:nvPr>
        </p:nvSpPr>
        <p:spPr>
          <a:xfrm>
            <a:off x="2062480" y="898843"/>
            <a:ext cx="9144000" cy="23876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4000" b="1"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r>
              <a:rPr lang="en-US" dirty="0"/>
              <a:t>Lesson Title</a:t>
            </a:r>
            <a:endParaRPr dirty="0"/>
          </a:p>
        </p:txBody>
      </p:sp>
    </p:spTree>
    <p:extLst>
      <p:ext uri="{BB962C8B-B14F-4D97-AF65-F5344CB8AC3E}">
        <p14:creationId xmlns:p14="http://schemas.microsoft.com/office/powerpoint/2010/main" val="2793533826"/>
      </p:ext>
    </p:extLst>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reserve="1" userDrawn="1">
  <p:cSld name="Lesson Objectives">
    <p:spTree>
      <p:nvGrpSpPr>
        <p:cNvPr id="1" name="Shape 18"/>
        <p:cNvGrpSpPr/>
        <p:nvPr/>
      </p:nvGrpSpPr>
      <p:grpSpPr>
        <a:xfrm>
          <a:off x="0" y="0"/>
          <a:ext cx="0" cy="0"/>
          <a:chOff x="0" y="0"/>
          <a:chExt cx="0" cy="0"/>
        </a:xfrm>
      </p:grpSpPr>
      <p:sp>
        <p:nvSpPr>
          <p:cNvPr id="20" name="Google Shape;20;p14"/>
          <p:cNvSpPr txBox="1">
            <a:spLocks noGrp="1"/>
          </p:cNvSpPr>
          <p:nvPr>
            <p:ph type="body" idx="1" hasCustomPrompt="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609585" marR="0" lvl="0" indent="-440256" algn="l">
              <a:lnSpc>
                <a:spcPct val="90000"/>
              </a:lnSpc>
              <a:spcBef>
                <a:spcPts val="800"/>
              </a:spcBef>
              <a:spcAft>
                <a:spcPts val="0"/>
              </a:spcAft>
              <a:buClr>
                <a:schemeClr val="dk1"/>
              </a:buClr>
              <a:buSzPts val="1600"/>
              <a:buFont typeface="Arial"/>
              <a:buChar char="•"/>
              <a:defRPr sz="2600" b="0" i="0" u="none" strike="noStrike" cap="none">
                <a:solidFill>
                  <a:schemeClr val="dk1"/>
                </a:solidFill>
                <a:latin typeface="+mn-lt"/>
                <a:ea typeface="Calibri"/>
                <a:cs typeface="Calibri"/>
                <a:sym typeface="Calibri"/>
              </a:defRPr>
            </a:lvl1pPr>
            <a:lvl2pPr marL="1219170" marR="0" lvl="1" indent="-423323"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mn-lt"/>
                <a:ea typeface="Calibri"/>
                <a:cs typeface="Calibri"/>
                <a:sym typeface="Calibri"/>
              </a:defRPr>
            </a:lvl2pPr>
            <a:lvl3pPr marL="1828754" marR="0" lvl="2" indent="-397923"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mn-lt"/>
                <a:ea typeface="Calibri"/>
                <a:cs typeface="Calibri"/>
                <a:sym typeface="Calibri"/>
              </a:defRPr>
            </a:lvl3pPr>
            <a:lvl4pPr marL="2438339" marR="0" lvl="3" indent="-389457"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mn-lt"/>
                <a:ea typeface="Calibri"/>
                <a:cs typeface="Calibri"/>
                <a:sym typeface="Calibri"/>
              </a:defRPr>
            </a:lvl4pPr>
            <a:lvl5pPr marL="3047924" marR="0" lvl="4"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5pPr>
            <a:lvl6pPr marL="3657509" marR="0" lvl="5"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4267093" marR="0" lvl="6"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7pPr>
            <a:lvl8pPr marL="4876678" marR="0" lvl="7"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8pPr>
            <a:lvl9pPr marL="5486263" marR="0" lvl="8"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9pPr>
          </a:lstStyle>
          <a:p>
            <a:pPr lvl="0"/>
            <a:r>
              <a:rPr lang="en-US" dirty="0"/>
              <a:t>ELOs and the TLOs they support</a:t>
            </a:r>
            <a:endParaRPr dirty="0"/>
          </a:p>
        </p:txBody>
      </p:sp>
      <p:sp>
        <p:nvSpPr>
          <p:cNvPr id="21" name="Google Shape;21;p14"/>
          <p:cNvSpPr txBox="1"/>
          <p:nvPr/>
        </p:nvSpPr>
        <p:spPr>
          <a:xfrm>
            <a:off x="3657600" y="6553201"/>
            <a:ext cx="4876800" cy="246400"/>
          </a:xfrm>
          <a:prstGeom prst="rect">
            <a:avLst/>
          </a:prstGeom>
          <a:noFill/>
          <a:ln>
            <a:noFill/>
          </a:ln>
        </p:spPr>
        <p:txBody>
          <a:bodyPr spcFirstLastPara="1" wrap="square" lIns="91433" tIns="45700" rIns="91433"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22" name="Google Shape;22;p14"/>
          <p:cNvSpPr txBox="1"/>
          <p:nvPr/>
        </p:nvSpPr>
        <p:spPr>
          <a:xfrm>
            <a:off x="3657600" y="0"/>
            <a:ext cx="4876800" cy="246400"/>
          </a:xfrm>
          <a:prstGeom prst="rect">
            <a:avLst/>
          </a:prstGeom>
          <a:noFill/>
          <a:ln>
            <a:noFill/>
          </a:ln>
        </p:spPr>
        <p:txBody>
          <a:bodyPr spcFirstLastPara="1" wrap="square" lIns="91433" tIns="45700" rIns="91433"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 name="Google Shape;19;p14"/>
          <p:cNvSpPr txBox="1">
            <a:spLocks noGrp="1"/>
          </p:cNvSpPr>
          <p:nvPr>
            <p:ph type="title" hasCustomPrompt="1"/>
          </p:nvPr>
        </p:nvSpPr>
        <p:spPr>
          <a:xfrm>
            <a:off x="1510028" y="519084"/>
            <a:ext cx="10361371"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r>
              <a:rPr lang="en-US" dirty="0"/>
              <a:t>Lesson Objectives</a:t>
            </a:r>
            <a:endParaRPr dirty="0"/>
          </a:p>
        </p:txBody>
      </p:sp>
    </p:spTree>
    <p:extLst>
      <p:ext uri="{BB962C8B-B14F-4D97-AF65-F5344CB8AC3E}">
        <p14:creationId xmlns:p14="http://schemas.microsoft.com/office/powerpoint/2010/main" val="15777036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preserve="1" userDrawn="1">
  <p:cSld name="Lesson Overview">
    <p:spTree>
      <p:nvGrpSpPr>
        <p:cNvPr id="1" name="Shape 18"/>
        <p:cNvGrpSpPr/>
        <p:nvPr/>
      </p:nvGrpSpPr>
      <p:grpSpPr>
        <a:xfrm>
          <a:off x="0" y="0"/>
          <a:ext cx="0" cy="0"/>
          <a:chOff x="0" y="0"/>
          <a:chExt cx="0" cy="0"/>
        </a:xfrm>
      </p:grpSpPr>
      <p:sp>
        <p:nvSpPr>
          <p:cNvPr id="20" name="Google Shape;20;p14"/>
          <p:cNvSpPr txBox="1">
            <a:spLocks noGrp="1"/>
          </p:cNvSpPr>
          <p:nvPr>
            <p:ph type="body" idx="1" hasCustomPrompt="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609585" marR="0" lvl="0" indent="-440256" algn="l">
              <a:lnSpc>
                <a:spcPct val="90000"/>
              </a:lnSpc>
              <a:spcBef>
                <a:spcPts val="800"/>
              </a:spcBef>
              <a:spcAft>
                <a:spcPts val="0"/>
              </a:spcAft>
              <a:buClr>
                <a:schemeClr val="dk1"/>
              </a:buClr>
              <a:buSzPts val="1600"/>
              <a:buFont typeface="Arial"/>
              <a:buChar char="•"/>
              <a:defRPr sz="2600" b="0" i="0" u="none" strike="noStrike" cap="none">
                <a:solidFill>
                  <a:schemeClr val="dk1"/>
                </a:solidFill>
                <a:latin typeface="+mn-lt"/>
                <a:ea typeface="Calibri"/>
                <a:cs typeface="Calibri"/>
                <a:sym typeface="Calibri"/>
              </a:defRPr>
            </a:lvl1pPr>
            <a:lvl2pPr marL="1219170" marR="0" lvl="1" indent="-423323"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mn-lt"/>
                <a:ea typeface="Calibri"/>
                <a:cs typeface="Calibri"/>
                <a:sym typeface="Calibri"/>
              </a:defRPr>
            </a:lvl2pPr>
            <a:lvl3pPr marL="1828754" marR="0" lvl="2" indent="-397923"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mn-lt"/>
                <a:ea typeface="Calibri"/>
                <a:cs typeface="Calibri"/>
                <a:sym typeface="Calibri"/>
              </a:defRPr>
            </a:lvl3pPr>
            <a:lvl4pPr marL="2438339" marR="0" lvl="3" indent="-389457"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mn-lt"/>
                <a:ea typeface="Calibri"/>
                <a:cs typeface="Calibri"/>
                <a:sym typeface="Calibri"/>
              </a:defRPr>
            </a:lvl4pPr>
            <a:lvl5pPr marL="3047924" marR="0" lvl="4"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5pPr>
            <a:lvl6pPr marL="3657509" marR="0" lvl="5"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4267093" marR="0" lvl="6"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7pPr>
            <a:lvl8pPr marL="4876678" marR="0" lvl="7"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8pPr>
            <a:lvl9pPr marL="5486263" marR="0" lvl="8"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9pPr>
          </a:lstStyle>
          <a:p>
            <a:pPr lvl="0"/>
            <a:r>
              <a:rPr lang="en-US" dirty="0"/>
              <a:t>Brief Explanation of Lesson</a:t>
            </a:r>
            <a:endParaRPr dirty="0"/>
          </a:p>
        </p:txBody>
      </p:sp>
      <p:sp>
        <p:nvSpPr>
          <p:cNvPr id="21" name="Google Shape;21;p14"/>
          <p:cNvSpPr txBox="1"/>
          <p:nvPr/>
        </p:nvSpPr>
        <p:spPr>
          <a:xfrm>
            <a:off x="3657600" y="6553201"/>
            <a:ext cx="4876800" cy="246400"/>
          </a:xfrm>
          <a:prstGeom prst="rect">
            <a:avLst/>
          </a:prstGeom>
          <a:noFill/>
          <a:ln>
            <a:noFill/>
          </a:ln>
        </p:spPr>
        <p:txBody>
          <a:bodyPr spcFirstLastPara="1" wrap="square" lIns="91433" tIns="45700" rIns="91433"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22" name="Google Shape;22;p14"/>
          <p:cNvSpPr txBox="1"/>
          <p:nvPr/>
        </p:nvSpPr>
        <p:spPr>
          <a:xfrm>
            <a:off x="3657600" y="0"/>
            <a:ext cx="4876800" cy="246400"/>
          </a:xfrm>
          <a:prstGeom prst="rect">
            <a:avLst/>
          </a:prstGeom>
          <a:noFill/>
          <a:ln>
            <a:noFill/>
          </a:ln>
        </p:spPr>
        <p:txBody>
          <a:bodyPr spcFirstLastPara="1" wrap="square" lIns="91433" tIns="45700" rIns="91433"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 name="Google Shape;19;p14"/>
          <p:cNvSpPr txBox="1">
            <a:spLocks noGrp="1"/>
          </p:cNvSpPr>
          <p:nvPr>
            <p:ph type="title" hasCustomPrompt="1"/>
          </p:nvPr>
        </p:nvSpPr>
        <p:spPr>
          <a:xfrm>
            <a:off x="1510028" y="519084"/>
            <a:ext cx="10361371"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r>
              <a:rPr lang="en-US" dirty="0"/>
              <a:t>Lesson Overview</a:t>
            </a:r>
            <a:endParaRPr dirty="0"/>
          </a:p>
        </p:txBody>
      </p:sp>
    </p:spTree>
    <p:extLst>
      <p:ext uri="{BB962C8B-B14F-4D97-AF65-F5344CB8AC3E}">
        <p14:creationId xmlns:p14="http://schemas.microsoft.com/office/powerpoint/2010/main" val="3600154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reserve="1">
  <p:cSld name="1_Section Header">
    <p:spTree>
      <p:nvGrpSpPr>
        <p:cNvPr id="1" name="Shape 15"/>
        <p:cNvGrpSpPr/>
        <p:nvPr/>
      </p:nvGrpSpPr>
      <p:grpSpPr>
        <a:xfrm>
          <a:off x="0" y="0"/>
          <a:ext cx="0" cy="0"/>
          <a:chOff x="0" y="0"/>
          <a:chExt cx="0" cy="0"/>
        </a:xfrm>
      </p:grpSpPr>
      <p:sp>
        <p:nvSpPr>
          <p:cNvPr id="16" name="Google Shape;16;p12"/>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r>
              <a:rPr lang="en-US"/>
              <a:t>Click to edit Master title style</a:t>
            </a:r>
            <a:endParaRPr dirty="0"/>
          </a:p>
        </p:txBody>
      </p:sp>
      <p:sp>
        <p:nvSpPr>
          <p:cNvPr id="17" name="Google Shape;17;p12"/>
          <p:cNvSpPr txBox="1">
            <a:spLocks noGrp="1"/>
          </p:cNvSpPr>
          <p:nvPr>
            <p:ph type="body" idx="1"/>
          </p:nvPr>
        </p:nvSpPr>
        <p:spPr>
          <a:xfrm>
            <a:off x="1723854" y="3429000"/>
            <a:ext cx="9963493" cy="2128400"/>
          </a:xfrm>
          <a:prstGeom prst="rect">
            <a:avLst/>
          </a:prstGeom>
          <a:noFill/>
          <a:ln>
            <a:noFill/>
          </a:ln>
        </p:spPr>
        <p:txBody>
          <a:bodyPr spcFirstLastPara="1" wrap="square" lIns="91425" tIns="91425" rIns="91425" bIns="91425" anchor="t" anchorCtr="0">
            <a:noAutofit/>
          </a:bodyPr>
          <a:lstStyle>
            <a:lvl1pPr marL="609585" marR="0" lvl="0" indent="-304792" algn="ctr">
              <a:lnSpc>
                <a:spcPct val="90000"/>
              </a:lnSpc>
              <a:spcBef>
                <a:spcPts val="800"/>
              </a:spcBef>
              <a:spcAft>
                <a:spcPts val="0"/>
              </a:spcAft>
              <a:buClr>
                <a:srgbClr val="888888"/>
              </a:buClr>
              <a:buSzPts val="1600"/>
              <a:buFont typeface="Arial"/>
              <a:buNone/>
              <a:defRPr sz="1800" b="0" i="0" u="none" strike="noStrike" cap="none">
                <a:solidFill>
                  <a:srgbClr val="888888"/>
                </a:solidFill>
                <a:latin typeface="+mn-lt"/>
                <a:ea typeface="Calibri"/>
                <a:cs typeface="Calibri"/>
                <a:sym typeface="Calibri"/>
              </a:defRPr>
            </a:lvl1pPr>
            <a:lvl2pPr marL="1219170" marR="0" lvl="1" indent="-304792" algn="l">
              <a:lnSpc>
                <a:spcPct val="90000"/>
              </a:lnSpc>
              <a:spcBef>
                <a:spcPts val="400"/>
              </a:spcBef>
              <a:spcAft>
                <a:spcPts val="0"/>
              </a:spcAft>
              <a:buClr>
                <a:srgbClr val="888888"/>
              </a:buClr>
              <a:buSzPts val="1400"/>
              <a:buFont typeface="Arial"/>
              <a:buNone/>
              <a:defRPr sz="1467" b="0" i="0" u="none" strike="noStrike" cap="none">
                <a:solidFill>
                  <a:srgbClr val="888888"/>
                </a:solidFill>
                <a:latin typeface="Calibri"/>
                <a:ea typeface="Calibri"/>
                <a:cs typeface="Calibri"/>
                <a:sym typeface="Calibri"/>
              </a:defRPr>
            </a:lvl2pPr>
            <a:lvl3pPr marL="1828754" marR="0" lvl="2" indent="-304792" algn="l">
              <a:lnSpc>
                <a:spcPct val="90000"/>
              </a:lnSpc>
              <a:spcBef>
                <a:spcPts val="400"/>
              </a:spcBef>
              <a:spcAft>
                <a:spcPts val="0"/>
              </a:spcAft>
              <a:buClr>
                <a:srgbClr val="888888"/>
              </a:buClr>
              <a:buSzPts val="1100"/>
              <a:buFont typeface="Arial"/>
              <a:buNone/>
              <a:defRPr sz="1333" b="0" i="0" u="none" strike="noStrike" cap="none">
                <a:solidFill>
                  <a:srgbClr val="888888"/>
                </a:solidFill>
                <a:latin typeface="Calibri"/>
                <a:ea typeface="Calibri"/>
                <a:cs typeface="Calibri"/>
                <a:sym typeface="Calibri"/>
              </a:defRPr>
            </a:lvl3pPr>
            <a:lvl4pPr marL="2438339" marR="0" lvl="3" indent="-304792"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4pPr>
            <a:lvl5pPr marL="3047924" marR="0" lvl="4" indent="-304792"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5pPr>
            <a:lvl6pPr marL="3657509" marR="0" lvl="5" indent="-304792"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6pPr>
            <a:lvl7pPr marL="4267093" marR="0" lvl="6" indent="-304792"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7pPr>
            <a:lvl8pPr marL="4876678" marR="0" lvl="7" indent="-304792"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8pPr>
            <a:lvl9pPr marL="5486263" marR="0" lvl="8" indent="-304792"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9pPr>
          </a:lstStyle>
          <a:p>
            <a:pPr lvl="0"/>
            <a:r>
              <a:rPr lang="en-US"/>
              <a:t>Edit Master text styles</a:t>
            </a:r>
          </a:p>
        </p:txBody>
      </p:sp>
    </p:spTree>
    <p:extLst>
      <p:ext uri="{BB962C8B-B14F-4D97-AF65-F5344CB8AC3E}">
        <p14:creationId xmlns:p14="http://schemas.microsoft.com/office/powerpoint/2010/main" val="1301248561"/>
      </p:ext>
    </p:extLst>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Content" preserve="1" userDrawn="1">
  <p:cSld name="1_Title and Content">
    <p:spTree>
      <p:nvGrpSpPr>
        <p:cNvPr id="1" name="Shape 18"/>
        <p:cNvGrpSpPr/>
        <p:nvPr/>
      </p:nvGrpSpPr>
      <p:grpSpPr>
        <a:xfrm>
          <a:off x="0" y="0"/>
          <a:ext cx="0" cy="0"/>
          <a:chOff x="0" y="0"/>
          <a:chExt cx="0" cy="0"/>
        </a:xfrm>
      </p:grpSpPr>
      <p:sp>
        <p:nvSpPr>
          <p:cNvPr id="20" name="Google Shape;20;p14"/>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609585" marR="0" lvl="0" indent="-440256" algn="l">
              <a:lnSpc>
                <a:spcPct val="90000"/>
              </a:lnSpc>
              <a:spcBef>
                <a:spcPts val="800"/>
              </a:spcBef>
              <a:spcAft>
                <a:spcPts val="0"/>
              </a:spcAft>
              <a:buClr>
                <a:schemeClr val="dk1"/>
              </a:buClr>
              <a:buSzPts val="1600"/>
              <a:buFont typeface="Arial"/>
              <a:buChar char="•"/>
              <a:defRPr sz="2600" b="0" i="0" u="none" strike="noStrike" cap="none">
                <a:solidFill>
                  <a:schemeClr val="dk1"/>
                </a:solidFill>
                <a:latin typeface="+mn-lt"/>
                <a:ea typeface="Calibri"/>
                <a:cs typeface="Calibri"/>
                <a:sym typeface="Calibri"/>
              </a:defRPr>
            </a:lvl1pPr>
            <a:lvl2pPr marL="1219170" marR="0" lvl="1" indent="-423323"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mn-lt"/>
                <a:ea typeface="Calibri"/>
                <a:cs typeface="Calibri"/>
                <a:sym typeface="Calibri"/>
              </a:defRPr>
            </a:lvl2pPr>
            <a:lvl3pPr marL="1828754" marR="0" lvl="2" indent="-397923"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mn-lt"/>
                <a:ea typeface="Calibri"/>
                <a:cs typeface="Calibri"/>
                <a:sym typeface="Calibri"/>
              </a:defRPr>
            </a:lvl3pPr>
            <a:lvl4pPr marL="2438339" marR="0" lvl="3" indent="-389457"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mn-lt"/>
                <a:ea typeface="Calibri"/>
                <a:cs typeface="Calibri"/>
                <a:sym typeface="Calibri"/>
              </a:defRPr>
            </a:lvl4pPr>
            <a:lvl5pPr marL="3047924" marR="0" lvl="4"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5pPr>
            <a:lvl6pPr marL="3657509" marR="0" lvl="5"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4267093" marR="0" lvl="6"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7pPr>
            <a:lvl8pPr marL="4876678" marR="0" lvl="7"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8pPr>
            <a:lvl9pPr marL="5486263" marR="0" lvl="8"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21" name="Google Shape;21;p14"/>
          <p:cNvSpPr txBox="1"/>
          <p:nvPr/>
        </p:nvSpPr>
        <p:spPr>
          <a:xfrm>
            <a:off x="3657600" y="6553201"/>
            <a:ext cx="4876800" cy="246400"/>
          </a:xfrm>
          <a:prstGeom prst="rect">
            <a:avLst/>
          </a:prstGeom>
          <a:noFill/>
          <a:ln>
            <a:noFill/>
          </a:ln>
        </p:spPr>
        <p:txBody>
          <a:bodyPr spcFirstLastPara="1" wrap="square" lIns="91433" tIns="45700" rIns="91433"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22" name="Google Shape;22;p14"/>
          <p:cNvSpPr txBox="1"/>
          <p:nvPr/>
        </p:nvSpPr>
        <p:spPr>
          <a:xfrm>
            <a:off x="3657600" y="0"/>
            <a:ext cx="4876800" cy="246400"/>
          </a:xfrm>
          <a:prstGeom prst="rect">
            <a:avLst/>
          </a:prstGeom>
          <a:noFill/>
          <a:ln>
            <a:noFill/>
          </a:ln>
        </p:spPr>
        <p:txBody>
          <a:bodyPr spcFirstLastPara="1" wrap="square" lIns="91433" tIns="45700" rIns="91433"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 name="Google Shape;19;p14"/>
          <p:cNvSpPr txBox="1">
            <a:spLocks noGrp="1"/>
          </p:cNvSpPr>
          <p:nvPr>
            <p:ph type="title"/>
          </p:nvPr>
        </p:nvSpPr>
        <p:spPr>
          <a:xfrm>
            <a:off x="1510028" y="519084"/>
            <a:ext cx="10361371"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r>
              <a:rPr lang="en-US"/>
              <a:t>Click to edit Master title style</a:t>
            </a:r>
            <a:endParaRPr dirty="0"/>
          </a:p>
        </p:txBody>
      </p:sp>
    </p:spTree>
    <p:extLst>
      <p:ext uri="{BB962C8B-B14F-4D97-AF65-F5344CB8AC3E}">
        <p14:creationId xmlns:p14="http://schemas.microsoft.com/office/powerpoint/2010/main" val="17274952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preserve="1" userDrawn="1">
  <p:cSld name="Comparison">
    <p:spTree>
      <p:nvGrpSpPr>
        <p:cNvPr id="1" name="Shape 33"/>
        <p:cNvGrpSpPr/>
        <p:nvPr/>
      </p:nvGrpSpPr>
      <p:grpSpPr>
        <a:xfrm>
          <a:off x="0" y="0"/>
          <a:ext cx="0" cy="0"/>
          <a:chOff x="0" y="0"/>
          <a:chExt cx="0" cy="0"/>
        </a:xfrm>
      </p:grpSpPr>
      <p:sp>
        <p:nvSpPr>
          <p:cNvPr id="34" name="Google Shape;34;p17"/>
          <p:cNvSpPr txBox="1">
            <a:spLocks noGrp="1"/>
          </p:cNvSpPr>
          <p:nvPr>
            <p:ph type="body" idx="1"/>
          </p:nvPr>
        </p:nvSpPr>
        <p:spPr>
          <a:xfrm>
            <a:off x="1141622" y="1000540"/>
            <a:ext cx="4874101" cy="476800"/>
          </a:xfrm>
          <a:prstGeom prst="rect">
            <a:avLst/>
          </a:prstGeom>
          <a:noFill/>
          <a:ln>
            <a:noFill/>
          </a:ln>
        </p:spPr>
        <p:txBody>
          <a:bodyPr spcFirstLastPara="1" wrap="square" lIns="91425" tIns="91425" rIns="91425" bIns="91425" anchor="b" anchorCtr="0">
            <a:noAutofit/>
          </a:bodyPr>
          <a:lstStyle>
            <a:lvl1pPr marL="609585" marR="0" lvl="0" indent="-304792" algn="ctr">
              <a:lnSpc>
                <a:spcPct val="90000"/>
              </a:lnSpc>
              <a:spcBef>
                <a:spcPts val="800"/>
              </a:spcBef>
              <a:spcAft>
                <a:spcPts val="0"/>
              </a:spcAft>
              <a:buClr>
                <a:schemeClr val="dk1"/>
              </a:buClr>
              <a:buSzPts val="1600"/>
              <a:buFont typeface="Arial"/>
              <a:buNone/>
              <a:defRPr sz="2133" b="1"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1pPr>
            <a:lvl2pPr marL="1219170" marR="0" lvl="1" indent="-304792"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828754" marR="0" lvl="2" indent="-304792"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2438339" marR="0" lvl="3"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3047924" marR="0" lvl="4"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3657509" marR="0" lvl="5"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4267093" marR="0" lvl="6"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4876678" marR="0" lvl="7"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5486263" marR="0" lvl="8"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pPr lvl="0"/>
            <a:r>
              <a:rPr lang="en-US"/>
              <a:t>Edit Master text styles</a:t>
            </a:r>
          </a:p>
        </p:txBody>
      </p:sp>
      <p:sp>
        <p:nvSpPr>
          <p:cNvPr id="35" name="Google Shape;35;p17"/>
          <p:cNvSpPr txBox="1">
            <a:spLocks noGrp="1"/>
          </p:cNvSpPr>
          <p:nvPr>
            <p:ph type="body" idx="2" hasCustomPrompt="1"/>
          </p:nvPr>
        </p:nvSpPr>
        <p:spPr>
          <a:xfrm>
            <a:off x="1141621" y="1582321"/>
            <a:ext cx="4854344" cy="4826000"/>
          </a:xfrm>
          <a:prstGeom prst="rect">
            <a:avLst/>
          </a:prstGeom>
          <a:noFill/>
          <a:ln>
            <a:noFill/>
          </a:ln>
        </p:spPr>
        <p:txBody>
          <a:bodyPr spcFirstLastPara="1" wrap="square" lIns="91425" tIns="91425" rIns="91425" bIns="91425" anchor="t" anchorCtr="0">
            <a:noAutofit/>
          </a:bodyPr>
          <a:lstStyle>
            <a:lvl1pPr marL="609585" marR="0" lvl="0" indent="-440256" algn="l">
              <a:lnSpc>
                <a:spcPct val="90000"/>
              </a:lnSpc>
              <a:spcBef>
                <a:spcPts val="800"/>
              </a:spcBef>
              <a:spcAft>
                <a:spcPts val="0"/>
              </a:spcAft>
              <a:buClr>
                <a:schemeClr val="dk1"/>
              </a:buClr>
              <a:buSzPts val="1600"/>
              <a:buFont typeface="Arial"/>
              <a:buChar char="•"/>
              <a:defRPr sz="21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1pPr>
            <a:lvl2pPr marL="1219170" marR="0" lvl="1" indent="-423323" algn="l">
              <a:lnSpc>
                <a:spcPct val="90000"/>
              </a:lnSpc>
              <a:spcBef>
                <a:spcPts val="400"/>
              </a:spcBef>
              <a:spcAft>
                <a:spcPts val="0"/>
              </a:spcAft>
              <a:buClr>
                <a:schemeClr val="dk1"/>
              </a:buClr>
              <a:buSzPts val="1400"/>
              <a:buFont typeface="Arial"/>
              <a:buChar char="•"/>
              <a:defRPr sz="1867"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2pPr>
            <a:lvl3pPr marL="1828754" marR="0" lvl="2" indent="-397923"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3pPr>
            <a:lvl4pPr marL="2438339" marR="0" lvl="3"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4pPr>
            <a:lvl5pPr marL="3047924" marR="0" lvl="4"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5pPr>
            <a:lvl6pPr marL="3657509" marR="0" lvl="5"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6pPr>
            <a:lvl7pPr marL="4267093" marR="0" lvl="6"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7pPr>
            <a:lvl8pPr marL="4876678" marR="0" lvl="7"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8pPr>
            <a:lvl9pPr marL="5486263" marR="0" lvl="8"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r>
              <a:rPr lang="en-US" dirty="0"/>
              <a:t>Text</a:t>
            </a:r>
          </a:p>
          <a:p>
            <a:pPr lvl="1"/>
            <a:r>
              <a:rPr lang="en-US" dirty="0"/>
              <a:t>Text</a:t>
            </a:r>
          </a:p>
          <a:p>
            <a:pPr lvl="2"/>
            <a:r>
              <a:rPr lang="en-US" dirty="0"/>
              <a:t>Text</a:t>
            </a:r>
          </a:p>
          <a:p>
            <a:pPr lvl="3"/>
            <a:r>
              <a:rPr lang="en-US" dirty="0"/>
              <a:t>Text</a:t>
            </a:r>
          </a:p>
          <a:p>
            <a:pPr lvl="4"/>
            <a:r>
              <a:rPr lang="en-US" dirty="0"/>
              <a:t>Text</a:t>
            </a:r>
          </a:p>
          <a:p>
            <a:pPr lvl="5"/>
            <a:r>
              <a:rPr lang="en-US" dirty="0"/>
              <a:t>Text</a:t>
            </a:r>
          </a:p>
          <a:p>
            <a:pPr lvl="6"/>
            <a:r>
              <a:rPr lang="en-US" dirty="0"/>
              <a:t>Text</a:t>
            </a:r>
          </a:p>
          <a:p>
            <a:pPr lvl="7"/>
            <a:r>
              <a:rPr lang="en-US" dirty="0"/>
              <a:t>Text</a:t>
            </a:r>
          </a:p>
          <a:p>
            <a:pPr lvl="0"/>
            <a:endParaRPr dirty="0"/>
          </a:p>
        </p:txBody>
      </p:sp>
      <p:sp>
        <p:nvSpPr>
          <p:cNvPr id="36" name="Google Shape;36;p17"/>
          <p:cNvSpPr txBox="1">
            <a:spLocks noGrp="1"/>
          </p:cNvSpPr>
          <p:nvPr>
            <p:ph type="body" idx="3"/>
          </p:nvPr>
        </p:nvSpPr>
        <p:spPr>
          <a:xfrm>
            <a:off x="6195272" y="1000540"/>
            <a:ext cx="5603200" cy="490000"/>
          </a:xfrm>
          <a:prstGeom prst="rect">
            <a:avLst/>
          </a:prstGeom>
          <a:noFill/>
          <a:ln>
            <a:noFill/>
          </a:ln>
        </p:spPr>
        <p:txBody>
          <a:bodyPr spcFirstLastPara="1" wrap="square" lIns="91425" tIns="91425" rIns="91425" bIns="91425" anchor="b" anchorCtr="0">
            <a:noAutofit/>
          </a:bodyPr>
          <a:lstStyle>
            <a:lvl1pPr marL="609585" marR="0" lvl="0" indent="-304792" algn="ctr">
              <a:lnSpc>
                <a:spcPct val="90000"/>
              </a:lnSpc>
              <a:spcBef>
                <a:spcPts val="800"/>
              </a:spcBef>
              <a:spcAft>
                <a:spcPts val="0"/>
              </a:spcAft>
              <a:buClr>
                <a:schemeClr val="dk1"/>
              </a:buClr>
              <a:buSzPts val="1600"/>
              <a:buFont typeface="Arial"/>
              <a:buNone/>
              <a:defRPr sz="2133" b="1"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1pPr>
            <a:lvl2pPr marL="1219170" marR="0" lvl="1" indent="-304792"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828754" marR="0" lvl="2" indent="-304792"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2438339" marR="0" lvl="3"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3047924" marR="0" lvl="4"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3657509" marR="0" lvl="5"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4267093" marR="0" lvl="6"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4876678" marR="0" lvl="7"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5486263" marR="0" lvl="8" indent="-304792"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pPr lvl="0"/>
            <a:r>
              <a:rPr lang="en-US"/>
              <a:t>Edit Master text styles</a:t>
            </a:r>
          </a:p>
        </p:txBody>
      </p:sp>
      <p:sp>
        <p:nvSpPr>
          <p:cNvPr id="37" name="Google Shape;37;p17"/>
          <p:cNvSpPr txBox="1">
            <a:spLocks noGrp="1"/>
          </p:cNvSpPr>
          <p:nvPr>
            <p:ph type="body" idx="4" hasCustomPrompt="1"/>
          </p:nvPr>
        </p:nvSpPr>
        <p:spPr>
          <a:xfrm>
            <a:off x="6199877" y="1582323"/>
            <a:ext cx="5598400" cy="4826000"/>
          </a:xfrm>
          <a:prstGeom prst="rect">
            <a:avLst/>
          </a:prstGeom>
          <a:noFill/>
          <a:ln>
            <a:noFill/>
          </a:ln>
        </p:spPr>
        <p:txBody>
          <a:bodyPr spcFirstLastPara="1" wrap="square" lIns="91425" tIns="91425" rIns="91425" bIns="91425" anchor="t" anchorCtr="0">
            <a:noAutofit/>
          </a:bodyPr>
          <a:lstStyle>
            <a:lvl1pPr marL="609585" marR="0" lvl="0" indent="-440256" algn="l">
              <a:lnSpc>
                <a:spcPct val="90000"/>
              </a:lnSpc>
              <a:spcBef>
                <a:spcPts val="800"/>
              </a:spcBef>
              <a:spcAft>
                <a:spcPts val="0"/>
              </a:spcAft>
              <a:buClr>
                <a:schemeClr val="dk1"/>
              </a:buClr>
              <a:buSzPts val="1600"/>
              <a:buFont typeface="Arial"/>
              <a:buChar char="•"/>
              <a:defRPr sz="21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1pPr>
            <a:lvl2pPr marL="1219170" marR="0" lvl="1" indent="-423323" algn="l">
              <a:lnSpc>
                <a:spcPct val="90000"/>
              </a:lnSpc>
              <a:spcBef>
                <a:spcPts val="400"/>
              </a:spcBef>
              <a:spcAft>
                <a:spcPts val="0"/>
              </a:spcAft>
              <a:buClr>
                <a:schemeClr val="dk1"/>
              </a:buClr>
              <a:buSzPts val="1400"/>
              <a:buFont typeface="Arial"/>
              <a:buChar char="•"/>
              <a:defRPr sz="1867"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2pPr>
            <a:lvl3pPr marL="1828754" marR="0" lvl="2" indent="-397923"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3pPr>
            <a:lvl4pPr marL="2438339" marR="0" lvl="3"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4pPr>
            <a:lvl5pPr marL="3047924" marR="0" lvl="4"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5pPr>
            <a:lvl6pPr marL="3657509" marR="0" lvl="5"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6pPr>
            <a:lvl7pPr marL="4267093" marR="0" lvl="6"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7pPr>
            <a:lvl8pPr marL="4876678" marR="0" lvl="7"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8pPr>
            <a:lvl9pPr marL="5486263" marR="0" lvl="8" indent="-389457"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pPr lvl="0"/>
            <a:r>
              <a:rPr lang="en-US" dirty="0"/>
              <a:t>Text</a:t>
            </a:r>
          </a:p>
          <a:p>
            <a:pPr lvl="1"/>
            <a:r>
              <a:rPr lang="en-US" dirty="0"/>
              <a:t>Text</a:t>
            </a:r>
          </a:p>
          <a:p>
            <a:pPr lvl="2"/>
            <a:r>
              <a:rPr lang="en-US" dirty="0"/>
              <a:t>Text</a:t>
            </a:r>
          </a:p>
          <a:p>
            <a:pPr lvl="3"/>
            <a:r>
              <a:rPr lang="en-US" dirty="0"/>
              <a:t>Text</a:t>
            </a:r>
          </a:p>
          <a:p>
            <a:pPr lvl="4"/>
            <a:r>
              <a:rPr lang="en-US" dirty="0"/>
              <a:t>Text</a:t>
            </a:r>
          </a:p>
          <a:p>
            <a:pPr lvl="5"/>
            <a:r>
              <a:rPr lang="en-US" dirty="0"/>
              <a:t>Text</a:t>
            </a:r>
          </a:p>
          <a:p>
            <a:pPr lvl="6"/>
            <a:r>
              <a:rPr lang="en-US" dirty="0"/>
              <a:t>Text</a:t>
            </a:r>
          </a:p>
          <a:p>
            <a:pPr lvl="7"/>
            <a:r>
              <a:rPr lang="en-US" dirty="0"/>
              <a:t>Text</a:t>
            </a:r>
          </a:p>
          <a:p>
            <a:pPr lvl="0"/>
            <a:endParaRPr dirty="0"/>
          </a:p>
        </p:txBody>
      </p:sp>
      <p:cxnSp>
        <p:nvCxnSpPr>
          <p:cNvPr id="38" name="Google Shape;38;p17"/>
          <p:cNvCxnSpPr>
            <a:cxnSpLocks/>
          </p:cNvCxnSpPr>
          <p:nvPr/>
        </p:nvCxnSpPr>
        <p:spPr>
          <a:xfrm>
            <a:off x="1141622" y="974035"/>
            <a:ext cx="10830241" cy="0"/>
          </a:xfrm>
          <a:prstGeom prst="straightConnector1">
            <a:avLst/>
          </a:prstGeom>
          <a:noFill/>
          <a:ln w="9525" cap="flat" cmpd="sng">
            <a:solidFill>
              <a:srgbClr val="BFBFBF"/>
            </a:solidFill>
            <a:prstDash val="solid"/>
            <a:miter lim="8000"/>
            <a:headEnd type="none" w="sm" len="sm"/>
            <a:tailEnd type="none" w="sm" len="sm"/>
          </a:ln>
        </p:spPr>
      </p:cxnSp>
      <p:cxnSp>
        <p:nvCxnSpPr>
          <p:cNvPr id="39" name="Google Shape;39;p17"/>
          <p:cNvCxnSpPr/>
          <p:nvPr/>
        </p:nvCxnSpPr>
        <p:spPr>
          <a:xfrm>
            <a:off x="6095137" y="974035"/>
            <a:ext cx="800" cy="5382400"/>
          </a:xfrm>
          <a:prstGeom prst="straightConnector1">
            <a:avLst/>
          </a:prstGeom>
          <a:noFill/>
          <a:ln w="9525" cap="flat" cmpd="sng">
            <a:solidFill>
              <a:srgbClr val="BFBFBF"/>
            </a:solidFill>
            <a:prstDash val="solid"/>
            <a:miter lim="8000"/>
            <a:headEnd type="none" w="sm" len="sm"/>
            <a:tailEnd type="none" w="sm" len="sm"/>
          </a:ln>
        </p:spPr>
      </p:cxnSp>
      <p:cxnSp>
        <p:nvCxnSpPr>
          <p:cNvPr id="40" name="Google Shape;40;p17"/>
          <p:cNvCxnSpPr>
            <a:cxnSpLocks/>
          </p:cNvCxnSpPr>
          <p:nvPr/>
        </p:nvCxnSpPr>
        <p:spPr>
          <a:xfrm>
            <a:off x="1141621" y="1504121"/>
            <a:ext cx="10830240" cy="0"/>
          </a:xfrm>
          <a:prstGeom prst="straightConnector1">
            <a:avLst/>
          </a:prstGeom>
          <a:noFill/>
          <a:ln w="9525" cap="flat" cmpd="sng">
            <a:solidFill>
              <a:srgbClr val="BFBFBF"/>
            </a:solidFill>
            <a:prstDash val="solid"/>
            <a:miter lim="8000"/>
            <a:headEnd type="none" w="sm" len="sm"/>
            <a:tailEnd type="none" w="sm" len="sm"/>
          </a:ln>
        </p:spPr>
      </p:cxnSp>
      <p:sp>
        <p:nvSpPr>
          <p:cNvPr id="11" name="Google Shape;19;p14"/>
          <p:cNvSpPr txBox="1">
            <a:spLocks noGrp="1"/>
          </p:cNvSpPr>
          <p:nvPr>
            <p:ph type="title"/>
          </p:nvPr>
        </p:nvSpPr>
        <p:spPr>
          <a:xfrm>
            <a:off x="1510028" y="519084"/>
            <a:ext cx="10361371"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r>
              <a:rPr lang="en-US"/>
              <a:t>Click to edit Master title style</a:t>
            </a:r>
            <a:endParaRPr dirty="0"/>
          </a:p>
        </p:txBody>
      </p:sp>
    </p:spTree>
    <p:extLst>
      <p:ext uri="{BB962C8B-B14F-4D97-AF65-F5344CB8AC3E}">
        <p14:creationId xmlns:p14="http://schemas.microsoft.com/office/powerpoint/2010/main" val="15388531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reserve="1">
  <p:cSld name="Content with Caption">
    <p:spTree>
      <p:nvGrpSpPr>
        <p:cNvPr id="1" name="Shape 43"/>
        <p:cNvGrpSpPr/>
        <p:nvPr/>
      </p:nvGrpSpPr>
      <p:grpSpPr>
        <a:xfrm>
          <a:off x="0" y="0"/>
          <a:ext cx="0" cy="0"/>
          <a:chOff x="0" y="0"/>
          <a:chExt cx="0" cy="0"/>
        </a:xfrm>
      </p:grpSpPr>
      <p:sp>
        <p:nvSpPr>
          <p:cNvPr id="44" name="Google Shape;44;p19"/>
          <p:cNvSpPr txBox="1">
            <a:spLocks noGrp="1"/>
          </p:cNvSpPr>
          <p:nvPr>
            <p:ph type="title"/>
          </p:nvPr>
        </p:nvSpPr>
        <p:spPr>
          <a:xfrm>
            <a:off x="1363363" y="952052"/>
            <a:ext cx="3098248" cy="1600400"/>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r>
              <a:rPr lang="en-US"/>
              <a:t>Click to edit Master title style</a:t>
            </a:r>
            <a:endParaRPr dirty="0"/>
          </a:p>
        </p:txBody>
      </p:sp>
      <p:sp>
        <p:nvSpPr>
          <p:cNvPr id="45" name="Google Shape;45;p19"/>
          <p:cNvSpPr txBox="1">
            <a:spLocks noGrp="1"/>
          </p:cNvSpPr>
          <p:nvPr>
            <p:ph type="body" idx="1" hasCustomPrompt="1"/>
          </p:nvPr>
        </p:nvSpPr>
        <p:spPr>
          <a:xfrm>
            <a:off x="4720611" y="952053"/>
            <a:ext cx="7091600" cy="5404000"/>
          </a:xfrm>
          <a:prstGeom prst="rect">
            <a:avLst/>
          </a:prstGeom>
          <a:noFill/>
          <a:ln>
            <a:noFill/>
          </a:ln>
        </p:spPr>
        <p:txBody>
          <a:bodyPr spcFirstLastPara="1" wrap="square" lIns="91425" tIns="91425" rIns="91425" bIns="91425" anchor="t" anchorCtr="0">
            <a:noAutofit/>
          </a:bodyPr>
          <a:lstStyle>
            <a:lvl1pPr marL="609585" marR="0" lvl="0" indent="-457189" algn="l">
              <a:lnSpc>
                <a:spcPct val="90000"/>
              </a:lnSpc>
              <a:spcBef>
                <a:spcPts val="800"/>
              </a:spcBef>
              <a:spcAft>
                <a:spcPts val="0"/>
              </a:spcAft>
              <a:buClr>
                <a:schemeClr val="dk1"/>
              </a:buClr>
              <a:buSzPts val="1800"/>
              <a:buFont typeface="Arial"/>
              <a:buChar char="•"/>
              <a:defRPr sz="2667"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1pPr>
            <a:lvl2pPr marL="1219170" marR="0" lvl="1" indent="-440256" algn="l">
              <a:lnSpc>
                <a:spcPct val="90000"/>
              </a:lnSpc>
              <a:spcBef>
                <a:spcPts val="400"/>
              </a:spcBef>
              <a:spcAft>
                <a:spcPts val="0"/>
              </a:spcAft>
              <a:buClr>
                <a:schemeClr val="dk1"/>
              </a:buClr>
              <a:buSzPts val="1600"/>
              <a:buFont typeface="Arial"/>
              <a:buChar char="•"/>
              <a:defRPr sz="21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2pPr>
            <a:lvl3pPr marL="1828754" marR="0" lvl="2" indent="-423323" algn="l">
              <a:lnSpc>
                <a:spcPct val="90000"/>
              </a:lnSpc>
              <a:spcBef>
                <a:spcPts val="400"/>
              </a:spcBef>
              <a:spcAft>
                <a:spcPts val="0"/>
              </a:spcAft>
              <a:buClr>
                <a:schemeClr val="dk1"/>
              </a:buClr>
              <a:buSzPts val="1400"/>
              <a:buFont typeface="Arial"/>
              <a:buChar char="•"/>
              <a:defRPr sz="21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3pPr>
            <a:lvl4pPr marL="2438339" marR="0" lvl="3" indent="-397923"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4pPr>
            <a:lvl5pPr marL="3047924" marR="0" lvl="4" indent="-397923" algn="l">
              <a:lnSpc>
                <a:spcPct val="90000"/>
              </a:lnSpc>
              <a:spcBef>
                <a:spcPts val="400"/>
              </a:spcBef>
              <a:spcAft>
                <a:spcPts val="0"/>
              </a:spcAft>
              <a:buClr>
                <a:schemeClr val="dk1"/>
              </a:buClr>
              <a:buSzPts val="11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5pPr>
            <a:lvl6pPr marL="3657509" marR="0" lvl="5" indent="-397923" algn="l">
              <a:lnSpc>
                <a:spcPct val="90000"/>
              </a:lnSpc>
              <a:spcBef>
                <a:spcPts val="400"/>
              </a:spcBef>
              <a:spcAft>
                <a:spcPts val="0"/>
              </a:spcAft>
              <a:buClr>
                <a:schemeClr val="dk1"/>
              </a:buClr>
              <a:buSzPts val="11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6pPr>
            <a:lvl7pPr marL="4267093" marR="0" lvl="6" indent="-397923" algn="l">
              <a:lnSpc>
                <a:spcPct val="90000"/>
              </a:lnSpc>
              <a:spcBef>
                <a:spcPts val="400"/>
              </a:spcBef>
              <a:spcAft>
                <a:spcPts val="0"/>
              </a:spcAft>
              <a:buClr>
                <a:schemeClr val="dk1"/>
              </a:buClr>
              <a:buSzPts val="11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7pPr>
            <a:lvl8pPr marL="4876678" marR="0" lvl="7" indent="-397923" algn="l">
              <a:lnSpc>
                <a:spcPct val="90000"/>
              </a:lnSpc>
              <a:spcBef>
                <a:spcPts val="400"/>
              </a:spcBef>
              <a:spcAft>
                <a:spcPts val="0"/>
              </a:spcAft>
              <a:buClr>
                <a:schemeClr val="dk1"/>
              </a:buClr>
              <a:buSzPts val="1100"/>
              <a:buFont typeface="Arial"/>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8pPr>
            <a:lvl9pPr marL="5316934" marR="0" lvl="8" indent="-228594" algn="l">
              <a:lnSpc>
                <a:spcPct val="90000"/>
              </a:lnSpc>
              <a:spcBef>
                <a:spcPts val="400"/>
              </a:spcBef>
              <a:spcAft>
                <a:spcPts val="0"/>
              </a:spcAft>
              <a:buClr>
                <a:schemeClr val="dk1"/>
              </a:buClr>
              <a:buSzPts val="1100"/>
              <a:buFont typeface="Arial" panose="020B0604020202020204" pitchFamily="34" charset="0"/>
              <a:buChar char="•"/>
              <a:defRPr sz="1333"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9pPr>
          </a:lstStyle>
          <a:p>
            <a:r>
              <a:rPr lang="en-US" dirty="0"/>
              <a:t>Text</a:t>
            </a:r>
          </a:p>
          <a:p>
            <a:pPr lvl="1"/>
            <a:r>
              <a:rPr lang="en-US" dirty="0"/>
              <a:t>Text</a:t>
            </a:r>
          </a:p>
          <a:p>
            <a:pPr lvl="2"/>
            <a:r>
              <a:rPr lang="en-US" dirty="0"/>
              <a:t>Text</a:t>
            </a:r>
          </a:p>
          <a:p>
            <a:pPr lvl="3"/>
            <a:r>
              <a:rPr lang="en-US" dirty="0"/>
              <a:t>Text</a:t>
            </a:r>
          </a:p>
          <a:p>
            <a:pPr lvl="4"/>
            <a:r>
              <a:rPr lang="en-US" dirty="0"/>
              <a:t>Text</a:t>
            </a:r>
          </a:p>
          <a:p>
            <a:pPr lvl="5"/>
            <a:r>
              <a:rPr lang="en-US" dirty="0"/>
              <a:t>Text</a:t>
            </a:r>
          </a:p>
          <a:p>
            <a:pPr lvl="6"/>
            <a:r>
              <a:rPr lang="en-US" dirty="0"/>
              <a:t>Text</a:t>
            </a:r>
          </a:p>
          <a:p>
            <a:pPr lvl="7"/>
            <a:r>
              <a:rPr lang="en-US" dirty="0"/>
              <a:t>Text</a:t>
            </a:r>
          </a:p>
          <a:p>
            <a:pPr lvl="8"/>
            <a:r>
              <a:rPr lang="en-US" dirty="0"/>
              <a:t>Text</a:t>
            </a:r>
          </a:p>
          <a:p>
            <a:pPr lvl="8"/>
            <a:endParaRPr lang="en-US" dirty="0"/>
          </a:p>
          <a:p>
            <a:pPr lvl="8"/>
            <a:endParaRPr lang="en-US" dirty="0"/>
          </a:p>
          <a:p>
            <a:pPr lvl="0"/>
            <a:endParaRPr lang="en-US" dirty="0"/>
          </a:p>
        </p:txBody>
      </p:sp>
      <p:sp>
        <p:nvSpPr>
          <p:cNvPr id="46" name="Google Shape;46;p19"/>
          <p:cNvSpPr txBox="1">
            <a:spLocks noGrp="1"/>
          </p:cNvSpPr>
          <p:nvPr>
            <p:ph type="body" idx="2"/>
          </p:nvPr>
        </p:nvSpPr>
        <p:spPr>
          <a:xfrm>
            <a:off x="1363363" y="2552252"/>
            <a:ext cx="3098248" cy="3811600"/>
          </a:xfrm>
          <a:prstGeom prst="rect">
            <a:avLst/>
          </a:prstGeom>
          <a:noFill/>
          <a:ln>
            <a:noFill/>
          </a:ln>
        </p:spPr>
        <p:txBody>
          <a:bodyPr spcFirstLastPara="1" wrap="square" lIns="91425" tIns="91425" rIns="91425" bIns="91425" anchor="t" anchorCtr="0">
            <a:noAutofit/>
          </a:bodyPr>
          <a:lstStyle>
            <a:lvl1pPr marL="609585" marR="0" lvl="0" indent="-304792" algn="l">
              <a:lnSpc>
                <a:spcPct val="90000"/>
              </a:lnSpc>
              <a:spcBef>
                <a:spcPts val="800"/>
              </a:spcBef>
              <a:spcAft>
                <a:spcPts val="0"/>
              </a:spcAft>
              <a:buClr>
                <a:schemeClr val="dk1"/>
              </a:buClr>
              <a:buSzPts val="1600"/>
              <a:buFont typeface="Arial"/>
              <a:buNone/>
              <a:defRPr sz="1867" b="0" i="0" u="none" strike="noStrike" cap="none">
                <a:solidFill>
                  <a:schemeClr val="dk1"/>
                </a:solidFill>
                <a:latin typeface="Arial" panose="020B0604020202020204" pitchFamily="34" charset="0"/>
                <a:ea typeface="Arial" panose="020B0604020202020204" pitchFamily="34" charset="0"/>
                <a:cs typeface="Arial" panose="020B0604020202020204" pitchFamily="34" charset="0"/>
                <a:sym typeface="Calibri"/>
              </a:defRPr>
            </a:lvl1pPr>
            <a:lvl2pPr marL="1219170" marR="0" lvl="1" indent="-304792" algn="l">
              <a:lnSpc>
                <a:spcPct val="90000"/>
              </a:lnSpc>
              <a:spcBef>
                <a:spcPts val="400"/>
              </a:spcBef>
              <a:spcAft>
                <a:spcPts val="0"/>
              </a:spcAft>
              <a:buClr>
                <a:schemeClr val="dk1"/>
              </a:buClr>
              <a:buSzPts val="1400"/>
              <a:buFont typeface="Arial"/>
              <a:buNone/>
              <a:defRPr sz="1067" b="0" i="0" u="none" strike="noStrike" cap="none">
                <a:solidFill>
                  <a:schemeClr val="dk1"/>
                </a:solidFill>
                <a:latin typeface="Calibri"/>
                <a:ea typeface="Calibri"/>
                <a:cs typeface="Calibri"/>
                <a:sym typeface="Calibri"/>
              </a:defRPr>
            </a:lvl2pPr>
            <a:lvl3pPr marL="1828754" marR="0" lvl="2" indent="-304792" algn="l">
              <a:lnSpc>
                <a:spcPct val="90000"/>
              </a:lnSpc>
              <a:spcBef>
                <a:spcPts val="400"/>
              </a:spcBef>
              <a:spcAft>
                <a:spcPts val="0"/>
              </a:spcAft>
              <a:buClr>
                <a:schemeClr val="dk1"/>
              </a:buClr>
              <a:buSzPts val="1100"/>
              <a:buFont typeface="Arial"/>
              <a:buNone/>
              <a:defRPr sz="933" b="0" i="0" u="none" strike="noStrike" cap="none">
                <a:solidFill>
                  <a:schemeClr val="dk1"/>
                </a:solidFill>
                <a:latin typeface="Calibri"/>
                <a:ea typeface="Calibri"/>
                <a:cs typeface="Calibri"/>
                <a:sym typeface="Calibri"/>
              </a:defRPr>
            </a:lvl3pPr>
            <a:lvl4pPr marL="2438339" marR="0" lvl="3" indent="-304792"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4pPr>
            <a:lvl5pPr marL="3047924" marR="0" lvl="4" indent="-304792"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5pPr>
            <a:lvl6pPr marL="3657509" marR="0" lvl="5" indent="-304792"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6pPr>
            <a:lvl7pPr marL="4267093" marR="0" lvl="6" indent="-304792"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7pPr>
            <a:lvl8pPr marL="4876678" marR="0" lvl="7" indent="-304792"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8pPr>
            <a:lvl9pPr marL="5486263" marR="0" lvl="8" indent="-304792"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9pPr>
          </a:lstStyle>
          <a:p>
            <a:pPr lvl="0"/>
            <a:r>
              <a:rPr lang="en-US"/>
              <a:t>Edit Master text styles</a:t>
            </a:r>
          </a:p>
        </p:txBody>
      </p:sp>
    </p:spTree>
    <p:extLst>
      <p:ext uri="{BB962C8B-B14F-4D97-AF65-F5344CB8AC3E}">
        <p14:creationId xmlns:p14="http://schemas.microsoft.com/office/powerpoint/2010/main" val="535271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reserve="1">
  <p:cSld name="Picture with Caption">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1301578" y="987425"/>
            <a:ext cx="3061420" cy="1600400"/>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r>
              <a:rPr lang="en-US"/>
              <a:t>Click to edit Master title style</a:t>
            </a:r>
            <a:endParaRPr dirty="0"/>
          </a:p>
        </p:txBody>
      </p:sp>
      <p:sp>
        <p:nvSpPr>
          <p:cNvPr id="49" name="Google Shape;49;p20"/>
          <p:cNvSpPr>
            <a:spLocks noGrp="1"/>
          </p:cNvSpPr>
          <p:nvPr>
            <p:ph type="pic" idx="2"/>
          </p:nvPr>
        </p:nvSpPr>
        <p:spPr>
          <a:xfrm>
            <a:off x="4666821" y="987425"/>
            <a:ext cx="7102000" cy="5411600"/>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800"/>
              </a:spcBef>
              <a:spcAft>
                <a:spcPts val="0"/>
              </a:spcAft>
              <a:buClr>
                <a:schemeClr val="dk1"/>
              </a:buClr>
              <a:buSzPts val="1100"/>
              <a:buFont typeface="Arial"/>
              <a:buNone/>
              <a:defRPr sz="2400" b="0" i="0" u="none" strike="noStrike" cap="none">
                <a:solidFill>
                  <a:schemeClr val="dk1"/>
                </a:solidFill>
                <a:latin typeface="Calibri"/>
                <a:ea typeface="Calibri"/>
                <a:cs typeface="Calibri"/>
                <a:sym typeface="Calibri"/>
              </a:defRPr>
            </a:lvl1pPr>
            <a:lvl2pPr marR="0" lvl="1" algn="l" rtl="0">
              <a:lnSpc>
                <a:spcPct val="90000"/>
              </a:lnSpc>
              <a:spcBef>
                <a:spcPts val="400"/>
              </a:spcBef>
              <a:spcAft>
                <a:spcPts val="0"/>
              </a:spcAft>
              <a:buClr>
                <a:schemeClr val="dk1"/>
              </a:buClr>
              <a:buSzPts val="1100"/>
              <a:buFont typeface="Arial"/>
              <a:buNone/>
              <a:defRPr sz="2133" b="0" i="0" u="none" strike="noStrike" cap="none">
                <a:solidFill>
                  <a:schemeClr val="dk1"/>
                </a:solidFill>
                <a:latin typeface="Calibri"/>
                <a:ea typeface="Calibri"/>
                <a:cs typeface="Calibri"/>
                <a:sym typeface="Calibri"/>
              </a:defRPr>
            </a:lvl2pPr>
            <a:lvl3pPr marR="0" lvl="2" algn="l" rtl="0">
              <a:lnSpc>
                <a:spcPct val="90000"/>
              </a:lnSpc>
              <a:spcBef>
                <a:spcPts val="400"/>
              </a:spcBef>
              <a:spcAft>
                <a:spcPts val="0"/>
              </a:spcAft>
              <a:buClr>
                <a:schemeClr val="dk1"/>
              </a:buClr>
              <a:buSzPts val="1100"/>
              <a:buFont typeface="Arial"/>
              <a:buNone/>
              <a:defRPr sz="1867" b="0" i="0" u="none" strike="noStrike" cap="none">
                <a:solidFill>
                  <a:schemeClr val="dk1"/>
                </a:solidFill>
                <a:latin typeface="Calibri"/>
                <a:ea typeface="Calibri"/>
                <a:cs typeface="Calibri"/>
                <a:sym typeface="Calibri"/>
              </a:defRPr>
            </a:lvl3pPr>
            <a:lvl4pPr marR="0" lvl="3" algn="l" rtl="0">
              <a:lnSpc>
                <a:spcPct val="90000"/>
              </a:lnSpc>
              <a:spcBef>
                <a:spcPts val="400"/>
              </a:spcBef>
              <a:spcAft>
                <a:spcPts val="0"/>
              </a:spcAft>
              <a:buClr>
                <a:schemeClr val="dk1"/>
              </a:buClr>
              <a:buSzPts val="1100"/>
              <a:buFont typeface="Arial"/>
              <a:buNone/>
              <a:defRPr sz="1467" b="0" i="0" u="none" strike="noStrike" cap="none">
                <a:solidFill>
                  <a:schemeClr val="dk1"/>
                </a:solidFill>
                <a:latin typeface="Calibri"/>
                <a:ea typeface="Calibri"/>
                <a:cs typeface="Calibri"/>
                <a:sym typeface="Calibri"/>
              </a:defRPr>
            </a:lvl4pPr>
            <a:lvl5pPr marR="0" lvl="4" algn="l" rtl="0">
              <a:lnSpc>
                <a:spcPct val="90000"/>
              </a:lnSpc>
              <a:spcBef>
                <a:spcPts val="400"/>
              </a:spcBef>
              <a:spcAft>
                <a:spcPts val="0"/>
              </a:spcAft>
              <a:buClr>
                <a:schemeClr val="dk1"/>
              </a:buClr>
              <a:buSzPts val="1100"/>
              <a:buFont typeface="Arial"/>
              <a:buNone/>
              <a:defRPr sz="1467" b="0" i="0" u="none" strike="noStrike" cap="none">
                <a:solidFill>
                  <a:schemeClr val="dk1"/>
                </a:solidFill>
                <a:latin typeface="Calibri"/>
                <a:ea typeface="Calibri"/>
                <a:cs typeface="Calibri"/>
                <a:sym typeface="Calibri"/>
              </a:defRPr>
            </a:lvl5pPr>
            <a:lvl6pPr marR="0" lvl="5" algn="l" rtl="0">
              <a:lnSpc>
                <a:spcPct val="90000"/>
              </a:lnSpc>
              <a:spcBef>
                <a:spcPts val="400"/>
              </a:spcBef>
              <a:spcAft>
                <a:spcPts val="0"/>
              </a:spcAft>
              <a:buClr>
                <a:schemeClr val="dk1"/>
              </a:buClr>
              <a:buSzPts val="1100"/>
              <a:buFont typeface="Arial"/>
              <a:buNone/>
              <a:defRPr sz="1467" b="0" i="0" u="none" strike="noStrike" cap="none">
                <a:solidFill>
                  <a:schemeClr val="dk1"/>
                </a:solidFill>
                <a:latin typeface="Calibri"/>
                <a:ea typeface="Calibri"/>
                <a:cs typeface="Calibri"/>
                <a:sym typeface="Calibri"/>
              </a:defRPr>
            </a:lvl6pPr>
            <a:lvl7pPr marR="0" lvl="6" algn="l" rtl="0">
              <a:lnSpc>
                <a:spcPct val="90000"/>
              </a:lnSpc>
              <a:spcBef>
                <a:spcPts val="400"/>
              </a:spcBef>
              <a:spcAft>
                <a:spcPts val="0"/>
              </a:spcAft>
              <a:buClr>
                <a:schemeClr val="dk1"/>
              </a:buClr>
              <a:buSzPts val="1100"/>
              <a:buFont typeface="Arial"/>
              <a:buNone/>
              <a:defRPr sz="1467" b="0" i="0" u="none" strike="noStrike" cap="none">
                <a:solidFill>
                  <a:schemeClr val="dk1"/>
                </a:solidFill>
                <a:latin typeface="Calibri"/>
                <a:ea typeface="Calibri"/>
                <a:cs typeface="Calibri"/>
                <a:sym typeface="Calibri"/>
              </a:defRPr>
            </a:lvl7pPr>
            <a:lvl8pPr marR="0" lvl="7" algn="l" rtl="0">
              <a:lnSpc>
                <a:spcPct val="90000"/>
              </a:lnSpc>
              <a:spcBef>
                <a:spcPts val="400"/>
              </a:spcBef>
              <a:spcAft>
                <a:spcPts val="0"/>
              </a:spcAft>
              <a:buClr>
                <a:schemeClr val="dk1"/>
              </a:buClr>
              <a:buSzPts val="1100"/>
              <a:buFont typeface="Arial"/>
              <a:buNone/>
              <a:defRPr sz="1467" b="0" i="0" u="none" strike="noStrike" cap="none">
                <a:solidFill>
                  <a:schemeClr val="dk1"/>
                </a:solidFill>
                <a:latin typeface="Calibri"/>
                <a:ea typeface="Calibri"/>
                <a:cs typeface="Calibri"/>
                <a:sym typeface="Calibri"/>
              </a:defRPr>
            </a:lvl8pPr>
            <a:lvl9pPr marR="0" lvl="8" algn="l" rtl="0">
              <a:lnSpc>
                <a:spcPct val="90000"/>
              </a:lnSpc>
              <a:spcBef>
                <a:spcPts val="400"/>
              </a:spcBef>
              <a:spcAft>
                <a:spcPts val="0"/>
              </a:spcAft>
              <a:buClr>
                <a:schemeClr val="dk1"/>
              </a:buClr>
              <a:buSzPts val="1100"/>
              <a:buFont typeface="Arial"/>
              <a:buNone/>
              <a:defRPr sz="1467" b="0" i="0" u="none" strike="noStrike" cap="none">
                <a:solidFill>
                  <a:schemeClr val="dk1"/>
                </a:solidFill>
                <a:latin typeface="Calibri"/>
                <a:ea typeface="Calibri"/>
                <a:cs typeface="Calibri"/>
                <a:sym typeface="Calibri"/>
              </a:defRPr>
            </a:lvl9pPr>
          </a:lstStyle>
          <a:p>
            <a:r>
              <a:rPr lang="en-US"/>
              <a:t>Click icon to add picture</a:t>
            </a:r>
            <a:endParaRPr/>
          </a:p>
        </p:txBody>
      </p:sp>
      <p:sp>
        <p:nvSpPr>
          <p:cNvPr id="50" name="Google Shape;50;p20"/>
          <p:cNvSpPr txBox="1">
            <a:spLocks noGrp="1"/>
          </p:cNvSpPr>
          <p:nvPr>
            <p:ph type="body" idx="1"/>
          </p:nvPr>
        </p:nvSpPr>
        <p:spPr>
          <a:xfrm>
            <a:off x="1301578" y="2587625"/>
            <a:ext cx="3061420" cy="3811600"/>
          </a:xfrm>
          <a:prstGeom prst="rect">
            <a:avLst/>
          </a:prstGeom>
          <a:noFill/>
          <a:ln>
            <a:noFill/>
          </a:ln>
        </p:spPr>
        <p:txBody>
          <a:bodyPr spcFirstLastPara="1" wrap="square" lIns="91425" tIns="91425" rIns="91425" bIns="91425" anchor="t" anchorCtr="0">
            <a:noAutofit/>
          </a:bodyPr>
          <a:lstStyle>
            <a:lvl1pPr>
              <a:defRPr sz="1867" dirty="0">
                <a:solidFill>
                  <a:schemeClr val="dk1"/>
                </a:solidFill>
                <a:latin typeface="Arial" panose="020B0604020202020204" pitchFamily="34" charset="0"/>
                <a:ea typeface="Arial" panose="020B0604020202020204" pitchFamily="34" charset="0"/>
                <a:cs typeface="Arial" panose="020B0604020202020204" pitchFamily="34" charset="0"/>
              </a:defRPr>
            </a:lvl1pPr>
          </a:lstStyle>
          <a:p>
            <a:pPr lvl="0" indent="-304792">
              <a:buClr>
                <a:schemeClr val="dk1"/>
              </a:buClr>
              <a:buNone/>
            </a:pPr>
            <a:r>
              <a:rPr lang="en-US"/>
              <a:t>Edit Master text styles</a:t>
            </a:r>
          </a:p>
        </p:txBody>
      </p:sp>
    </p:spTree>
    <p:extLst>
      <p:ext uri="{BB962C8B-B14F-4D97-AF65-F5344CB8AC3E}">
        <p14:creationId xmlns:p14="http://schemas.microsoft.com/office/powerpoint/2010/main" val="14084308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1_Title Slide" preserve="1">
  <p:cSld name="11_Title Slide">
    <p:spTree>
      <p:nvGrpSpPr>
        <p:cNvPr id="1" name="Shape 57"/>
        <p:cNvGrpSpPr/>
        <p:nvPr/>
      </p:nvGrpSpPr>
      <p:grpSpPr>
        <a:xfrm>
          <a:off x="0" y="0"/>
          <a:ext cx="0" cy="0"/>
          <a:chOff x="0" y="0"/>
          <a:chExt cx="0" cy="0"/>
        </a:xfrm>
      </p:grpSpPr>
      <p:sp>
        <p:nvSpPr>
          <p:cNvPr id="58" name="Google Shape;58;p23"/>
          <p:cNvSpPr txBox="1">
            <a:spLocks noGrp="1"/>
          </p:cNvSpPr>
          <p:nvPr>
            <p:ph type="sldNum" idx="12"/>
          </p:nvPr>
        </p:nvSpPr>
        <p:spPr>
          <a:xfrm>
            <a:off x="8737600" y="6356351"/>
            <a:ext cx="2844800" cy="3652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9pPr>
          </a:lstStyle>
          <a:p>
            <a:fld id="{00000000-1234-1234-1234-123412341234}" type="slidenum">
              <a:rPr lang="en" smtClean="0"/>
              <a:pPr/>
              <a:t>‹#›</a:t>
            </a:fld>
            <a:endParaRPr lang="en"/>
          </a:p>
        </p:txBody>
      </p:sp>
      <p:sp>
        <p:nvSpPr>
          <p:cNvPr id="59" name="Google Shape;59;p23"/>
          <p:cNvSpPr txBox="1">
            <a:spLocks noGrp="1"/>
          </p:cNvSpPr>
          <p:nvPr>
            <p:ph type="ftr" idx="11"/>
          </p:nvPr>
        </p:nvSpPr>
        <p:spPr>
          <a:xfrm>
            <a:off x="8049777" y="6566743"/>
            <a:ext cx="3860800" cy="365200"/>
          </a:xfrm>
          <a:prstGeom prst="rect">
            <a:avLst/>
          </a:prstGeom>
          <a:noFill/>
          <a:ln>
            <a:noFill/>
          </a:ln>
        </p:spPr>
        <p:txBody>
          <a:bodyPr spcFirstLastPara="1" wrap="square" lIns="91425" tIns="91425" rIns="91425" bIns="91425" anchor="t" anchorCtr="0">
            <a:noAutofit/>
          </a:bodyPr>
          <a:lstStyle>
            <a:lvl1pPr marR="0" lvl="0" algn="r" rtl="0">
              <a:lnSpc>
                <a:spcPct val="100000"/>
              </a:lnSpc>
              <a:spcBef>
                <a:spcPts val="0"/>
              </a:spcBef>
              <a:spcAft>
                <a:spcPts val="0"/>
              </a:spcAft>
              <a:buClr>
                <a:srgbClr val="000000"/>
              </a:buClr>
              <a:buSzPts val="1100"/>
              <a:buFont typeface="Arial"/>
              <a:buNone/>
              <a:defRPr sz="1867" b="1" i="0" u="none" strike="noStrike" cap="none">
                <a:solidFill>
                  <a:srgbClr val="00B050"/>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867"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867"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867"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867"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867"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867"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867"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867"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8021848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ster Use" preserve="1" userDrawn="1">
  <p:cSld name="Master Use">
    <p:spTree>
      <p:nvGrpSpPr>
        <p:cNvPr id="1" name="Shape 60"/>
        <p:cNvGrpSpPr/>
        <p:nvPr/>
      </p:nvGrpSpPr>
      <p:grpSpPr>
        <a:xfrm>
          <a:off x="0" y="0"/>
          <a:ext cx="0" cy="0"/>
          <a:chOff x="0" y="0"/>
          <a:chExt cx="0" cy="0"/>
        </a:xfrm>
      </p:grpSpPr>
      <p:sp>
        <p:nvSpPr>
          <p:cNvPr id="4" name="Google Shape;19;p14"/>
          <p:cNvSpPr txBox="1">
            <a:spLocks noGrp="1"/>
          </p:cNvSpPr>
          <p:nvPr>
            <p:ph type="title"/>
          </p:nvPr>
        </p:nvSpPr>
        <p:spPr>
          <a:xfrm>
            <a:off x="1510028" y="519084"/>
            <a:ext cx="10361371" cy="641072"/>
          </a:xfrm>
          <a:prstGeom prst="rect">
            <a:avLst/>
          </a:prstGeom>
          <a:noFill/>
          <a:ln>
            <a:noFill/>
          </a:ln>
        </p:spPr>
        <p:txBody>
          <a:bodyPr spcFirstLastPara="1" wrap="square" lIns="91425" tIns="91425" rIns="91425" bIns="91425" anchor="ctr"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r>
              <a:rPr lang="en-US"/>
              <a:t>Click to edit Master title style</a:t>
            </a:r>
            <a:endParaRPr dirty="0"/>
          </a:p>
        </p:txBody>
      </p:sp>
    </p:spTree>
    <p:extLst>
      <p:ext uri="{BB962C8B-B14F-4D97-AF65-F5344CB8AC3E}">
        <p14:creationId xmlns:p14="http://schemas.microsoft.com/office/powerpoint/2010/main" val="25887475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preserve="1" userDrawn="1">
  <p:cSld name="Lesson Summary">
    <p:spTree>
      <p:nvGrpSpPr>
        <p:cNvPr id="1" name="Shape 18"/>
        <p:cNvGrpSpPr/>
        <p:nvPr/>
      </p:nvGrpSpPr>
      <p:grpSpPr>
        <a:xfrm>
          <a:off x="0" y="0"/>
          <a:ext cx="0" cy="0"/>
          <a:chOff x="0" y="0"/>
          <a:chExt cx="0" cy="0"/>
        </a:xfrm>
      </p:grpSpPr>
      <p:sp>
        <p:nvSpPr>
          <p:cNvPr id="20" name="Google Shape;20;p14"/>
          <p:cNvSpPr txBox="1">
            <a:spLocks noGrp="1"/>
          </p:cNvSpPr>
          <p:nvPr>
            <p:ph type="body" idx="1" hasCustomPrompt="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609585" marR="0" lvl="0" indent="-440256" algn="l">
              <a:lnSpc>
                <a:spcPct val="90000"/>
              </a:lnSpc>
              <a:spcBef>
                <a:spcPts val="800"/>
              </a:spcBef>
              <a:spcAft>
                <a:spcPts val="0"/>
              </a:spcAft>
              <a:buClr>
                <a:schemeClr val="dk1"/>
              </a:buClr>
              <a:buSzPts val="1600"/>
              <a:buFont typeface="Arial"/>
              <a:buChar char="•"/>
              <a:defRPr sz="2600" b="0" i="0" u="none" strike="noStrike" cap="none">
                <a:solidFill>
                  <a:schemeClr val="dk1"/>
                </a:solidFill>
                <a:latin typeface="+mn-lt"/>
                <a:ea typeface="Calibri"/>
                <a:cs typeface="Calibri"/>
                <a:sym typeface="Calibri"/>
              </a:defRPr>
            </a:lvl1pPr>
            <a:lvl2pPr marL="1219170" marR="0" lvl="1" indent="-423323"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mn-lt"/>
                <a:ea typeface="Calibri"/>
                <a:cs typeface="Calibri"/>
                <a:sym typeface="Calibri"/>
              </a:defRPr>
            </a:lvl2pPr>
            <a:lvl3pPr marL="1828754" marR="0" lvl="2" indent="-397923"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mn-lt"/>
                <a:ea typeface="Calibri"/>
                <a:cs typeface="Calibri"/>
                <a:sym typeface="Calibri"/>
              </a:defRPr>
            </a:lvl3pPr>
            <a:lvl4pPr marL="2438339" marR="0" lvl="3" indent="-389457"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mn-lt"/>
                <a:ea typeface="Calibri"/>
                <a:cs typeface="Calibri"/>
                <a:sym typeface="Calibri"/>
              </a:defRPr>
            </a:lvl4pPr>
            <a:lvl5pPr marL="3047924" marR="0" lvl="4"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5pPr>
            <a:lvl6pPr marL="3657509" marR="0" lvl="5"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4267093" marR="0" lvl="6"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7pPr>
            <a:lvl8pPr marL="4876678" marR="0" lvl="7"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8pPr>
            <a:lvl9pPr marL="5486263" marR="0" lvl="8" indent="-389457"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mn-lt"/>
                <a:ea typeface="Calibri"/>
                <a:cs typeface="Calibri"/>
                <a:sym typeface="Calibri"/>
              </a:defRPr>
            </a:lvl9pPr>
          </a:lstStyle>
          <a:p>
            <a:pPr lvl="0"/>
            <a:r>
              <a:rPr lang="en-US" dirty="0"/>
              <a:t>Brief Summary of Lesson</a:t>
            </a:r>
            <a:endParaRPr dirty="0"/>
          </a:p>
        </p:txBody>
      </p:sp>
      <p:sp>
        <p:nvSpPr>
          <p:cNvPr id="21" name="Google Shape;21;p14"/>
          <p:cNvSpPr txBox="1"/>
          <p:nvPr/>
        </p:nvSpPr>
        <p:spPr>
          <a:xfrm>
            <a:off x="3657600" y="6553201"/>
            <a:ext cx="4876800" cy="246400"/>
          </a:xfrm>
          <a:prstGeom prst="rect">
            <a:avLst/>
          </a:prstGeom>
          <a:noFill/>
          <a:ln>
            <a:noFill/>
          </a:ln>
        </p:spPr>
        <p:txBody>
          <a:bodyPr spcFirstLastPara="1" wrap="square" lIns="91433" tIns="45700" rIns="91433"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22" name="Google Shape;22;p14"/>
          <p:cNvSpPr txBox="1"/>
          <p:nvPr/>
        </p:nvSpPr>
        <p:spPr>
          <a:xfrm>
            <a:off x="3657600" y="0"/>
            <a:ext cx="4876800" cy="246400"/>
          </a:xfrm>
          <a:prstGeom prst="rect">
            <a:avLst/>
          </a:prstGeom>
          <a:noFill/>
          <a:ln>
            <a:noFill/>
          </a:ln>
        </p:spPr>
        <p:txBody>
          <a:bodyPr spcFirstLastPara="1" wrap="square" lIns="91433" tIns="45700" rIns="91433"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 name="Google Shape;19;p14"/>
          <p:cNvSpPr txBox="1">
            <a:spLocks noGrp="1"/>
          </p:cNvSpPr>
          <p:nvPr>
            <p:ph type="title" hasCustomPrompt="1"/>
          </p:nvPr>
        </p:nvSpPr>
        <p:spPr>
          <a:xfrm>
            <a:off x="1510028" y="519084"/>
            <a:ext cx="10361371"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r>
              <a:rPr lang="en-US" dirty="0"/>
              <a:t>Lesson Summary</a:t>
            </a:r>
            <a:endParaRPr dirty="0"/>
          </a:p>
        </p:txBody>
      </p:sp>
    </p:spTree>
    <p:extLst>
      <p:ext uri="{BB962C8B-B14F-4D97-AF65-F5344CB8AC3E}">
        <p14:creationId xmlns:p14="http://schemas.microsoft.com/office/powerpoint/2010/main" val="30600841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Header" preserve="1" userDrawn="1">
  <p:cSld name="Questions">
    <p:spTree>
      <p:nvGrpSpPr>
        <p:cNvPr id="1" name="Shape 15"/>
        <p:cNvGrpSpPr/>
        <p:nvPr/>
      </p:nvGrpSpPr>
      <p:grpSpPr>
        <a:xfrm>
          <a:off x="0" y="0"/>
          <a:ext cx="0" cy="0"/>
          <a:chOff x="0" y="0"/>
          <a:chExt cx="0" cy="0"/>
        </a:xfrm>
      </p:grpSpPr>
      <p:sp>
        <p:nvSpPr>
          <p:cNvPr id="16" name="Google Shape;16;p12"/>
          <p:cNvSpPr txBox="1">
            <a:spLocks noGrp="1"/>
          </p:cNvSpPr>
          <p:nvPr>
            <p:ph type="title" hasCustomPrompt="1"/>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r>
              <a:rPr lang="en-US" dirty="0"/>
              <a:t>Questions?</a:t>
            </a:r>
            <a:endParaRPr dirty="0"/>
          </a:p>
        </p:txBody>
      </p:sp>
    </p:spTree>
    <p:extLst>
      <p:ext uri="{BB962C8B-B14F-4D97-AF65-F5344CB8AC3E}">
        <p14:creationId xmlns:p14="http://schemas.microsoft.com/office/powerpoint/2010/main" val="448481437"/>
      </p:ext>
    </p:extLst>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 Id="rId15"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5"/>
        <p:cNvGrpSpPr/>
        <p:nvPr/>
      </p:nvGrpSpPr>
      <p:grpSpPr>
        <a:xfrm>
          <a:off x="0" y="0"/>
          <a:ext cx="0" cy="0"/>
          <a:chOff x="0" y="0"/>
          <a:chExt cx="0" cy="0"/>
        </a:xfrm>
      </p:grpSpPr>
      <p:sp>
        <p:nvSpPr>
          <p:cNvPr id="14" name="Rectangle 13">
            <a:extLst>
              <a:ext uri="{FF2B5EF4-FFF2-40B4-BE49-F238E27FC236}">
                <a16:creationId xmlns:a16="http://schemas.microsoft.com/office/drawing/2014/main" id="{03C8531C-6664-AC0C-ED00-3D1957BC281F}"/>
              </a:ext>
            </a:extLst>
          </p:cNvPr>
          <p:cNvSpPr/>
          <p:nvPr userDrawn="1"/>
        </p:nvSpPr>
        <p:spPr>
          <a:xfrm>
            <a:off x="-1" y="-20168"/>
            <a:ext cx="12191999" cy="263611"/>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en-US" sz="2400" dirty="0"/>
          </a:p>
        </p:txBody>
      </p:sp>
      <p:sp>
        <p:nvSpPr>
          <p:cNvPr id="15" name="Rectangle 14">
            <a:extLst>
              <a:ext uri="{FF2B5EF4-FFF2-40B4-BE49-F238E27FC236}">
                <a16:creationId xmlns:a16="http://schemas.microsoft.com/office/drawing/2014/main" id="{CAD018CF-85D7-A3C5-985F-E66425541490}"/>
              </a:ext>
            </a:extLst>
          </p:cNvPr>
          <p:cNvSpPr/>
          <p:nvPr userDrawn="1"/>
        </p:nvSpPr>
        <p:spPr>
          <a:xfrm>
            <a:off x="1" y="243443"/>
            <a:ext cx="1128108" cy="6614557"/>
          </a:xfrm>
          <a:prstGeom prst="rect">
            <a:avLst/>
          </a:prstGeom>
          <a:ln>
            <a:noFill/>
          </a:ln>
          <a:effectLst/>
        </p:spPr>
        <p:style>
          <a:lnRef idx="3">
            <a:schemeClr val="lt1"/>
          </a:lnRef>
          <a:fillRef idx="1">
            <a:schemeClr val="dk1"/>
          </a:fillRef>
          <a:effectRef idx="1">
            <a:schemeClr val="dk1"/>
          </a:effectRef>
          <a:fontRef idx="minor">
            <a:schemeClr val="lt1"/>
          </a:fontRef>
        </p:style>
        <p:txBody>
          <a:bodyPr rtlCol="0" anchor="ctr"/>
          <a:lstStyle/>
          <a:p>
            <a:pPr algn="ctr"/>
            <a:endParaRPr lang="en-US" sz="2400" dirty="0"/>
          </a:p>
        </p:txBody>
      </p:sp>
      <p:sp>
        <p:nvSpPr>
          <p:cNvPr id="7" name="Google Shape;7;p10"/>
          <p:cNvSpPr txBox="1">
            <a:spLocks noGrp="1"/>
          </p:cNvSpPr>
          <p:nvPr>
            <p:ph type="title"/>
          </p:nvPr>
        </p:nvSpPr>
        <p:spPr>
          <a:xfrm>
            <a:off x="1189403" y="646322"/>
            <a:ext cx="10682000" cy="579876"/>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rgbClr val="000000"/>
              </a:buClr>
              <a:buSzPts val="1100"/>
              <a:buFont typeface="Arial"/>
              <a:buNone/>
              <a:defRPr sz="1600" b="1"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r>
              <a:rPr lang="en-US" dirty="0"/>
              <a:t> </a:t>
            </a:r>
            <a:endParaRPr dirty="0"/>
          </a:p>
        </p:txBody>
      </p:sp>
      <p:sp>
        <p:nvSpPr>
          <p:cNvPr id="8" name="Google Shape;8;p10"/>
          <p:cNvSpPr txBox="1">
            <a:spLocks noGrp="1"/>
          </p:cNvSpPr>
          <p:nvPr>
            <p:ph type="body" idx="1"/>
          </p:nvPr>
        </p:nvSpPr>
        <p:spPr>
          <a:xfrm>
            <a:off x="1189401" y="1384879"/>
            <a:ext cx="10682000" cy="4858013"/>
          </a:xfrm>
          <a:prstGeom prst="rect">
            <a:avLst/>
          </a:prstGeom>
          <a:noFill/>
          <a:ln>
            <a:noFill/>
          </a:ln>
        </p:spPr>
        <p:txBody>
          <a:bodyPr spcFirstLastPara="1" wrap="square" lIns="91425" tIns="91425" rIns="91425" bIns="91425" anchor="t" anchorCtr="0">
            <a:noAutofit/>
          </a:bodyPr>
          <a:lstStyle>
            <a:lvl1pPr marL="457200" marR="0" lvl="0" indent="-330200" algn="l" rtl="0">
              <a:lnSpc>
                <a:spcPct val="90000"/>
              </a:lnSpc>
              <a:spcBef>
                <a:spcPts val="600"/>
              </a:spcBef>
              <a:spcAft>
                <a:spcPts val="0"/>
              </a:spcAft>
              <a:buClr>
                <a:srgbClr val="000000"/>
              </a:buClr>
              <a:buSzPts val="1600"/>
              <a:buFont typeface="Arial"/>
              <a:buChar char="•"/>
              <a:defRPr sz="1600" b="0" i="0" u="none" strike="noStrike" cap="none">
                <a:solidFill>
                  <a:srgbClr val="000000"/>
                </a:solidFill>
                <a:latin typeface="Arial"/>
                <a:ea typeface="Arial"/>
                <a:cs typeface="Arial"/>
                <a:sym typeface="Arial"/>
              </a:defRPr>
            </a:lvl1pPr>
            <a:lvl2pPr marL="914400" marR="0" lvl="1" indent="-317500" algn="l" rtl="0">
              <a:lnSpc>
                <a:spcPct val="90000"/>
              </a:lnSpc>
              <a:spcBef>
                <a:spcPts val="30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2pPr>
            <a:lvl3pPr marL="1371600" marR="0" lvl="2" indent="-298450" algn="l" rtl="0">
              <a:lnSpc>
                <a:spcPct val="90000"/>
              </a:lnSpc>
              <a:spcBef>
                <a:spcPts val="30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4pPr>
            <a:lvl5pPr marL="2286000" marR="0" lvl="4"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5pPr>
            <a:lvl6pPr marL="2743200" marR="0" lvl="5"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6pPr>
            <a:lvl7pPr marL="3200400" marR="0" lvl="6"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7pPr>
            <a:lvl8pPr marL="3657600" marR="0" lvl="7"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8pPr>
            <a:lvl9pPr marL="4114800" marR="0" lvl="8"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9pPr>
          </a:lstStyle>
          <a:p>
            <a:pPr lvl="0"/>
            <a:endParaRPr dirty="0"/>
          </a:p>
        </p:txBody>
      </p:sp>
      <p:pic>
        <p:nvPicPr>
          <p:cNvPr id="9" name="Google Shape;9;p10"/>
          <p:cNvPicPr preferRelativeResize="0"/>
          <p:nvPr userDrawn="1"/>
        </p:nvPicPr>
        <p:blipFill>
          <a:blip r:embed="rId14">
            <a:extLst>
              <a:ext uri="{28A0092B-C50C-407E-A947-70E740481C1C}">
                <a14:useLocalDpi xmlns:a14="http://schemas.microsoft.com/office/drawing/2010/main" val="0"/>
              </a:ext>
            </a:extLst>
          </a:blip>
          <a:srcRect/>
          <a:stretch/>
        </p:blipFill>
        <p:spPr>
          <a:xfrm>
            <a:off x="99713" y="231455"/>
            <a:ext cx="928680" cy="928680"/>
          </a:xfrm>
          <a:prstGeom prst="rect">
            <a:avLst/>
          </a:prstGeom>
          <a:noFill/>
          <a:ln>
            <a:noFill/>
          </a:ln>
        </p:spPr>
      </p:pic>
      <p:sp>
        <p:nvSpPr>
          <p:cNvPr id="11" name="Google Shape;11;p10"/>
          <p:cNvSpPr txBox="1">
            <a:spLocks noGrp="1"/>
          </p:cNvSpPr>
          <p:nvPr>
            <p:ph type="sldNum" idx="12"/>
          </p:nvPr>
        </p:nvSpPr>
        <p:spPr>
          <a:xfrm>
            <a:off x="10058399" y="6641435"/>
            <a:ext cx="2133600" cy="2248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9pPr>
          </a:lstStyle>
          <a:p>
            <a:fld id="{00000000-1234-1234-1234-123412341234}" type="slidenum">
              <a:rPr lang="en" smtClean="0"/>
              <a:pPr/>
              <a:t>‹#›</a:t>
            </a:fld>
            <a:endParaRPr lang="en"/>
          </a:p>
        </p:txBody>
      </p:sp>
      <p:sp>
        <p:nvSpPr>
          <p:cNvPr id="10" name="Rectangle 9">
            <a:extLst>
              <a:ext uri="{FF2B5EF4-FFF2-40B4-BE49-F238E27FC236}">
                <a16:creationId xmlns:a16="http://schemas.microsoft.com/office/drawing/2014/main" id="{03C8531C-6664-AC0C-ED00-3D1957BC281F}"/>
              </a:ext>
            </a:extLst>
          </p:cNvPr>
          <p:cNvSpPr/>
          <p:nvPr userDrawn="1"/>
        </p:nvSpPr>
        <p:spPr>
          <a:xfrm>
            <a:off x="-2" y="6594389"/>
            <a:ext cx="12191999" cy="263611"/>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en-US" sz="2400" dirty="0"/>
          </a:p>
        </p:txBody>
      </p:sp>
      <p:grpSp>
        <p:nvGrpSpPr>
          <p:cNvPr id="34" name="Group 33"/>
          <p:cNvGrpSpPr/>
          <p:nvPr userDrawn="1"/>
        </p:nvGrpSpPr>
        <p:grpSpPr>
          <a:xfrm>
            <a:off x="254537" y="37012"/>
            <a:ext cx="4123292" cy="140365"/>
            <a:chOff x="5526083" y="4992009"/>
            <a:chExt cx="3092469" cy="105274"/>
          </a:xfrm>
          <a:gradFill flip="none" rotWithShape="1">
            <a:gsLst>
              <a:gs pos="0">
                <a:schemeClr val="accent1"/>
              </a:gs>
              <a:gs pos="0">
                <a:schemeClr val="accent1"/>
              </a:gs>
            </a:gsLst>
            <a:lin ang="2700000" scaled="1"/>
            <a:tileRect/>
          </a:gradFill>
        </p:grpSpPr>
        <p:sp>
          <p:nvSpPr>
            <p:cNvPr id="35" name="Chevron 34"/>
            <p:cNvSpPr/>
            <p:nvPr userDrawn="1"/>
          </p:nvSpPr>
          <p:spPr>
            <a:xfrm>
              <a:off x="8339152"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36" name="Chevron 35"/>
            <p:cNvSpPr/>
            <p:nvPr userDrawn="1"/>
          </p:nvSpPr>
          <p:spPr>
            <a:xfrm>
              <a:off x="8059751"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37" name="Chevron 36"/>
            <p:cNvSpPr/>
            <p:nvPr userDrawn="1"/>
          </p:nvSpPr>
          <p:spPr>
            <a:xfrm>
              <a:off x="7773998"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38" name="Chevron 37"/>
            <p:cNvSpPr/>
            <p:nvPr userDrawn="1"/>
          </p:nvSpPr>
          <p:spPr>
            <a:xfrm>
              <a:off x="7494596"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39" name="Chevron 38"/>
            <p:cNvSpPr/>
            <p:nvPr userDrawn="1"/>
          </p:nvSpPr>
          <p:spPr>
            <a:xfrm>
              <a:off x="7215195"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40" name="Chevron 39"/>
            <p:cNvSpPr/>
            <p:nvPr userDrawn="1"/>
          </p:nvSpPr>
          <p:spPr>
            <a:xfrm>
              <a:off x="6929442"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41" name="Chevron 40"/>
            <p:cNvSpPr/>
            <p:nvPr userDrawn="1"/>
          </p:nvSpPr>
          <p:spPr>
            <a:xfrm>
              <a:off x="6650040"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dirty="0">
                <a:solidFill>
                  <a:schemeClr val="tx1"/>
                </a:solidFill>
              </a:endParaRPr>
            </a:p>
          </p:txBody>
        </p:sp>
        <p:sp>
          <p:nvSpPr>
            <p:cNvPr id="42" name="Chevron 41"/>
            <p:cNvSpPr/>
            <p:nvPr userDrawn="1"/>
          </p:nvSpPr>
          <p:spPr>
            <a:xfrm>
              <a:off x="6370639"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43" name="Chevron 42"/>
            <p:cNvSpPr/>
            <p:nvPr userDrawn="1"/>
          </p:nvSpPr>
          <p:spPr>
            <a:xfrm>
              <a:off x="6084886"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44" name="Chevron 43"/>
            <p:cNvSpPr/>
            <p:nvPr userDrawn="1"/>
          </p:nvSpPr>
          <p:spPr>
            <a:xfrm>
              <a:off x="5805484"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45" name="Chevron 44"/>
            <p:cNvSpPr/>
            <p:nvPr userDrawn="1"/>
          </p:nvSpPr>
          <p:spPr>
            <a:xfrm>
              <a:off x="5526083"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grpSp>
      <p:sp>
        <p:nvSpPr>
          <p:cNvPr id="48" name="Text Placeholder 16"/>
          <p:cNvSpPr txBox="1">
            <a:spLocks/>
          </p:cNvSpPr>
          <p:nvPr userDrawn="1"/>
        </p:nvSpPr>
        <p:spPr>
          <a:xfrm flipH="1">
            <a:off x="1043632" y="6366806"/>
            <a:ext cx="4211863" cy="221589"/>
          </a:xfrm>
          <a:prstGeom prst="rect">
            <a:avLst/>
          </a:prstGeom>
        </p:spPr>
        <p:txBody>
          <a:bodyPr>
            <a:noAutofit/>
          </a:bodyPr>
          <a:lstStyle>
            <a:defPPr marR="0" lvl="0" algn="l" rtl="0">
              <a:lnSpc>
                <a:spcPct val="100000"/>
              </a:lnSpc>
              <a:spcBef>
                <a:spcPts val="0"/>
              </a:spcBef>
              <a:spcAft>
                <a:spcPts val="0"/>
              </a:spcAft>
            </a:defPPr>
            <a:lvl1pPr marL="0" marR="0" lvl="0" indent="0" algn="l" rtl="0" eaLnBrk="1" hangingPunct="1">
              <a:lnSpc>
                <a:spcPct val="100000"/>
              </a:lnSpc>
              <a:spcBef>
                <a:spcPts val="0"/>
              </a:spcBef>
              <a:spcAft>
                <a:spcPts val="0"/>
              </a:spcAft>
              <a:buClr>
                <a:srgbClr val="000000"/>
              </a:buClr>
              <a:buFont typeface="Arial"/>
              <a:buNone/>
              <a:defRPr sz="1200" b="1" i="0" u="none" strike="noStrike" cap="none">
                <a:solidFill>
                  <a:srgbClr val="00B050"/>
                </a:solidFill>
                <a:latin typeface="Arial" panose="020B0604020202020204" pitchFamily="34" charset="0"/>
                <a:ea typeface="Arial" panose="020B0604020202020204" pitchFamily="34" charset="0"/>
                <a:cs typeface="Arial" panose="020B0604020202020204" pitchFamily="34" charset="0"/>
                <a:sym typeface="Arial"/>
              </a:defRPr>
            </a:lvl1pPr>
            <a:lvl2pPr marR="0" lvl="1"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kern="0" dirty="0"/>
              <a:t>UNCLASSIFIED</a:t>
            </a:r>
          </a:p>
        </p:txBody>
      </p:sp>
      <p:sp>
        <p:nvSpPr>
          <p:cNvPr id="49" name="Text Placeholder 16"/>
          <p:cNvSpPr txBox="1">
            <a:spLocks/>
          </p:cNvSpPr>
          <p:nvPr userDrawn="1"/>
        </p:nvSpPr>
        <p:spPr>
          <a:xfrm>
            <a:off x="5482963" y="207088"/>
            <a:ext cx="6767512" cy="212103"/>
          </a:xfrm>
          <a:prstGeom prst="rect">
            <a:avLst/>
          </a:prstGeom>
        </p:spPr>
        <p:txBody>
          <a:bodyPr>
            <a:noAutofit/>
          </a:bodyPr>
          <a:lstStyle>
            <a:defPPr marR="0" lvl="0" algn="l" rtl="0">
              <a:lnSpc>
                <a:spcPct val="100000"/>
              </a:lnSpc>
              <a:spcBef>
                <a:spcPts val="0"/>
              </a:spcBef>
              <a:spcAft>
                <a:spcPts val="0"/>
              </a:spcAft>
            </a:defPPr>
            <a:lvl1pPr marL="0" marR="0" lvl="0" indent="0" algn="r" rtl="0" eaLnBrk="1" hangingPunct="1">
              <a:lnSpc>
                <a:spcPct val="100000"/>
              </a:lnSpc>
              <a:spcBef>
                <a:spcPts val="0"/>
              </a:spcBef>
              <a:spcAft>
                <a:spcPts val="0"/>
              </a:spcAft>
              <a:buClr>
                <a:srgbClr val="000000"/>
              </a:buClr>
              <a:buFont typeface="Arial"/>
              <a:buNone/>
              <a:defRPr sz="1200" b="1" i="0" u="none" strike="noStrike" cap="none" baseline="0">
                <a:solidFill>
                  <a:srgbClr val="00B050"/>
                </a:solidFill>
                <a:latin typeface="Arial" panose="020B0604020202020204" pitchFamily="34" charset="0"/>
                <a:ea typeface="Arial" panose="020B0604020202020204" pitchFamily="34" charset="0"/>
                <a:cs typeface="Arial" panose="020B0604020202020204" pitchFamily="34" charset="0"/>
                <a:sym typeface="Arial"/>
              </a:defRPr>
            </a:lvl1pPr>
            <a:lvl2pPr marR="0" lvl="1"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kern="0" dirty="0"/>
              <a:t>UNCLASSIFIED</a:t>
            </a:r>
          </a:p>
        </p:txBody>
      </p:sp>
      <p:pic>
        <p:nvPicPr>
          <p:cNvPr id="21" name="Picture 20">
            <a:extLst>
              <a:ext uri="{FF2B5EF4-FFF2-40B4-BE49-F238E27FC236}">
                <a16:creationId xmlns:a16="http://schemas.microsoft.com/office/drawing/2014/main" id="{62ADCA60-3BD1-B7C2-7897-A83E6D914113}"/>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rot="-5400000">
            <a:off x="-2150855" y="3445521"/>
            <a:ext cx="5429815" cy="991170"/>
          </a:xfrm>
          <a:prstGeom prst="rect">
            <a:avLst/>
          </a:prstGeom>
        </p:spPr>
      </p:pic>
      <p:grpSp>
        <p:nvGrpSpPr>
          <p:cNvPr id="51" name="Group 50">
            <a:extLst>
              <a:ext uri="{FF2B5EF4-FFF2-40B4-BE49-F238E27FC236}">
                <a16:creationId xmlns:a16="http://schemas.microsoft.com/office/drawing/2014/main" id="{6701C421-A6F9-D749-8480-ECF6D94627DA}"/>
              </a:ext>
            </a:extLst>
          </p:cNvPr>
          <p:cNvGrpSpPr/>
          <p:nvPr userDrawn="1"/>
        </p:nvGrpSpPr>
        <p:grpSpPr>
          <a:xfrm>
            <a:off x="7996753" y="6659805"/>
            <a:ext cx="4123292" cy="140365"/>
            <a:chOff x="5526083" y="4992009"/>
            <a:chExt cx="3092469" cy="105274"/>
          </a:xfrm>
          <a:gradFill flip="none" rotWithShape="1">
            <a:gsLst>
              <a:gs pos="0">
                <a:schemeClr val="accent1"/>
              </a:gs>
              <a:gs pos="0">
                <a:schemeClr val="accent1"/>
              </a:gs>
            </a:gsLst>
            <a:lin ang="2700000" scaled="1"/>
            <a:tileRect/>
          </a:gradFill>
        </p:grpSpPr>
        <p:sp>
          <p:nvSpPr>
            <p:cNvPr id="52" name="Chevron 34">
              <a:extLst>
                <a:ext uri="{FF2B5EF4-FFF2-40B4-BE49-F238E27FC236}">
                  <a16:creationId xmlns:a16="http://schemas.microsoft.com/office/drawing/2014/main" id="{A3DA9578-59FE-86FB-A354-142255DA60DA}"/>
                </a:ext>
              </a:extLst>
            </p:cNvPr>
            <p:cNvSpPr/>
            <p:nvPr userDrawn="1"/>
          </p:nvSpPr>
          <p:spPr>
            <a:xfrm>
              <a:off x="8339152"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53" name="Chevron 35">
              <a:extLst>
                <a:ext uri="{FF2B5EF4-FFF2-40B4-BE49-F238E27FC236}">
                  <a16:creationId xmlns:a16="http://schemas.microsoft.com/office/drawing/2014/main" id="{B04AF141-545B-B49E-C1E8-94740B9919BB}"/>
                </a:ext>
              </a:extLst>
            </p:cNvPr>
            <p:cNvSpPr/>
            <p:nvPr userDrawn="1"/>
          </p:nvSpPr>
          <p:spPr>
            <a:xfrm>
              <a:off x="8059751"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54" name="Chevron 36">
              <a:extLst>
                <a:ext uri="{FF2B5EF4-FFF2-40B4-BE49-F238E27FC236}">
                  <a16:creationId xmlns:a16="http://schemas.microsoft.com/office/drawing/2014/main" id="{1A4E42AC-7995-9220-EB0F-FB2C216318D3}"/>
                </a:ext>
              </a:extLst>
            </p:cNvPr>
            <p:cNvSpPr/>
            <p:nvPr userDrawn="1"/>
          </p:nvSpPr>
          <p:spPr>
            <a:xfrm>
              <a:off x="7773998"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55" name="Chevron 37">
              <a:extLst>
                <a:ext uri="{FF2B5EF4-FFF2-40B4-BE49-F238E27FC236}">
                  <a16:creationId xmlns:a16="http://schemas.microsoft.com/office/drawing/2014/main" id="{53C22C0C-6ECA-E350-C18D-0954C59A74BA}"/>
                </a:ext>
              </a:extLst>
            </p:cNvPr>
            <p:cNvSpPr/>
            <p:nvPr userDrawn="1"/>
          </p:nvSpPr>
          <p:spPr>
            <a:xfrm>
              <a:off x="7494596"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56" name="Chevron 38">
              <a:extLst>
                <a:ext uri="{FF2B5EF4-FFF2-40B4-BE49-F238E27FC236}">
                  <a16:creationId xmlns:a16="http://schemas.microsoft.com/office/drawing/2014/main" id="{F7C7267B-65F6-7F5D-55FA-BFF8A364F42B}"/>
                </a:ext>
              </a:extLst>
            </p:cNvPr>
            <p:cNvSpPr/>
            <p:nvPr userDrawn="1"/>
          </p:nvSpPr>
          <p:spPr>
            <a:xfrm>
              <a:off x="7215195"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57" name="Chevron 39">
              <a:extLst>
                <a:ext uri="{FF2B5EF4-FFF2-40B4-BE49-F238E27FC236}">
                  <a16:creationId xmlns:a16="http://schemas.microsoft.com/office/drawing/2014/main" id="{7B9AD0EA-9215-55F3-CBC7-713862E4C839}"/>
                </a:ext>
              </a:extLst>
            </p:cNvPr>
            <p:cNvSpPr/>
            <p:nvPr userDrawn="1"/>
          </p:nvSpPr>
          <p:spPr>
            <a:xfrm>
              <a:off x="6929442"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58" name="Chevron 40">
              <a:extLst>
                <a:ext uri="{FF2B5EF4-FFF2-40B4-BE49-F238E27FC236}">
                  <a16:creationId xmlns:a16="http://schemas.microsoft.com/office/drawing/2014/main" id="{BCD4AD2F-0902-4385-94F7-5ACB01D22A41}"/>
                </a:ext>
              </a:extLst>
            </p:cNvPr>
            <p:cNvSpPr/>
            <p:nvPr userDrawn="1"/>
          </p:nvSpPr>
          <p:spPr>
            <a:xfrm>
              <a:off x="6650040"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dirty="0">
                <a:solidFill>
                  <a:schemeClr val="tx1"/>
                </a:solidFill>
              </a:endParaRPr>
            </a:p>
          </p:txBody>
        </p:sp>
        <p:sp>
          <p:nvSpPr>
            <p:cNvPr id="59" name="Chevron 41">
              <a:extLst>
                <a:ext uri="{FF2B5EF4-FFF2-40B4-BE49-F238E27FC236}">
                  <a16:creationId xmlns:a16="http://schemas.microsoft.com/office/drawing/2014/main" id="{9C796D23-978C-FFFF-4038-1C937EE690D7}"/>
                </a:ext>
              </a:extLst>
            </p:cNvPr>
            <p:cNvSpPr/>
            <p:nvPr userDrawn="1"/>
          </p:nvSpPr>
          <p:spPr>
            <a:xfrm>
              <a:off x="6370639"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60" name="Chevron 42">
              <a:extLst>
                <a:ext uri="{FF2B5EF4-FFF2-40B4-BE49-F238E27FC236}">
                  <a16:creationId xmlns:a16="http://schemas.microsoft.com/office/drawing/2014/main" id="{9080B428-A3B2-6A7E-177F-CF4DC7356652}"/>
                </a:ext>
              </a:extLst>
            </p:cNvPr>
            <p:cNvSpPr/>
            <p:nvPr userDrawn="1"/>
          </p:nvSpPr>
          <p:spPr>
            <a:xfrm>
              <a:off x="6084886"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61" name="Chevron 43">
              <a:extLst>
                <a:ext uri="{FF2B5EF4-FFF2-40B4-BE49-F238E27FC236}">
                  <a16:creationId xmlns:a16="http://schemas.microsoft.com/office/drawing/2014/main" id="{54FDEC70-BB7A-14BD-BF44-B0F7EFDD1AA4}"/>
                </a:ext>
              </a:extLst>
            </p:cNvPr>
            <p:cNvSpPr/>
            <p:nvPr userDrawn="1"/>
          </p:nvSpPr>
          <p:spPr>
            <a:xfrm>
              <a:off x="5805484"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sp>
          <p:nvSpPr>
            <p:cNvPr id="62" name="Chevron 44">
              <a:extLst>
                <a:ext uri="{FF2B5EF4-FFF2-40B4-BE49-F238E27FC236}">
                  <a16:creationId xmlns:a16="http://schemas.microsoft.com/office/drawing/2014/main" id="{B3E053BC-053D-4B7F-17DA-2B8D0B40E67E}"/>
                </a:ext>
              </a:extLst>
            </p:cNvPr>
            <p:cNvSpPr/>
            <p:nvPr userDrawn="1"/>
          </p:nvSpPr>
          <p:spPr>
            <a:xfrm>
              <a:off x="5526083" y="4992009"/>
              <a:ext cx="279400" cy="105274"/>
            </a:xfrm>
            <a:prstGeom prst="chevron">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chemeClr val="tx1"/>
                </a:solidFill>
              </a:endParaRPr>
            </a:p>
          </p:txBody>
        </p:sp>
      </p:grpSp>
    </p:spTree>
    <p:extLst>
      <p:ext uri="{BB962C8B-B14F-4D97-AF65-F5344CB8AC3E}">
        <p14:creationId xmlns:p14="http://schemas.microsoft.com/office/powerpoint/2010/main" val="2594109494"/>
      </p:ext>
    </p:extLst>
  </p:cSld>
  <p:clrMap bg1="lt1" tx1="dk1" bg2="dk2" tx2="lt2" accent1="accent1" accent2="accent2" accent3="accent3" accent4="accent4" accent5="accent5" accent6="accent6" hlink="hlink" folHlink="folHlink"/>
  <p:sldLayoutIdLst>
    <p:sldLayoutId id="2147483661" r:id="rId1"/>
    <p:sldLayoutId id="2147483663" r:id="rId2"/>
    <p:sldLayoutId id="2147483742" r:id="rId3"/>
    <p:sldLayoutId id="2147483738" r:id="rId4"/>
    <p:sldLayoutId id="2147483741" r:id="rId5"/>
    <p:sldLayoutId id="2147483664" r:id="rId6"/>
    <p:sldLayoutId id="2147483665" r:id="rId7"/>
    <p:sldLayoutId id="2147483666" r:id="rId8"/>
    <p:sldLayoutId id="2147483667" r:id="rId9"/>
    <p:sldLayoutId id="2147483668" r:id="rId10"/>
    <p:sldLayoutId id="2147483743" r:id="rId11"/>
    <p:sldLayoutId id="2147483740" r:id="rId12"/>
  </p:sldLayoutIdLs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L="169329" marR="0" lvl="0" indent="0" algn="l" rtl="0" eaLnBrk="1" hangingPunct="1">
        <a:lnSpc>
          <a:spcPct val="100000"/>
        </a:lnSpc>
        <a:spcBef>
          <a:spcPts val="0"/>
        </a:spcBef>
        <a:spcAft>
          <a:spcPts val="0"/>
        </a:spcAft>
        <a:buClr>
          <a:srgbClr val="000000"/>
        </a:buClr>
        <a:buFont typeface="Arial"/>
        <a:buNone/>
        <a:defRPr sz="2667" b="0" i="0" u="none" strike="noStrike" cap="none">
          <a:solidFill>
            <a:srgbClr val="000000"/>
          </a:solidFill>
          <a:latin typeface="Arial" panose="020B0604020202020204" pitchFamily="34" charset="0"/>
          <a:ea typeface="Arial" panose="020B0604020202020204" pitchFamily="34" charset="0"/>
          <a:cs typeface="Arial" panose="020B0604020202020204" pitchFamily="34" charset="0"/>
          <a:sym typeface="Arial"/>
        </a:defRPr>
      </a:lvl1pPr>
      <a:lvl2pPr marR="0" lvl="1"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2133"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ormAutofit/>
          </a:bodyPr>
          <a:lstStyle/>
          <a:p>
            <a:r>
              <a:rPr sz="4400"/>
              <a:t>4.3 Build an Agentic Workflow (AI Part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AI-assisted operations</a:t>
            </a:r>
          </a:p>
          <a:p>
            <a:pPr/>
            <a:r>
              <a:rPr sz="2400"/>
              <a:t>Evidence-first reasoning</a:t>
            </a:r>
          </a:p>
          <a:p>
            <a:pPr/>
            <a:r>
              <a:rPr sz="2400"/>
              <a:t>Structured incident output</a:t>
            </a:r>
          </a:p>
          <a:p>
            <a:pPr/>
            <a:r>
              <a:rPr sz="2400"/>
              <a:t>Human review points</a:t>
            </a:r>
          </a:p>
          <a:p>
            <a:pPr/>
            <a:r>
              <a:rPr sz="2400"/>
              <a:t>Repeatable hunt triage</a:t>
            </a:r>
          </a:p>
        </p:txBody>
      </p:sp>
      <p:sp>
        <p:nvSpPr>
          <p:cNvPr id="6" name="Title 5"/>
          <p:cNvSpPr>
            <a:spLocks noGrp="1"/>
          </p:cNvSpPr>
          <p:nvPr>
            <p:ph type="title"/>
          </p:nvPr>
        </p:nvSpPr>
        <p:spPr/>
        <p:txBody>
          <a:bodyPr wrap="square">
            <a:normAutofit/>
          </a:bodyPr>
          <a:lstStyle/>
          <a:p>
            <a:r>
              <a:rPr sz="4000"/>
              <a:t>Why Agentic Workflows Matter to CPTs</a:t>
            </a:r>
          </a:p>
        </p:txBody>
      </p:sp>
      <p:pic>
        <p:nvPicPr>
          <p:cNvPr id="7" name="Picture 6" descr="0d99fec45ec72184cf2ff0b51cbf8f8d386686ec44dbfb84ce346fc3b011521f.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Stable rules stay deterministic</a:t>
            </a:r>
          </a:p>
          <a:p>
            <a:pPr/>
            <a:r>
              <a:rPr sz="2400"/>
              <a:t>Messy evidence needs reasoning</a:t>
            </a:r>
          </a:p>
          <a:p>
            <a:pPr/>
            <a:r>
              <a:rPr sz="2400"/>
              <a:t>LLM as one workflow node</a:t>
            </a:r>
          </a:p>
          <a:p>
            <a:pPr/>
            <a:r>
              <a:rPr sz="2400"/>
              <a:t>Validation before action</a:t>
            </a:r>
          </a:p>
          <a:p>
            <a:pPr/>
            <a:r>
              <a:rPr sz="2400"/>
              <a:t>Operator judgment remains central</a:t>
            </a:r>
          </a:p>
        </p:txBody>
      </p:sp>
      <p:sp>
        <p:nvSpPr>
          <p:cNvPr id="6" name="Title 5"/>
          <p:cNvSpPr>
            <a:spLocks noGrp="1"/>
          </p:cNvSpPr>
          <p:nvPr>
            <p:ph type="title"/>
          </p:nvPr>
        </p:nvSpPr>
        <p:spPr/>
        <p:txBody>
          <a:bodyPr wrap="square">
            <a:normAutofit/>
          </a:bodyPr>
          <a:lstStyle/>
          <a:p>
            <a:r>
              <a:rPr sz="4000"/>
              <a:t>Extending SOAR with Agentic Workflows</a:t>
            </a:r>
          </a:p>
        </p:txBody>
      </p:sp>
      <p:pic>
        <p:nvPicPr>
          <p:cNvPr id="7" name="Picture 6" descr="84e571bede2170c6ef643d13c3656e876eac6fc3d3555e9591b79a287b3fa39e.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Trigger or sensor</a:t>
            </a:r>
          </a:p>
          <a:p>
            <a:pPr/>
            <a:r>
              <a:rPr sz="2400"/>
              <a:t>Context builder</a:t>
            </a:r>
          </a:p>
          <a:p>
            <a:pPr/>
            <a:r>
              <a:rPr sz="2400"/>
              <a:t>Local reasoning node</a:t>
            </a:r>
          </a:p>
          <a:p>
            <a:pPr/>
            <a:r>
              <a:rPr sz="2400"/>
              <a:t>Validator and router</a:t>
            </a:r>
          </a:p>
          <a:p>
            <a:pPr/>
            <a:r>
              <a:rPr sz="2400"/>
              <a:t>State and audit trail</a:t>
            </a:r>
          </a:p>
        </p:txBody>
      </p:sp>
      <p:sp>
        <p:nvSpPr>
          <p:cNvPr id="6" name="Title 5"/>
          <p:cNvSpPr>
            <a:spLocks noGrp="1"/>
          </p:cNvSpPr>
          <p:nvPr>
            <p:ph type="title"/>
          </p:nvPr>
        </p:nvSpPr>
        <p:spPr/>
        <p:txBody>
          <a:bodyPr wrap="square">
            <a:normAutofit/>
          </a:bodyPr>
          <a:lstStyle/>
          <a:p>
            <a:r>
              <a:rPr sz="4000"/>
              <a:t>Anatomy of a Local AI Agent</a:t>
            </a:r>
          </a:p>
        </p:txBody>
      </p:sp>
      <p:pic>
        <p:nvPicPr>
          <p:cNvPr id="7" name="Picture 6" descr="6ae8439d1189ce9965ced925ae992d291f72578e7dd76badf3ec6ba1bc10bf92.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Alert triage</a:t>
            </a:r>
          </a:p>
          <a:p>
            <a:pPr/>
            <a:r>
              <a:rPr sz="2400"/>
              <a:t>Hunt hypothesis support</a:t>
            </a:r>
          </a:p>
          <a:p>
            <a:pPr/>
            <a:r>
              <a:rPr sz="2400"/>
              <a:t>Evidence normalization</a:t>
            </a:r>
          </a:p>
          <a:p>
            <a:pPr/>
            <a:r>
              <a:rPr sz="2400"/>
              <a:t>Confidence scoring</a:t>
            </a:r>
          </a:p>
          <a:p>
            <a:pPr/>
            <a:r>
              <a:rPr sz="2400"/>
              <a:t>Adversary workflow recognition</a:t>
            </a:r>
          </a:p>
        </p:txBody>
      </p:sp>
      <p:sp>
        <p:nvSpPr>
          <p:cNvPr id="6" name="Title 5"/>
          <p:cNvSpPr>
            <a:spLocks noGrp="1"/>
          </p:cNvSpPr>
          <p:nvPr>
            <p:ph type="title"/>
          </p:nvPr>
        </p:nvSpPr>
        <p:spPr/>
        <p:txBody>
          <a:bodyPr wrap="square">
            <a:normAutofit/>
          </a:bodyPr>
          <a:lstStyle/>
          <a:p>
            <a:r>
              <a:rPr sz="4000"/>
              <a:t>Operational Use Cases in CND and Hunt</a:t>
            </a:r>
          </a:p>
        </p:txBody>
      </p:sp>
      <p:pic>
        <p:nvPicPr>
          <p:cNvPr id="7" name="Picture 6" descr="44713d334b1c189d55e3fcc689615749d2e78d68bedc0ddfecf7e073e8b0948a.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System prompt</a:t>
            </a:r>
          </a:p>
          <a:p>
            <a:pPr/>
            <a:r>
              <a:rPr sz="2400"/>
              <a:t>User prompt</a:t>
            </a:r>
          </a:p>
          <a:p>
            <a:pPr/>
            <a:r>
              <a:rPr sz="2400"/>
              <a:t>Evidence bundle</a:t>
            </a:r>
          </a:p>
          <a:p>
            <a:pPr/>
            <a:r>
              <a:rPr sz="2400"/>
              <a:t>Context window</a:t>
            </a:r>
          </a:p>
          <a:p>
            <a:pPr/>
            <a:r>
              <a:rPr sz="2400"/>
              <a:t>Output contract</a:t>
            </a:r>
          </a:p>
        </p:txBody>
      </p:sp>
      <p:sp>
        <p:nvSpPr>
          <p:cNvPr id="6" name="Title 5"/>
          <p:cNvSpPr>
            <a:spLocks noGrp="1"/>
          </p:cNvSpPr>
          <p:nvPr>
            <p:ph type="title"/>
          </p:nvPr>
        </p:nvSpPr>
        <p:spPr/>
        <p:txBody>
          <a:bodyPr wrap="square">
            <a:normAutofit/>
          </a:bodyPr>
          <a:lstStyle/>
          <a:p>
            <a:r>
              <a:rPr sz="4000"/>
              <a:t>Prompt Structure: Instructions, Evidence, and Output Contract</a:t>
            </a:r>
          </a:p>
        </p:txBody>
      </p:sp>
      <p:pic>
        <p:nvPicPr>
          <p:cNvPr id="7" name="Picture 6" descr="11d39340bf6abf83c91e35c611d055721f55427ac0846fd7418ac7a330c1e356.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Static instructions</a:t>
            </a:r>
          </a:p>
          <a:p>
            <a:pPr/>
            <a:r>
              <a:rPr sz="2400"/>
              <a:t>Dynamic variables</a:t>
            </a:r>
          </a:p>
          <a:p>
            <a:pPr/>
            <a:r>
              <a:rPr sz="2400"/>
              <a:t>Evidence provenance</a:t>
            </a:r>
          </a:p>
          <a:p>
            <a:pPr/>
            <a:r>
              <a:rPr sz="2400"/>
              <a:t>Repeatable criteria</a:t>
            </a:r>
          </a:p>
          <a:p>
            <a:pPr/>
            <a:r>
              <a:rPr sz="2400"/>
              <a:t>Safer maintenance</a:t>
            </a:r>
          </a:p>
          <a:p>
            <a:pPr/>
            <a:r>
              <a:rPr sz="2400"/>
              <a:t>Template example</a:t>
            </a:r>
          </a:p>
        </p:txBody>
      </p:sp>
      <p:sp>
        <p:nvSpPr>
          <p:cNvPr id="6" name="Title 5"/>
          <p:cNvSpPr>
            <a:spLocks noGrp="1"/>
          </p:cNvSpPr>
          <p:nvPr>
            <p:ph type="title"/>
          </p:nvPr>
        </p:nvSpPr>
        <p:spPr/>
        <p:txBody>
          <a:bodyPr wrap="square">
            <a:normAutofit/>
          </a:bodyPr>
          <a:lstStyle/>
          <a:p>
            <a:r>
              <a:rPr sz="4000"/>
              <a:t>Prompt Templates Keep Logic Separate from Evidence</a:t>
            </a:r>
          </a:p>
        </p:txBody>
      </p:sp>
      <p:pic>
        <p:nvPicPr>
          <p:cNvPr id="7" name="Picture 6" descr="5ea1b42d913a87c5b105023d33067927f62ad8b832402f1bc620b3f71dfc6520.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Low temperature</a:t>
            </a:r>
          </a:p>
          <a:p>
            <a:pPr/>
            <a:r>
              <a:rPr sz="2400"/>
              <a:t>Constrained </a:t>
            </a:r>
            <a:r>
              <a:rPr sz="2400">
                <a:latin typeface="Courier New"/>
              </a:rPr>
              <a:t>top_k</a:t>
            </a:r>
          </a:p>
          <a:p>
            <a:pPr/>
            <a:r>
              <a:rPr sz="2400"/>
              <a:t>Moderate </a:t>
            </a:r>
            <a:r>
              <a:rPr sz="2400">
                <a:latin typeface="Courier New"/>
              </a:rPr>
              <a:t>top_p</a:t>
            </a:r>
          </a:p>
          <a:p>
            <a:pPr/>
            <a:r>
              <a:rPr sz="2400"/>
              <a:t>Capped max tokens</a:t>
            </a:r>
          </a:p>
          <a:p>
            <a:pPr/>
            <a:r>
              <a:rPr sz="2400"/>
              <a:t>Stop conditions</a:t>
            </a:r>
          </a:p>
          <a:p>
            <a:pPr/>
            <a:r>
              <a:rPr sz="2400"/>
              <a:t>Repeatable JSON</a:t>
            </a:r>
          </a:p>
        </p:txBody>
      </p:sp>
      <p:sp>
        <p:nvSpPr>
          <p:cNvPr id="6" name="Title 5"/>
          <p:cNvSpPr>
            <a:spLocks noGrp="1"/>
          </p:cNvSpPr>
          <p:nvPr>
            <p:ph type="title"/>
          </p:nvPr>
        </p:nvSpPr>
        <p:spPr/>
        <p:txBody>
          <a:bodyPr wrap="square">
            <a:normAutofit/>
          </a:bodyPr>
          <a:lstStyle/>
          <a:p>
            <a:r>
              <a:rPr sz="4000"/>
              <a:t>Controlling the Brain: Model Parameters</a:t>
            </a:r>
          </a:p>
        </p:txBody>
      </p:sp>
      <p:pic>
        <p:nvPicPr>
          <p:cNvPr id="7" name="Picture 6" descr="46b417d1a7b645dd4713cf4911f1e0f1666d374fe9238d262eff4445a83c4d66.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Chat breaks automation</a:t>
            </a:r>
          </a:p>
          <a:p>
            <a:pPr/>
            <a:r>
              <a:rPr sz="2400"/>
              <a:t>JSON enables routing</a:t>
            </a:r>
          </a:p>
          <a:p>
            <a:pPr/>
            <a:r>
              <a:rPr sz="2400"/>
              <a:t>Schema defines fields</a:t>
            </a:r>
          </a:p>
          <a:p>
            <a:pPr/>
            <a:r>
              <a:rPr sz="2400"/>
              <a:t>Format rules go up front</a:t>
            </a:r>
          </a:p>
          <a:p>
            <a:pPr/>
            <a:r>
              <a:rPr sz="2400"/>
              <a:t>Validate before branching</a:t>
            </a:r>
          </a:p>
        </p:txBody>
      </p:sp>
      <p:sp>
        <p:nvSpPr>
          <p:cNvPr id="6" name="Title 5"/>
          <p:cNvSpPr>
            <a:spLocks noGrp="1"/>
          </p:cNvSpPr>
          <p:nvPr>
            <p:ph type="title"/>
          </p:nvPr>
        </p:nvSpPr>
        <p:spPr/>
        <p:txBody>
          <a:bodyPr wrap="square">
            <a:normAutofit/>
          </a:bodyPr>
          <a:lstStyle/>
          <a:p>
            <a:r>
              <a:rPr sz="4000"/>
              <a:t>Enforcing Output Formats</a:t>
            </a:r>
          </a:p>
        </p:txBody>
      </p:sp>
      <p:pic>
        <p:nvPicPr>
          <p:cNvPr id="7" name="Picture 6" descr="dfb85c65129b759bd69d24d8dddf972f0cf75d0eb8a5c13905f43dbccb02c840.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JSON validation</a:t>
            </a:r>
          </a:p>
          <a:p>
            <a:pPr/>
            <a:r>
              <a:rPr sz="2400"/>
              <a:t>Narrow correction prompt</a:t>
            </a:r>
          </a:p>
          <a:p>
            <a:pPr/>
            <a:r>
              <a:rPr sz="2400"/>
              <a:t>Hard retry cap</a:t>
            </a:r>
          </a:p>
          <a:p>
            <a:pPr/>
            <a:r>
              <a:rPr sz="2400"/>
              <a:t>Bounded reformat step</a:t>
            </a:r>
          </a:p>
          <a:p>
            <a:pPr/>
            <a:r>
              <a:rPr sz="2400"/>
              <a:t>Visible review flag</a:t>
            </a:r>
          </a:p>
        </p:txBody>
      </p:sp>
      <p:sp>
        <p:nvSpPr>
          <p:cNvPr id="6" name="Title 5"/>
          <p:cNvSpPr>
            <a:spLocks noGrp="1"/>
          </p:cNvSpPr>
          <p:nvPr>
            <p:ph type="title"/>
          </p:nvPr>
        </p:nvSpPr>
        <p:spPr/>
        <p:txBody>
          <a:bodyPr wrap="square">
            <a:normAutofit/>
          </a:bodyPr>
          <a:lstStyle/>
          <a:p>
            <a:r>
              <a:rPr sz="4000"/>
              <a:t>Handling Format Failures</a:t>
            </a:r>
          </a:p>
        </p:txBody>
      </p:sp>
      <p:pic>
        <p:nvPicPr>
          <p:cNvPr id="7" name="Picture 6" descr="247f6517f0d959984c213dc1d1fd11c34ae5fb361da5f817f59ad72bc618f7aa.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Retrieval-Augmented Generation</a:t>
            </a:r>
          </a:p>
          <a:p>
            <a:pPr/>
            <a:r>
              <a:rPr sz="2400"/>
              <a:t>Local source chunks</a:t>
            </a:r>
          </a:p>
          <a:p>
            <a:pPr/>
            <a:r>
              <a:rPr sz="2400"/>
              <a:t>Current doctrine and SOPs</a:t>
            </a:r>
          </a:p>
          <a:p>
            <a:pPr/>
            <a:r>
              <a:rPr sz="2400"/>
              <a:t>Prompt-time evidence injection</a:t>
            </a:r>
          </a:p>
          <a:p>
            <a:pPr/>
            <a:r>
              <a:rPr sz="2400"/>
              <a:t>Reviewable citations</a:t>
            </a:r>
          </a:p>
        </p:txBody>
      </p:sp>
      <p:sp>
        <p:nvSpPr>
          <p:cNvPr id="6" name="Title 5"/>
          <p:cNvSpPr>
            <a:spLocks noGrp="1"/>
          </p:cNvSpPr>
          <p:nvPr>
            <p:ph type="title"/>
          </p:nvPr>
        </p:nvSpPr>
        <p:spPr/>
        <p:txBody>
          <a:bodyPr wrap="square">
            <a:normAutofit/>
          </a:bodyPr>
          <a:lstStyle/>
          <a:p>
            <a:r>
              <a:rPr sz="4000"/>
              <a:t>Intro to RAG: Evidence the Model Can Reference</a:t>
            </a:r>
          </a:p>
        </p:txBody>
      </p:sp>
      <p:pic>
        <p:nvPicPr>
          <p:cNvPr id="7" name="Picture 6" descr="648ef08edc2f27be705a69db816a3dada1f918071603b074be7056e3270136c5.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Chunk source documents</a:t>
            </a:r>
          </a:p>
          <a:p>
            <a:pPr/>
            <a:r>
              <a:rPr sz="2400"/>
              <a:t>Embed semantic meaning</a:t>
            </a:r>
          </a:p>
          <a:p>
            <a:pPr/>
            <a:r>
              <a:rPr sz="2400"/>
              <a:t>Store vectors and metadata</a:t>
            </a:r>
          </a:p>
          <a:p>
            <a:pPr/>
            <a:r>
              <a:rPr sz="2400"/>
              <a:t>Retrieve closest evidence</a:t>
            </a:r>
          </a:p>
          <a:p>
            <a:pPr/>
            <a:r>
              <a:rPr sz="2400"/>
              <a:t>Inject and cite</a:t>
            </a:r>
          </a:p>
        </p:txBody>
      </p:sp>
      <p:sp>
        <p:nvSpPr>
          <p:cNvPr id="6" name="Title 5"/>
          <p:cNvSpPr>
            <a:spLocks noGrp="1"/>
          </p:cNvSpPr>
          <p:nvPr>
            <p:ph type="title"/>
          </p:nvPr>
        </p:nvSpPr>
        <p:spPr/>
        <p:txBody>
          <a:bodyPr wrap="square">
            <a:normAutofit/>
          </a:bodyPr>
          <a:lstStyle/>
          <a:p>
            <a:r>
              <a:rPr sz="4000"/>
              <a:t>How RAG Works</a:t>
            </a:r>
          </a:p>
        </p:txBody>
      </p:sp>
      <p:pic>
        <p:nvPicPr>
          <p:cNvPr id="7" name="Picture 6" descr="f908805b2cc5527c2f2ca1d624e9e2cd5a4904347af106bb814a4fa5acbc19a0.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Tool request, not execution</a:t>
            </a:r>
          </a:p>
          <a:p>
            <a:pPr/>
            <a:r>
              <a:rPr sz="2400"/>
              <a:t>Approved tool list</a:t>
            </a:r>
          </a:p>
          <a:p>
            <a:pPr/>
            <a:r>
              <a:rPr sz="2400"/>
              <a:t>Clear argument schema</a:t>
            </a:r>
          </a:p>
          <a:p>
            <a:pPr/>
            <a:r>
              <a:rPr sz="2400"/>
              <a:t>Orchestrator control</a:t>
            </a:r>
          </a:p>
          <a:p>
            <a:pPr/>
            <a:r>
              <a:rPr sz="2400"/>
              <a:t>Read-only enrichment first</a:t>
            </a:r>
          </a:p>
        </p:txBody>
      </p:sp>
      <p:sp>
        <p:nvSpPr>
          <p:cNvPr id="6" name="Title 5"/>
          <p:cNvSpPr>
            <a:spLocks noGrp="1"/>
          </p:cNvSpPr>
          <p:nvPr>
            <p:ph type="title"/>
          </p:nvPr>
        </p:nvSpPr>
        <p:spPr/>
        <p:txBody>
          <a:bodyPr wrap="square">
            <a:normAutofit/>
          </a:bodyPr>
          <a:lstStyle/>
          <a:p>
            <a:r>
              <a:rPr sz="4000"/>
              <a:t>Tool Calling: Let the Workflow Act, Not the Model</a:t>
            </a:r>
          </a:p>
        </p:txBody>
      </p:sp>
      <p:pic>
        <p:nvPicPr>
          <p:cNvPr id="7" name="Picture 6" descr="1d5ecc62c412ac022465655dbfc274cf7336366d27733cb60e78f222657afcf2.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Common tool interface</a:t>
            </a:r>
          </a:p>
          <a:p>
            <a:pPr/>
            <a:r>
              <a:rPr sz="2400"/>
              <a:t>Approved context sources</a:t>
            </a:r>
          </a:p>
          <a:p>
            <a:pPr/>
            <a:r>
              <a:rPr sz="2400"/>
              <a:t>Reusable integrations</a:t>
            </a:r>
          </a:p>
          <a:p>
            <a:pPr/>
            <a:r>
              <a:rPr sz="2400"/>
              <a:t>Permission boundaries</a:t>
            </a:r>
          </a:p>
          <a:p>
            <a:pPr/>
            <a:r>
              <a:rPr sz="2400"/>
              <a:t>Audit expectations</a:t>
            </a:r>
          </a:p>
        </p:txBody>
      </p:sp>
      <p:sp>
        <p:nvSpPr>
          <p:cNvPr id="6" name="Title 5"/>
          <p:cNvSpPr>
            <a:spLocks noGrp="1"/>
          </p:cNvSpPr>
          <p:nvPr>
            <p:ph type="title"/>
          </p:nvPr>
        </p:nvSpPr>
        <p:spPr/>
        <p:txBody>
          <a:bodyPr wrap="square">
            <a:normAutofit/>
          </a:bodyPr>
          <a:lstStyle/>
          <a:p>
            <a:r>
              <a:rPr sz="4000"/>
              <a:t>Standardizing Tools: Model Context Protocol (MCP)</a:t>
            </a:r>
          </a:p>
        </p:txBody>
      </p:sp>
      <p:pic>
        <p:nvPicPr>
          <p:cNvPr id="7" name="Picture 6" descr="586b6402901b9120626556e8d4361d266017fa79db97e02045eaa3557f26d08f.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Code-first frameworks</a:t>
            </a:r>
          </a:p>
          <a:p>
            <a:pPr/>
            <a:r>
              <a:rPr sz="2400"/>
              <a:t>Visual orchestrators</a:t>
            </a:r>
          </a:p>
          <a:p>
            <a:pPr/>
            <a:r>
              <a:rPr sz="2400"/>
              <a:t>Auditability</a:t>
            </a:r>
          </a:p>
          <a:p>
            <a:pPr/>
            <a:r>
              <a:rPr sz="2400"/>
              <a:t>Offline operation</a:t>
            </a:r>
          </a:p>
          <a:p>
            <a:pPr/>
            <a:r>
              <a:rPr sz="2400"/>
              <a:t>Credential control</a:t>
            </a:r>
          </a:p>
          <a:p>
            <a:pPr/>
            <a:r>
              <a:rPr sz="2400"/>
              <a:t>Maintainability</a:t>
            </a:r>
          </a:p>
        </p:txBody>
      </p:sp>
      <p:sp>
        <p:nvSpPr>
          <p:cNvPr id="6" name="Title 5"/>
          <p:cNvSpPr>
            <a:spLocks noGrp="1"/>
          </p:cNvSpPr>
          <p:nvPr>
            <p:ph type="title"/>
          </p:nvPr>
        </p:nvSpPr>
        <p:spPr/>
        <p:txBody>
          <a:bodyPr wrap="square">
            <a:normAutofit/>
          </a:bodyPr>
          <a:lstStyle/>
          <a:p>
            <a:r>
              <a:rPr sz="4000"/>
              <a:t>Surveying the Orchestration Landscape</a:t>
            </a:r>
          </a:p>
        </p:txBody>
      </p:sp>
      <p:pic>
        <p:nvPicPr>
          <p:cNvPr id="7" name="Picture 6" descr="5869e8cf64a114bf46b17a314bfdb2c160fa0ac190afc313d81ea48867a67046.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n8n visual workflow</a:t>
            </a:r>
          </a:p>
          <a:p>
            <a:pPr/>
            <a:r>
              <a:rPr sz="2400"/>
              <a:t>Ollama local inference</a:t>
            </a:r>
          </a:p>
          <a:p>
            <a:pPr/>
            <a:r>
              <a:rPr sz="2400">
                <a:latin typeface="Courier New"/>
              </a:rPr>
              <a:t>phi4-mini</a:t>
            </a:r>
            <a:r>
              <a:rPr sz="2400"/>
              <a:t> model</a:t>
            </a:r>
          </a:p>
          <a:p>
            <a:pPr/>
            <a:r>
              <a:rPr sz="2400"/>
              <a:t>Mock threat-intel API</a:t>
            </a:r>
          </a:p>
          <a:p>
            <a:pPr/>
            <a:r>
              <a:rPr sz="2400"/>
              <a:t>Closed-environment evidence</a:t>
            </a:r>
          </a:p>
          <a:p>
            <a:pPr/>
            <a:r>
              <a:rPr sz="2400"/>
              <a:t>Visual debugging</a:t>
            </a:r>
          </a:p>
        </p:txBody>
      </p:sp>
      <p:sp>
        <p:nvSpPr>
          <p:cNvPr id="6" name="Title 5"/>
          <p:cNvSpPr>
            <a:spLocks noGrp="1"/>
          </p:cNvSpPr>
          <p:nvPr>
            <p:ph type="title"/>
          </p:nvPr>
        </p:nvSpPr>
        <p:spPr/>
        <p:txBody>
          <a:bodyPr wrap="square">
            <a:normAutofit/>
          </a:bodyPr>
          <a:lstStyle/>
          <a:p>
            <a:r>
              <a:rPr sz="4000"/>
              <a:t>Our Selected Local Stack</a:t>
            </a:r>
          </a:p>
        </p:txBody>
      </p:sp>
      <p:pic>
        <p:nvPicPr>
          <p:cNvPr id="7" name="Picture 6" descr="ca1c22156fc6939edf72563ef185c1116d1e7648033bea73617645800e12d576.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4 vCPUs</a:t>
            </a:r>
          </a:p>
          <a:p>
            <a:pPr/>
            <a:r>
              <a:rPr sz="2400"/>
              <a:t>16 GB RAM</a:t>
            </a:r>
          </a:p>
          <a:p>
            <a:pPr/>
            <a:r>
              <a:rPr sz="2400"/>
              <a:t>No dedicated GPU</a:t>
            </a:r>
          </a:p>
          <a:p>
            <a:pPr/>
            <a:r>
              <a:rPr sz="2400"/>
              <a:t>Quantized </a:t>
            </a:r>
            <a:r>
              <a:rPr sz="2400">
                <a:latin typeface="Courier New"/>
              </a:rPr>
              <a:t>phi4-mini</a:t>
            </a:r>
          </a:p>
          <a:p>
            <a:pPr/>
            <a:r>
              <a:rPr sz="2400"/>
              <a:t>Slower CPU inference</a:t>
            </a:r>
          </a:p>
          <a:p>
            <a:pPr/>
            <a:r>
              <a:rPr sz="2400"/>
              <a:t>Bounded retries</a:t>
            </a:r>
          </a:p>
        </p:txBody>
      </p:sp>
      <p:sp>
        <p:nvSpPr>
          <p:cNvPr id="6" name="Title 5"/>
          <p:cNvSpPr>
            <a:spLocks noGrp="1"/>
          </p:cNvSpPr>
          <p:nvPr>
            <p:ph type="title"/>
          </p:nvPr>
        </p:nvSpPr>
        <p:spPr/>
        <p:txBody>
          <a:bodyPr wrap="square">
            <a:normAutofit/>
          </a:bodyPr>
          <a:lstStyle/>
          <a:p>
            <a:r>
              <a:rPr sz="4000"/>
              <a:t>Working Within the PCTE Hardware Constraints</a:t>
            </a:r>
          </a:p>
        </p:txBody>
      </p:sp>
      <p:pic>
        <p:nvPicPr>
          <p:cNvPr id="7" name="Picture 6" descr="c28fcabdf1722a6bd7d9b1e0d99fccfe49ed0cbea6cd8ccc2bacef4936f49a50.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
          </p:nvPr>
        </p:nvSpPr>
        <p:spPr/>
        <p:txBody>
          <a:bodyPr wrap="square">
            <a:normAutofit/>
          </a:bodyPr>
          <a:lstStyle/>
          <a:p>
            <a:pPr/>
            <a:r>
              <a:rPr sz="2400"/>
              <a:t>GenAI.mil API access</a:t>
            </a:r>
          </a:p>
          <a:p>
            <a:pPr/>
            <a:r>
              <a:rPr sz="2400"/>
              <a:t>Classroom-only environment</a:t>
            </a:r>
          </a:p>
          <a:p>
            <a:pPr/>
            <a:r>
              <a:rPr sz="2400"/>
              <a:t>No PCTE target range</a:t>
            </a:r>
          </a:p>
          <a:p>
            <a:pPr/>
            <a:r>
              <a:rPr sz="2400"/>
              <a:t>Frontier model comparison</a:t>
            </a:r>
          </a:p>
          <a:p>
            <a:pPr/>
            <a:r>
              <a:rPr sz="2400"/>
              <a:t>Same workflow discipline</a:t>
            </a:r>
          </a:p>
          <a:p>
            <a:pPr/>
            <a:r>
              <a:rPr sz="2400"/>
              <a:t>Better first exposure</a:t>
            </a:r>
          </a:p>
        </p:txBody>
      </p:sp>
      <p:sp>
        <p:nvSpPr>
          <p:cNvPr id="6" name="Title 5"/>
          <p:cNvSpPr>
            <a:spLocks noGrp="1"/>
          </p:cNvSpPr>
          <p:nvPr>
            <p:ph type="title"/>
          </p:nvPr>
        </p:nvSpPr>
        <p:spPr/>
        <p:txBody>
          <a:bodyPr wrap="square">
            <a:normAutofit/>
          </a:bodyPr>
          <a:lstStyle/>
          <a:p>
            <a:r>
              <a:rPr sz="4000"/>
              <a:t>Classroom-Only Frontier Model Opportunity</a:t>
            </a:r>
          </a:p>
        </p:txBody>
      </p:sp>
      <p:pic>
        <p:nvPicPr>
          <p:cNvPr id="7" name="Picture 6" descr="ae68af3cc8d8b0fe62d8f92e62c6e73eef4974e4d8226264273f4af1068c1bc5.png"/>
          <p:cNvPicPr>
            <a:picLocks noChangeAspect="1"/>
          </p:cNvPicPr>
          <p:nvPr/>
        </p:nvPicPr>
        <p:blipFill>
          <a:blip r:embed="rId3"/>
          <a:stretch>
            <a:fillRect/>
          </a:stretch>
        </p:blipFill>
        <p:spPr>
          <a:xfrm>
            <a:off x="6586077" y="1582323"/>
            <a:ext cx="4826000" cy="4826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4400"/>
              <a:t>Questions?</a:t>
            </a:r>
          </a:p>
        </p:txBody>
      </p:sp>
    </p:spTree>
  </p:cSld>
  <p:clrMapOvr>
    <a:masterClrMapping/>
  </p:clrMapOvr>
</p:sld>
</file>

<file path=ppt/theme/theme1.xml><?xml version="1.0" encoding="utf-8"?>
<a:theme xmlns:a="http://schemas.openxmlformats.org/drawingml/2006/main" name="CyberTemplateL_Green Unclass">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800" dirty="0" smtClean="0">
            <a:solidFill>
              <a:schemeClr val="tx1"/>
            </a:solidFill>
          </a:defRPr>
        </a:defPPr>
      </a:lstStyle>
    </a:txDef>
  </a:objectDefaults>
  <a:extraClrSchemeLst/>
  <a:extLst>
    <a:ext uri="{05A4C25C-085E-4340-85A3-A5531E510DB2}">
      <thm15:themeFamily xmlns:thm15="http://schemas.microsoft.com/office/thememl/2012/main" name="Lecture Guide Template_AOC_20230414" id="{8959DFD7-926F-4406-8670-4DF5FDEA2D75}" vid="{199B4965-A47D-45F3-92F8-17A6BA23ECE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titus xmlns="http://schemas.titus.com/TitusProperties/">
  <TitusGUID xmlns="">e5daa175-c0b1-4ddd-b63a-d3e50dcc4732</TitusGUID>
  <TitusMetadata xmlns="">eyJucyI6Imh0dHA6XC9cL3d3dy50aXR1cy5jb21cL25zXC9Kb2ludCBTZXJ2aWNlIFByb3ZpZGVyIiwicHJvcHMiOlt7Im4iOiJDbGFzc2lmaWNhdGlvblRpdHVzIiwidmFscyI6W3sidmFsdWUiOiJCTEFOSyJ9XX0seyJuIjoiU2NpVGl0dXMiLCJ2YWxzIjpbXX0seyJuIjoiRGlzc2VtVGl0dXMiLCJ2YWxzIjpbXX0seyJuIjoiUmVsVGl0dXMiLCJ2YWxzIjpbXX0seyJuIjoiQ2xhc3NpZmllZEJ5IiwidmFscyI6W119LHsibiI6IkRlcml2ZWRGcm9tIiwidmFscyI6W119LHsibiI6IkRhdGVkIiwidmFscyI6W119LHsibiI6IkRlY2xhc3NpZnlPbiIsInZhbHMiOltdfSx7Im4iOiJBZGRpdGlvbmFsRmllbGRzIiwidmFscyI6W119LHsibiI6IkFFQU1hcmtpbmdzIiwidmFscyI6W119LHsibiI6IkZHSU1hcmtpbmdzIiwidmFscyI6W119LHsibiI6IkFDQ01NYXJraW5ncyIsInZhbHMiOltdfSx7Im4iOiJQcml2YWN5U2Vuc2l0aXZlIiwidmFscyI6W119LHsibiI6IkNVSUJ1dHRvbiIsInZhbHMiOltdfSx7Im4iOiJDb250cm9sbGVkQnkiLCJ2YWxzIjpbXX0seyJuIjoiQ1VJQ2F0ZWdvcnkiLCJ2YWxzIjpbXX0seyJuIjoiTGltaXRlZERpc3NlbWluYXRpb25Db250cm9sIiwidmFscyI6W119LHsibiI6IlBPQyIsInZhbHMiOltdfSx7Im4iOiJDcml0aWNhbEluZnJhc3RydWN0dXJlIiwidmFscyI6W119LHsibiI6IkRlZmVuc2UiLCJ2YWxzIjpbXX0seyJuIjoiRXhwb3J0Q29udHJvbGxlZCIsInZhbHMiOltdfSx7Im4iOiJGaW5hbmNpYWwiLCJ2YWxzIjpbXX0seyJuIjoiSW1taWdyYXRpb24iLCJ2YWxzIjpbXX0seyJuIjoiSW50ZWxsaWdlbmNlIiwidmFscyI6W119LHsibiI6IkludGVybmF0aW9uYWxBZ3JlZW1lbnRzIiwidmFscyI6W119LHsibiI6Ikxhd0VuZm9yY2VtZW50IiwidmFscyI6W119LHsibiI6IkxlZ2FsIiwidmFscyI6W119LHsibiI6Ik5hdHVyYWxDdWx0dXJhbFJlc291cmNlcyIsInZhbHMiOltdfSx7Im4iOiJOb3J0aEF0bGFudGljVHJlYXR5T3JnYW5pemF0aW9uIiwidmFscyI6W119LHsibiI6Ik5VQ0xFQVIiLCJ2YWxzIjpbXX0seyJuIjoiUGF0aWVudCIsInZhbHMiOltdfSx7Im4iOiJQcml2YWN5IiwidmFscyI6W119LHsibiI6IlByb2N1cmVtZW50QWNxdWlzaXRpb24iLCJ2YWxzIjpbXX0seyJuIjoiUHJvcHJpZXRhcnlCdXNpbmVzc0luZm9ybWF0aW9uIiwidmFscyI6W119LHsibiI6IlN0YXRpc3RpY2FsIiwidmFscyI6W119LHsibiI6IlRheCIsInZhbHMiOltdfSx7Im4iOiJUcmFuc3BvcnRhdGlvbiIsInZhbHMiOltdfSx7Im4iOiJSRUxDVUkiLCJ2YWxzIjpbXX1dfQ==</TitusMetadata>
</titus>
</file>

<file path=customXml/itemProps1.xml><?xml version="1.0" encoding="utf-8"?>
<ds:datastoreItem xmlns:ds="http://schemas.openxmlformats.org/officeDocument/2006/customXml" ds:itemID="{9ED1A20F-9DE4-4159-9A6D-18E30615BA76}">
  <ds:schemaRefs>
    <ds:schemaRef ds:uri="http://schemas.titus.com/TitusProperties/"/>
    <ds:schemaRef ds:uri=""/>
  </ds:schemaRefs>
</ds:datastoreItem>
</file>

<file path=docProps/app.xml><?xml version="1.0" encoding="utf-8"?>
<Properties xmlns="http://schemas.openxmlformats.org/officeDocument/2006/extended-properties" xmlns:vt="http://schemas.openxmlformats.org/officeDocument/2006/docPropsVTypes">
  <Template>Lecture Guide Template_AOC_20230414</Template>
  <TotalTime>1607</TotalTime>
  <Words>30</Words>
  <Application>Microsoft Office PowerPoint</Application>
  <PresentationFormat>Widescreen</PresentationFormat>
  <Paragraphs>7</Paragraphs>
  <Slides>5</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CyberTemplateL_Green Unclass</vt:lpstr>
      <vt:lpstr>PowerPoint Presentation</vt:lpstr>
      <vt:lpstr>PowerPoint Presentation</vt:lpstr>
      <vt:lpstr>PowerPoint Presentation</vt:lpstr>
      <vt:lpstr>PowerPoint Presentation</vt:lpstr>
      <vt:lpstr>(U) Questions?</vt:lpstr>
    </vt:vector>
  </TitlesOfParts>
  <Company>DoD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 Security Products Software and Nomenclature</dc:title>
  <dc:creator>Cross, Clayton D</dc:creator>
  <cp:lastModifiedBy>Mattson Sarah E USA CTR</cp:lastModifiedBy>
  <cp:revision>104</cp:revision>
  <dcterms:created xsi:type="dcterms:W3CDTF">2023-04-26T14:13:19Z</dcterms:created>
  <dcterms:modified xsi:type="dcterms:W3CDTF">2026-02-12T16:57:54Z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e5daa175-c0b1-4ddd-b63a-d3e50dcc4732</vt:lpwstr>
  </property>
  <property fmtid="{D5CDD505-2E9C-101B-9397-08002B2CF9AE}" pid="3" name="ClassificationTitus">
    <vt:lpwstr>BLANK</vt:lpwstr>
  </property>
</Properties>
</file>